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45A_4F015929.xml" ContentType="application/vnd.ms-powerpoint.comments+xml"/>
  <Override PartName="/ppt/comments/modernComment_468_947D5896.xml" ContentType="application/vnd.ms-powerpoint.comments+xml"/>
  <Override PartName="/ppt/comments/modernComment_474_3011AAD1.xml" ContentType="application/vnd.ms-powerpoint.comments+xml"/>
  <Override PartName="/ppt/comments/modernComment_478_A4EEFC59.xml" ContentType="application/vnd.ms-powerpoint.comments+xml"/>
  <Override PartName="/ppt/comments/modernComment_482_66EC5557.xml" ContentType="application/vnd.ms-powerpoint.comments+xml"/>
  <Override PartName="/ppt/comments/modernComment_49E_1E6A236A.xml" ContentType="application/vnd.ms-powerpoint.comments+xml"/>
  <Override PartName="/ppt/comments/modernComment_49F_2DA6C269.xml" ContentType="application/vnd.ms-powerpoint.comments+xml"/>
  <Override PartName="/ppt/comments/modernComment_485_DCE9DFA3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700" r:id="rId1"/>
  </p:sldMasterIdLst>
  <p:notesMasterIdLst>
    <p:notesMasterId r:id="rId50"/>
  </p:notesMasterIdLst>
  <p:handoutMasterIdLst>
    <p:handoutMasterId r:id="rId51"/>
  </p:handoutMasterIdLst>
  <p:sldIdLst>
    <p:sldId id="1126" r:id="rId2"/>
    <p:sldId id="1114" r:id="rId3"/>
    <p:sldId id="1127" r:id="rId4"/>
    <p:sldId id="1128" r:id="rId5"/>
    <p:sldId id="1129" r:id="rId6"/>
    <p:sldId id="1130" r:id="rId7"/>
    <p:sldId id="1131" r:id="rId8"/>
    <p:sldId id="1133" r:id="rId9"/>
    <p:sldId id="1134" r:id="rId10"/>
    <p:sldId id="1135" r:id="rId11"/>
    <p:sldId id="1136" r:id="rId12"/>
    <p:sldId id="1179" r:id="rId13"/>
    <p:sldId id="1138" r:id="rId14"/>
    <p:sldId id="1139" r:id="rId15"/>
    <p:sldId id="1140" r:id="rId16"/>
    <p:sldId id="1141" r:id="rId17"/>
    <p:sldId id="1142" r:id="rId18"/>
    <p:sldId id="1143" r:id="rId19"/>
    <p:sldId id="1144" r:id="rId20"/>
    <p:sldId id="1145" r:id="rId21"/>
    <p:sldId id="1146" r:id="rId22"/>
    <p:sldId id="1148" r:id="rId23"/>
    <p:sldId id="1149" r:id="rId24"/>
    <p:sldId id="1150" r:id="rId25"/>
    <p:sldId id="1151" r:id="rId26"/>
    <p:sldId id="1154" r:id="rId27"/>
    <p:sldId id="1182" r:id="rId28"/>
    <p:sldId id="1183" r:id="rId29"/>
    <p:sldId id="1155" r:id="rId30"/>
    <p:sldId id="1156" r:id="rId31"/>
    <p:sldId id="1157" r:id="rId32"/>
    <p:sldId id="1158" r:id="rId33"/>
    <p:sldId id="1159" r:id="rId34"/>
    <p:sldId id="1162" r:id="rId35"/>
    <p:sldId id="1163" r:id="rId36"/>
    <p:sldId id="1164" r:id="rId37"/>
    <p:sldId id="1166" r:id="rId38"/>
    <p:sldId id="1168" r:id="rId39"/>
    <p:sldId id="1170" r:id="rId40"/>
    <p:sldId id="1171" r:id="rId41"/>
    <p:sldId id="1169" r:id="rId42"/>
    <p:sldId id="1180" r:id="rId43"/>
    <p:sldId id="1173" r:id="rId44"/>
    <p:sldId id="1174" r:id="rId45"/>
    <p:sldId id="1176" r:id="rId46"/>
    <p:sldId id="1177" r:id="rId47"/>
    <p:sldId id="1178" r:id="rId48"/>
    <p:sldId id="1181" r:id="rId49"/>
  </p:sldIdLst>
  <p:sldSz cx="9906000" cy="6858000" type="A4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72217F3-4C96-475D-9D19-F9D7188355C9}">
          <p14:sldIdLst/>
        </p14:section>
        <p14:section name="개요" id="{A3B9DA6D-75BD-4B17-A0FC-59DED6E9F45A}">
          <p14:sldIdLst/>
        </p14:section>
        <p14:section name="진단 결과 요약" id="{85BA93E5-6E72-4177-A141-A61FBB8E3DB2}">
          <p14:sldIdLst/>
        </p14:section>
        <p14:section name="전문가 진단" id="{487A9A63-73D1-4647-A647-557C9F3D4581}">
          <p14:sldIdLst/>
        </p14:section>
        <p14:section name="공통" id="{3F94424A-FEDB-4D57-A373-DC9D379CFCCF}">
          <p14:sldIdLst>
            <p14:sldId id="1126"/>
            <p14:sldId id="1114"/>
            <p14:sldId id="1127"/>
            <p14:sldId id="1128"/>
            <p14:sldId id="1129"/>
          </p14:sldIdLst>
        </p14:section>
        <p14:section name="로그인" id="{311B7859-204C-44C2-8513-35F68F7926FF}">
          <p14:sldIdLst>
            <p14:sldId id="1130"/>
            <p14:sldId id="1131"/>
            <p14:sldId id="1133"/>
            <p14:sldId id="1134"/>
            <p14:sldId id="1135"/>
            <p14:sldId id="1136"/>
            <p14:sldId id="1179"/>
          </p14:sldIdLst>
        </p14:section>
        <p14:section name="회원가입" id="{F99D7FC2-B3B6-4664-A1CD-E75E6C8F452F}">
          <p14:sldIdLst>
            <p14:sldId id="1138"/>
            <p14:sldId id="1139"/>
            <p14:sldId id="1140"/>
            <p14:sldId id="1141"/>
            <p14:sldId id="1142"/>
            <p14:sldId id="1143"/>
          </p14:sldIdLst>
        </p14:section>
        <p14:section name="이체/납부" id="{490AA76B-AC00-4379-BFC3-56A8F29987B4}">
          <p14:sldIdLst>
            <p14:sldId id="1144"/>
            <p14:sldId id="1145"/>
            <p14:sldId id="1146"/>
            <p14:sldId id="1148"/>
            <p14:sldId id="1149"/>
            <p14:sldId id="1150"/>
            <p14:sldId id="1151"/>
            <p14:sldId id="1154"/>
            <p14:sldId id="1182"/>
            <p14:sldId id="1183"/>
            <p14:sldId id="1155"/>
            <p14:sldId id="1156"/>
            <p14:sldId id="1157"/>
            <p14:sldId id="1158"/>
            <p14:sldId id="1159"/>
            <p14:sldId id="1162"/>
            <p14:sldId id="1163"/>
            <p14:sldId id="1164"/>
            <p14:sldId id="1166"/>
          </p14:sldIdLst>
        </p14:section>
        <p14:section name="고객센터" id="{EE7B3DE4-2706-4C88-96C8-1CCB9B16E2A7}">
          <p14:sldIdLst/>
        </p14:section>
        <p14:section name="상품몰" id="{3CAF1018-324D-4E05-BE2D-EC35B1F05779}">
          <p14:sldIdLst>
            <p14:sldId id="1168"/>
            <p14:sldId id="1170"/>
            <p14:sldId id="1171"/>
            <p14:sldId id="1169"/>
            <p14:sldId id="1180"/>
            <p14:sldId id="1173"/>
            <p14:sldId id="1174"/>
            <p14:sldId id="1176"/>
            <p14:sldId id="1177"/>
            <p14:sldId id="1178"/>
            <p14:sldId id="1181"/>
          </p14:sldIdLst>
        </p14:section>
        <p14:section name="끝표지" id="{AF4D44C7-8EE4-4CED-9324-36A442E5D3CF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BA8781D-2AF2-2F9A-CFCE-BD4B7921F11B}" name="배찬우" initials="찬배" userId="S::kaisha@snclabcorp.onmicrosoft.com::b2046f91-9b50-46e2-8d8b-540cfbd06cbd" providerId="AD"/>
  <p188:author id="{2FD57D48-4098-80A9-8E46-617B0BCEC2EB}" name="김명호" initials="김" userId="S::kmh@snclabcorp.onmicrosoft.com::e0d603aa-548e-418b-a070-918475337925" providerId="AD"/>
  <p188:author id="{AF8592BB-C5DA-106F-E914-F463DEC1D66C}" name="전영진" initials="전" userId="S::ipinid613@snclabcorp.onmicrosoft.com::98df63d1-9780-4548-bf83-53aea51edba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m Giyeon" initials="KG" lastIdx="7" clrIdx="0">
    <p:extLst>
      <p:ext uri="{19B8F6BF-5375-455C-9EA6-DF929625EA0E}">
        <p15:presenceInfo xmlns:p15="http://schemas.microsoft.com/office/powerpoint/2012/main" userId="eae28d0ded6e689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CC"/>
    <a:srgbClr val="5A78F9"/>
    <a:srgbClr val="9F9F9F"/>
    <a:srgbClr val="A0B3A5"/>
    <a:srgbClr val="C9D1CD"/>
    <a:srgbClr val="D83933"/>
    <a:srgbClr val="F5F6F8"/>
    <a:srgbClr val="F0F2F5"/>
    <a:srgbClr val="F9F9F9"/>
    <a:srgbClr val="D4D8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D40A35-802A-4816-8914-2F7867A25BFB}" v="4904" dt="2025-09-12T02:45:50.103"/>
    <p1510:client id="{7D38103F-488D-495F-B5B6-05D0C42E751F}" v="1261" dt="2025-09-12T05:21:13.262"/>
    <p1510:client id="{95982111-69FD-4603-B62A-7585008EAD3A}" v="1287" dt="2025-09-12T04:20:10.0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1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8/10/relationships/authors" Target="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배찬우" userId="b2046f91-9b50-46e2-8d8b-540cfbd06cbd" providerId="ADAL" clId="{535FE6E2-4E84-4B52-B8E4-AF717FFC4D96}"/>
    <pc:docChg chg="undo custSel addSld delSld modSld sldOrd modMainMaster addSection modSection">
      <pc:chgData name="배찬우" userId="b2046f91-9b50-46e2-8d8b-540cfbd06cbd" providerId="ADAL" clId="{535FE6E2-4E84-4B52-B8E4-AF717FFC4D96}" dt="2023-08-17T05:50:07.994" v="38572" actId="207"/>
      <pc:docMkLst>
        <pc:docMk/>
      </pc:docMkLst>
      <pc:sldChg chg="addSp delSp modSp mod addCm">
        <pc:chgData name="배찬우" userId="b2046f91-9b50-46e2-8d8b-540cfbd06cbd" providerId="ADAL" clId="{535FE6E2-4E84-4B52-B8E4-AF717FFC4D96}" dt="2023-08-16T08:43:14.905" v="30251"/>
        <pc:sldMkLst>
          <pc:docMk/>
          <pc:sldMk cId="663090028" sldId="25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배찬우" userId="b2046f91-9b50-46e2-8d8b-540cfbd06cbd" providerId="ADAL" clId="{535FE6E2-4E84-4B52-B8E4-AF717FFC4D96}" dt="2023-08-16T08:43:14.905" v="30251"/>
              <pc2:cmMkLst xmlns:pc2="http://schemas.microsoft.com/office/powerpoint/2019/9/main/command">
                <pc:docMk/>
                <pc:sldMk cId="663090028" sldId="259"/>
                <pc2:cmMk id="{5BB0D55B-9590-4879-9C2D-A24EFC7DB10D}"/>
              </pc2:cmMkLst>
            </pc226:cmChg>
            <pc226:cmChg xmlns:pc226="http://schemas.microsoft.com/office/powerpoint/2022/06/main/command" chg="add">
              <pc226:chgData name="배찬우" userId="b2046f91-9b50-46e2-8d8b-540cfbd06cbd" providerId="ADAL" clId="{535FE6E2-4E84-4B52-B8E4-AF717FFC4D96}" dt="2023-07-31T23:27:38.526" v="3915"/>
              <pc2:cmMkLst xmlns:pc2="http://schemas.microsoft.com/office/powerpoint/2019/9/main/command">
                <pc:docMk/>
                <pc:sldMk cId="663090028" sldId="259"/>
                <pc2:cmMk id="{66F531C7-8629-42BD-AE33-F07A7FB4E979}"/>
              </pc2:cmMkLst>
            </pc226:cmChg>
          </p:ext>
        </pc:extLst>
      </pc:sldChg>
      <pc:sldChg chg="del">
        <pc:chgData name="배찬우" userId="b2046f91-9b50-46e2-8d8b-540cfbd06cbd" providerId="ADAL" clId="{535FE6E2-4E84-4B52-B8E4-AF717FFC4D96}" dt="2023-07-27T05:24:47.968" v="51" actId="47"/>
        <pc:sldMkLst>
          <pc:docMk/>
          <pc:sldMk cId="706377792" sldId="346"/>
        </pc:sldMkLst>
      </pc:sldChg>
      <pc:sldChg chg="addSp delSp modSp mod">
        <pc:chgData name="배찬우" userId="b2046f91-9b50-46e2-8d8b-540cfbd06cbd" providerId="ADAL" clId="{535FE6E2-4E84-4B52-B8E4-AF717FFC4D96}" dt="2023-07-27T05:41:54.832" v="189"/>
        <pc:sldMkLst>
          <pc:docMk/>
          <pc:sldMk cId="2167379269" sldId="347"/>
        </pc:sldMkLst>
      </pc:sldChg>
      <pc:sldChg chg="del">
        <pc:chgData name="배찬우" userId="b2046f91-9b50-46e2-8d8b-540cfbd06cbd" providerId="ADAL" clId="{535FE6E2-4E84-4B52-B8E4-AF717FFC4D96}" dt="2023-07-27T05:25:01.686" v="55" actId="47"/>
        <pc:sldMkLst>
          <pc:docMk/>
          <pc:sldMk cId="2527696002" sldId="359"/>
        </pc:sldMkLst>
      </pc:sldChg>
      <pc:sldChg chg="del">
        <pc:chgData name="배찬우" userId="b2046f91-9b50-46e2-8d8b-540cfbd06cbd" providerId="ADAL" clId="{535FE6E2-4E84-4B52-B8E4-AF717FFC4D96}" dt="2023-07-27T05:24:47.968" v="51" actId="47"/>
        <pc:sldMkLst>
          <pc:docMk/>
          <pc:sldMk cId="1687266130" sldId="362"/>
        </pc:sldMkLst>
      </pc:sldChg>
      <pc:sldChg chg="del">
        <pc:chgData name="배찬우" userId="b2046f91-9b50-46e2-8d8b-540cfbd06cbd" providerId="ADAL" clId="{535FE6E2-4E84-4B52-B8E4-AF717FFC4D96}" dt="2023-07-27T05:42:45.089" v="192" actId="47"/>
        <pc:sldMkLst>
          <pc:docMk/>
          <pc:sldMk cId="1242177877" sldId="370"/>
        </pc:sldMkLst>
      </pc:sldChg>
      <pc:sldChg chg="del">
        <pc:chgData name="배찬우" userId="b2046f91-9b50-46e2-8d8b-540cfbd06cbd" providerId="ADAL" clId="{535FE6E2-4E84-4B52-B8E4-AF717FFC4D96}" dt="2023-07-27T05:24:47.968" v="51" actId="47"/>
        <pc:sldMkLst>
          <pc:docMk/>
          <pc:sldMk cId="3748167120" sldId="376"/>
        </pc:sldMkLst>
      </pc:sldChg>
      <pc:sldChg chg="modSp mod">
        <pc:chgData name="배찬우" userId="b2046f91-9b50-46e2-8d8b-540cfbd06cbd" providerId="ADAL" clId="{535FE6E2-4E84-4B52-B8E4-AF717FFC4D96}" dt="2023-07-27T05:56:02.902" v="346" actId="1038"/>
        <pc:sldMkLst>
          <pc:docMk/>
          <pc:sldMk cId="3509287032" sldId="386"/>
        </pc:sldMkLst>
      </pc:sldChg>
      <pc:sldChg chg="addSp delSp modSp mod">
        <pc:chgData name="배찬우" userId="b2046f91-9b50-46e2-8d8b-540cfbd06cbd" providerId="ADAL" clId="{535FE6E2-4E84-4B52-B8E4-AF717FFC4D96}" dt="2023-07-31T07:51:16.841" v="2600" actId="20577"/>
        <pc:sldMkLst>
          <pc:docMk/>
          <pc:sldMk cId="438729540" sldId="390"/>
        </pc:sldMkLst>
      </pc:sldChg>
      <pc:sldChg chg="del">
        <pc:chgData name="배찬우" userId="b2046f91-9b50-46e2-8d8b-540cfbd06cbd" providerId="ADAL" clId="{535FE6E2-4E84-4B52-B8E4-AF717FFC4D96}" dt="2023-07-27T05:24:18.145" v="47" actId="47"/>
        <pc:sldMkLst>
          <pc:docMk/>
          <pc:sldMk cId="1688861521" sldId="391"/>
        </pc:sldMkLst>
      </pc:sldChg>
      <pc:sldChg chg="del">
        <pc:chgData name="배찬우" userId="b2046f91-9b50-46e2-8d8b-540cfbd06cbd" providerId="ADAL" clId="{535FE6E2-4E84-4B52-B8E4-AF717FFC4D96}" dt="2023-07-27T05:24:18.145" v="47" actId="47"/>
        <pc:sldMkLst>
          <pc:docMk/>
          <pc:sldMk cId="748114835" sldId="392"/>
        </pc:sldMkLst>
      </pc:sldChg>
      <pc:sldChg chg="delSp mod">
        <pc:chgData name="배찬우" userId="b2046f91-9b50-46e2-8d8b-540cfbd06cbd" providerId="ADAL" clId="{535FE6E2-4E84-4B52-B8E4-AF717FFC4D96}" dt="2023-07-27T05:24:27.588" v="49" actId="478"/>
        <pc:sldMkLst>
          <pc:docMk/>
          <pc:sldMk cId="2398833664" sldId="394"/>
        </pc:sldMkLst>
      </pc:sldChg>
      <pc:sldChg chg="delSp mod">
        <pc:chgData name="배찬우" userId="b2046f91-9b50-46e2-8d8b-540cfbd06cbd" providerId="ADAL" clId="{535FE6E2-4E84-4B52-B8E4-AF717FFC4D96}" dt="2023-07-27T05:24:28.542" v="50" actId="478"/>
        <pc:sldMkLst>
          <pc:docMk/>
          <pc:sldMk cId="1275645984" sldId="395"/>
        </pc:sldMkLst>
      </pc:sldChg>
      <pc:sldChg chg="delSp mod">
        <pc:chgData name="배찬우" userId="b2046f91-9b50-46e2-8d8b-540cfbd06cbd" providerId="ADAL" clId="{535FE6E2-4E84-4B52-B8E4-AF717FFC4D96}" dt="2023-07-27T05:24:53.279" v="53" actId="478"/>
        <pc:sldMkLst>
          <pc:docMk/>
          <pc:sldMk cId="3791663613" sldId="889"/>
        </pc:sldMkLst>
      </pc:sldChg>
      <pc:sldChg chg="delSp mod">
        <pc:chgData name="배찬우" userId="b2046f91-9b50-46e2-8d8b-540cfbd06cbd" providerId="ADAL" clId="{535FE6E2-4E84-4B52-B8E4-AF717FFC4D96}" dt="2023-07-27T05:24:54.287" v="54" actId="478"/>
        <pc:sldMkLst>
          <pc:docMk/>
          <pc:sldMk cId="251407273" sldId="890"/>
        </pc:sldMkLst>
      </pc:sldChg>
      <pc:sldChg chg="delSp mod">
        <pc:chgData name="배찬우" userId="b2046f91-9b50-46e2-8d8b-540cfbd06cbd" providerId="ADAL" clId="{535FE6E2-4E84-4B52-B8E4-AF717FFC4D96}" dt="2023-07-27T05:25:04.714" v="56" actId="478"/>
        <pc:sldMkLst>
          <pc:docMk/>
          <pc:sldMk cId="1638528583" sldId="895"/>
        </pc:sldMkLst>
      </pc:sldChg>
      <pc:sldChg chg="del">
        <pc:chgData name="배찬우" userId="b2046f91-9b50-46e2-8d8b-540cfbd06cbd" providerId="ADAL" clId="{535FE6E2-4E84-4B52-B8E4-AF717FFC4D96}" dt="2023-07-27T05:42:45.089" v="192" actId="47"/>
        <pc:sldMkLst>
          <pc:docMk/>
          <pc:sldMk cId="646722219" sldId="896"/>
        </pc:sldMkLst>
      </pc:sldChg>
      <pc:sldChg chg="delSp mod">
        <pc:chgData name="배찬우" userId="b2046f91-9b50-46e2-8d8b-540cfbd06cbd" providerId="ADAL" clId="{535FE6E2-4E84-4B52-B8E4-AF717FFC4D96}" dt="2023-07-27T05:42:48.231" v="193" actId="478"/>
        <pc:sldMkLst>
          <pc:docMk/>
          <pc:sldMk cId="2654293709" sldId="897"/>
        </pc:sldMkLst>
      </pc:sldChg>
      <pc:sldChg chg="del">
        <pc:chgData name="배찬우" userId="b2046f91-9b50-46e2-8d8b-540cfbd06cbd" providerId="ADAL" clId="{535FE6E2-4E84-4B52-B8E4-AF717FFC4D96}" dt="2023-07-27T05:24:47.968" v="51" actId="47"/>
        <pc:sldMkLst>
          <pc:docMk/>
          <pc:sldMk cId="442795413" sldId="901"/>
        </pc:sldMkLst>
      </pc:sldChg>
      <pc:sldChg chg="delSp modSp mod">
        <pc:chgData name="배찬우" userId="b2046f91-9b50-46e2-8d8b-540cfbd06cbd" providerId="ADAL" clId="{535FE6E2-4E84-4B52-B8E4-AF717FFC4D96}" dt="2023-07-27T05:39:00.634" v="156" actId="20577"/>
        <pc:sldMkLst>
          <pc:docMk/>
          <pc:sldMk cId="1768401518" sldId="902"/>
        </pc:sldMkLst>
      </pc:sldChg>
      <pc:sldChg chg="del">
        <pc:chgData name="배찬우" userId="b2046f91-9b50-46e2-8d8b-540cfbd06cbd" providerId="ADAL" clId="{535FE6E2-4E84-4B52-B8E4-AF717FFC4D96}" dt="2023-07-27T05:25:01.686" v="55" actId="47"/>
        <pc:sldMkLst>
          <pc:docMk/>
          <pc:sldMk cId="1489272020" sldId="906"/>
        </pc:sldMkLst>
      </pc:sldChg>
      <pc:sldChg chg="addSp delSp modSp add mod ord">
        <pc:chgData name="배찬우" userId="b2046f91-9b50-46e2-8d8b-540cfbd06cbd" providerId="ADAL" clId="{535FE6E2-4E84-4B52-B8E4-AF717FFC4D96}" dt="2023-08-17T01:53:42.167" v="34922"/>
        <pc:sldMkLst>
          <pc:docMk/>
          <pc:sldMk cId="1509536751" sldId="906"/>
        </pc:sldMkLst>
      </pc:sldChg>
      <pc:sldChg chg="addSp delSp modSp add del mod ord">
        <pc:chgData name="배찬우" userId="b2046f91-9b50-46e2-8d8b-540cfbd06cbd" providerId="ADAL" clId="{535FE6E2-4E84-4B52-B8E4-AF717FFC4D96}" dt="2023-08-01T00:23:24.313" v="4037" actId="47"/>
        <pc:sldMkLst>
          <pc:docMk/>
          <pc:sldMk cId="1199567391" sldId="907"/>
        </pc:sldMkLst>
      </pc:sldChg>
      <pc:sldChg chg="addSp delSp modSp del">
        <pc:chgData name="배찬우" userId="b2046f91-9b50-46e2-8d8b-540cfbd06cbd" providerId="ADAL" clId="{535FE6E2-4E84-4B52-B8E4-AF717FFC4D96}" dt="2023-07-27T05:40:24.395" v="159" actId="47"/>
        <pc:sldMkLst>
          <pc:docMk/>
          <pc:sldMk cId="2966085742" sldId="907"/>
        </pc:sldMkLst>
      </pc:sldChg>
      <pc:sldChg chg="addSp delSp modSp add mod ord modClrScheme chgLayout">
        <pc:chgData name="배찬우" userId="b2046f91-9b50-46e2-8d8b-540cfbd06cbd" providerId="ADAL" clId="{535FE6E2-4E84-4B52-B8E4-AF717FFC4D96}" dt="2023-08-17T01:30:23.132" v="33844" actId="1036"/>
        <pc:sldMkLst>
          <pc:docMk/>
          <pc:sldMk cId="243731149" sldId="908"/>
        </pc:sldMkLst>
      </pc:sldChg>
      <pc:sldChg chg="del">
        <pc:chgData name="배찬우" userId="b2046f91-9b50-46e2-8d8b-540cfbd06cbd" providerId="ADAL" clId="{535FE6E2-4E84-4B52-B8E4-AF717FFC4D96}" dt="2023-07-27T05:24:18.145" v="47" actId="47"/>
        <pc:sldMkLst>
          <pc:docMk/>
          <pc:sldMk cId="1439244457" sldId="908"/>
        </pc:sldMkLst>
      </pc:sldChg>
      <pc:sldChg chg="addSp delSp modSp add mod ord">
        <pc:chgData name="배찬우" userId="b2046f91-9b50-46e2-8d8b-540cfbd06cbd" providerId="ADAL" clId="{535FE6E2-4E84-4B52-B8E4-AF717FFC4D96}" dt="2023-08-01T01:26:28.215" v="4517" actId="20577"/>
        <pc:sldMkLst>
          <pc:docMk/>
          <pc:sldMk cId="507701830" sldId="909"/>
        </pc:sldMkLst>
      </pc:sldChg>
      <pc:sldChg chg="del">
        <pc:chgData name="배찬우" userId="b2046f91-9b50-46e2-8d8b-540cfbd06cbd" providerId="ADAL" clId="{535FE6E2-4E84-4B52-B8E4-AF717FFC4D96}" dt="2023-07-27T05:24:23.337" v="48" actId="47"/>
        <pc:sldMkLst>
          <pc:docMk/>
          <pc:sldMk cId="2645421973" sldId="909"/>
        </pc:sldMkLst>
      </pc:sldChg>
      <pc:sldChg chg="del">
        <pc:chgData name="배찬우" userId="b2046f91-9b50-46e2-8d8b-540cfbd06cbd" providerId="ADAL" clId="{535FE6E2-4E84-4B52-B8E4-AF717FFC4D96}" dt="2023-07-27T05:24:23.337" v="48" actId="47"/>
        <pc:sldMkLst>
          <pc:docMk/>
          <pc:sldMk cId="1833628790" sldId="910"/>
        </pc:sldMkLst>
      </pc:sldChg>
      <pc:sldChg chg="delSp modSp add del mod">
        <pc:chgData name="배찬우" userId="b2046f91-9b50-46e2-8d8b-540cfbd06cbd" providerId="ADAL" clId="{535FE6E2-4E84-4B52-B8E4-AF717FFC4D96}" dt="2023-07-31T07:52:16.758" v="2607" actId="47"/>
        <pc:sldMkLst>
          <pc:docMk/>
          <pc:sldMk cId="2803388203" sldId="910"/>
        </pc:sldMkLst>
      </pc:sldChg>
      <pc:sldChg chg="del">
        <pc:chgData name="배찬우" userId="b2046f91-9b50-46e2-8d8b-540cfbd06cbd" providerId="ADAL" clId="{535FE6E2-4E84-4B52-B8E4-AF717FFC4D96}" dt="2023-07-27T05:24:23.337" v="48" actId="47"/>
        <pc:sldMkLst>
          <pc:docMk/>
          <pc:sldMk cId="1426569755" sldId="911"/>
        </pc:sldMkLst>
      </pc:sldChg>
      <pc:sldChg chg="addSp delSp modSp add mod ord modClrScheme chgLayout">
        <pc:chgData name="배찬우" userId="b2046f91-9b50-46e2-8d8b-540cfbd06cbd" providerId="ADAL" clId="{535FE6E2-4E84-4B52-B8E4-AF717FFC4D96}" dt="2023-08-17T01:06:19.605" v="32720" actId="1035"/>
        <pc:sldMkLst>
          <pc:docMk/>
          <pc:sldMk cId="1535659719" sldId="911"/>
        </pc:sldMkLst>
      </pc:sldChg>
      <pc:sldChg chg="del">
        <pc:chgData name="배찬우" userId="b2046f91-9b50-46e2-8d8b-540cfbd06cbd" providerId="ADAL" clId="{535FE6E2-4E84-4B52-B8E4-AF717FFC4D96}" dt="2023-07-27T05:24:23.337" v="48" actId="47"/>
        <pc:sldMkLst>
          <pc:docMk/>
          <pc:sldMk cId="1202971096" sldId="912"/>
        </pc:sldMkLst>
      </pc:sldChg>
      <pc:sldChg chg="addSp delSp modSp add del mod ord">
        <pc:chgData name="배찬우" userId="b2046f91-9b50-46e2-8d8b-540cfbd06cbd" providerId="ADAL" clId="{535FE6E2-4E84-4B52-B8E4-AF717FFC4D96}" dt="2023-08-01T00:25:11.333" v="4045" actId="47"/>
        <pc:sldMkLst>
          <pc:docMk/>
          <pc:sldMk cId="3336266371" sldId="912"/>
        </pc:sldMkLst>
      </pc:sldChg>
      <pc:sldChg chg="addSp delSp modSp add del mod ord">
        <pc:chgData name="배찬우" userId="b2046f91-9b50-46e2-8d8b-540cfbd06cbd" providerId="ADAL" clId="{535FE6E2-4E84-4B52-B8E4-AF717FFC4D96}" dt="2023-08-01T00:25:11.333" v="4045" actId="47"/>
        <pc:sldMkLst>
          <pc:docMk/>
          <pc:sldMk cId="3912963770" sldId="913"/>
        </pc:sldMkLst>
      </pc:sldChg>
      <pc:sldChg chg="addSp delSp modSp add mod ord">
        <pc:chgData name="배찬우" userId="b2046f91-9b50-46e2-8d8b-540cfbd06cbd" providerId="ADAL" clId="{535FE6E2-4E84-4B52-B8E4-AF717FFC4D96}" dt="2023-08-17T01:00:23.169" v="32636" actId="20577"/>
        <pc:sldMkLst>
          <pc:docMk/>
          <pc:sldMk cId="1691500096" sldId="914"/>
        </pc:sldMkLst>
      </pc:sldChg>
      <pc:sldChg chg="addSp delSp modSp add mod ord">
        <pc:chgData name="배찬우" userId="b2046f91-9b50-46e2-8d8b-540cfbd06cbd" providerId="ADAL" clId="{535FE6E2-4E84-4B52-B8E4-AF717FFC4D96}" dt="2023-08-07T05:40:24.482" v="23333"/>
        <pc:sldMkLst>
          <pc:docMk/>
          <pc:sldMk cId="2541995023" sldId="915"/>
        </pc:sldMkLst>
      </pc:sldChg>
      <pc:sldChg chg="addSp delSp modSp add del mod">
        <pc:chgData name="배찬우" userId="b2046f91-9b50-46e2-8d8b-540cfbd06cbd" providerId="ADAL" clId="{535FE6E2-4E84-4B52-B8E4-AF717FFC4D96}" dt="2023-08-01T00:29:22.814" v="4050" actId="47"/>
        <pc:sldMkLst>
          <pc:docMk/>
          <pc:sldMk cId="3421823897" sldId="916"/>
        </pc:sldMkLst>
      </pc:sldChg>
      <pc:sldChg chg="addSp delSp modSp add mod ord">
        <pc:chgData name="배찬우" userId="b2046f91-9b50-46e2-8d8b-540cfbd06cbd" providerId="ADAL" clId="{535FE6E2-4E84-4B52-B8E4-AF717FFC4D96}" dt="2023-08-07T05:40:24.482" v="23333"/>
        <pc:sldMkLst>
          <pc:docMk/>
          <pc:sldMk cId="4222801329" sldId="917"/>
        </pc:sldMkLst>
      </pc:sldChg>
      <pc:sldChg chg="addSp delSp modSp add mod modClrScheme chgLayout">
        <pc:chgData name="배찬우" userId="b2046f91-9b50-46e2-8d8b-540cfbd06cbd" providerId="ADAL" clId="{535FE6E2-4E84-4B52-B8E4-AF717FFC4D96}" dt="2023-08-17T00:57:36.019" v="32572" actId="208"/>
        <pc:sldMkLst>
          <pc:docMk/>
          <pc:sldMk cId="3632153686" sldId="918"/>
        </pc:sldMkLst>
      </pc:sldChg>
      <pc:sldChg chg="modSp add mod">
        <pc:chgData name="배찬우" userId="b2046f91-9b50-46e2-8d8b-540cfbd06cbd" providerId="ADAL" clId="{535FE6E2-4E84-4B52-B8E4-AF717FFC4D96}" dt="2023-08-17T00:51:41.293" v="30978" actId="20577"/>
        <pc:sldMkLst>
          <pc:docMk/>
          <pc:sldMk cId="1969630947" sldId="919"/>
        </pc:sldMkLst>
      </pc:sldChg>
      <pc:sldChg chg="addSp delSp modSp add mod ord">
        <pc:chgData name="배찬우" userId="b2046f91-9b50-46e2-8d8b-540cfbd06cbd" providerId="ADAL" clId="{535FE6E2-4E84-4B52-B8E4-AF717FFC4D96}" dt="2023-08-07T05:08:08.945" v="22633" actId="20577"/>
        <pc:sldMkLst>
          <pc:docMk/>
          <pc:sldMk cId="1292092827" sldId="920"/>
        </pc:sldMkLst>
      </pc:sldChg>
      <pc:sldChg chg="addSp delSp modSp mod modClrScheme chgLayout">
        <pc:chgData name="배찬우" userId="b2046f91-9b50-46e2-8d8b-540cfbd06cbd" providerId="ADAL" clId="{535FE6E2-4E84-4B52-B8E4-AF717FFC4D96}" dt="2023-08-17T03:43:51.142" v="37713" actId="20577"/>
        <pc:sldMkLst>
          <pc:docMk/>
          <pc:sldMk cId="185859173" sldId="921"/>
        </pc:sldMkLst>
      </pc:sldChg>
      <pc:sldChg chg="add del">
        <pc:chgData name="배찬우" userId="b2046f91-9b50-46e2-8d8b-540cfbd06cbd" providerId="ADAL" clId="{535FE6E2-4E84-4B52-B8E4-AF717FFC4D96}" dt="2023-07-27T08:50:29.544" v="741"/>
        <pc:sldMkLst>
          <pc:docMk/>
          <pc:sldMk cId="732164882" sldId="921"/>
        </pc:sldMkLst>
      </pc:sldChg>
      <pc:sldChg chg="modSp add mod ord">
        <pc:chgData name="배찬우" userId="b2046f91-9b50-46e2-8d8b-540cfbd06cbd" providerId="ADAL" clId="{535FE6E2-4E84-4B52-B8E4-AF717FFC4D96}" dt="2023-08-07T05:08:00.191" v="22627"/>
        <pc:sldMkLst>
          <pc:docMk/>
          <pc:sldMk cId="4154566782" sldId="921"/>
        </pc:sldMkLst>
      </pc:sldChg>
      <pc:sldChg chg="add del">
        <pc:chgData name="배찬우" userId="b2046f91-9b50-46e2-8d8b-540cfbd06cbd" providerId="ADAL" clId="{535FE6E2-4E84-4B52-B8E4-AF717FFC4D96}" dt="2023-07-27T08:52:50.187" v="972"/>
        <pc:sldMkLst>
          <pc:docMk/>
          <pc:sldMk cId="1459780505" sldId="922"/>
        </pc:sldMkLst>
      </pc:sldChg>
      <pc:sldChg chg="modSp mod">
        <pc:chgData name="배찬우" userId="b2046f91-9b50-46e2-8d8b-540cfbd06cbd" providerId="ADAL" clId="{535FE6E2-4E84-4B52-B8E4-AF717FFC4D96}" dt="2023-08-16T10:55:33.753" v="30307" actId="20577"/>
        <pc:sldMkLst>
          <pc:docMk/>
          <pc:sldMk cId="2173419491" sldId="922"/>
        </pc:sldMkLst>
      </pc:sldChg>
      <pc:sldChg chg="delSp modSp add mod ord">
        <pc:chgData name="배찬우" userId="b2046f91-9b50-46e2-8d8b-540cfbd06cbd" providerId="ADAL" clId="{535FE6E2-4E84-4B52-B8E4-AF717FFC4D96}" dt="2023-08-07T05:08:02.865" v="22628"/>
        <pc:sldMkLst>
          <pc:docMk/>
          <pc:sldMk cId="2291069613" sldId="922"/>
        </pc:sldMkLst>
      </pc:sldChg>
      <pc:sldChg chg="modSp add mod ord">
        <pc:chgData name="배찬우" userId="b2046f91-9b50-46e2-8d8b-540cfbd06cbd" providerId="ADAL" clId="{535FE6E2-4E84-4B52-B8E4-AF717FFC4D96}" dt="2023-08-07T05:07:57.250" v="22626"/>
        <pc:sldMkLst>
          <pc:docMk/>
          <pc:sldMk cId="1055878964" sldId="923"/>
        </pc:sldMkLst>
      </pc:sldChg>
      <pc:sldChg chg="delSp add del mod">
        <pc:chgData name="배찬우" userId="b2046f91-9b50-46e2-8d8b-540cfbd06cbd" providerId="ADAL" clId="{535FE6E2-4E84-4B52-B8E4-AF717FFC4D96}" dt="2023-08-01T00:23:49.671" v="4038" actId="47"/>
        <pc:sldMkLst>
          <pc:docMk/>
          <pc:sldMk cId="2846223934" sldId="924"/>
        </pc:sldMkLst>
      </pc:sldChg>
      <pc:sldChg chg="addSp delSp modSp add mod ord">
        <pc:chgData name="배찬우" userId="b2046f91-9b50-46e2-8d8b-540cfbd06cbd" providerId="ADAL" clId="{535FE6E2-4E84-4B52-B8E4-AF717FFC4D96}" dt="2023-08-07T05:13:49.036" v="22645"/>
        <pc:sldMkLst>
          <pc:docMk/>
          <pc:sldMk cId="1964245144" sldId="925"/>
        </pc:sldMkLst>
      </pc:sldChg>
      <pc:sldChg chg="addSp delSp modSp add mod ord">
        <pc:chgData name="배찬우" userId="b2046f91-9b50-46e2-8d8b-540cfbd06cbd" providerId="ADAL" clId="{535FE6E2-4E84-4B52-B8E4-AF717FFC4D96}" dt="2023-08-16T04:14:38.201" v="27722"/>
        <pc:sldMkLst>
          <pc:docMk/>
          <pc:sldMk cId="543715859" sldId="926"/>
        </pc:sldMkLst>
      </pc:sldChg>
      <pc:sldChg chg="addSp delSp modSp add mod ord">
        <pc:chgData name="배찬우" userId="b2046f91-9b50-46e2-8d8b-540cfbd06cbd" providerId="ADAL" clId="{535FE6E2-4E84-4B52-B8E4-AF717FFC4D96}" dt="2023-08-01T01:17:57.727" v="4178" actId="20577"/>
        <pc:sldMkLst>
          <pc:docMk/>
          <pc:sldMk cId="1257357581" sldId="927"/>
        </pc:sldMkLst>
      </pc:sldChg>
      <pc:sldChg chg="modSp add mod ord">
        <pc:chgData name="배찬우" userId="b2046f91-9b50-46e2-8d8b-540cfbd06cbd" providerId="ADAL" clId="{535FE6E2-4E84-4B52-B8E4-AF717FFC4D96}" dt="2023-08-17T01:06:53.078" v="32730"/>
        <pc:sldMkLst>
          <pc:docMk/>
          <pc:sldMk cId="3784733205" sldId="928"/>
        </pc:sldMkLst>
      </pc:sldChg>
      <pc:sldChg chg="addSp modSp add del mod">
        <pc:chgData name="배찬우" userId="b2046f91-9b50-46e2-8d8b-540cfbd06cbd" providerId="ADAL" clId="{535FE6E2-4E84-4B52-B8E4-AF717FFC4D96}" dt="2023-08-01T01:21:45.186" v="4296" actId="47"/>
        <pc:sldMkLst>
          <pc:docMk/>
          <pc:sldMk cId="2526138501" sldId="929"/>
        </pc:sldMkLst>
      </pc:sldChg>
      <pc:sldChg chg="add del">
        <pc:chgData name="배찬우" userId="b2046f91-9b50-46e2-8d8b-540cfbd06cbd" providerId="ADAL" clId="{535FE6E2-4E84-4B52-B8E4-AF717FFC4D96}" dt="2023-08-01T01:22:13.247" v="4297" actId="47"/>
        <pc:sldMkLst>
          <pc:docMk/>
          <pc:sldMk cId="1907582983" sldId="930"/>
        </pc:sldMkLst>
      </pc:sldChg>
      <pc:sldChg chg="modSp add del mod ord">
        <pc:chgData name="배찬우" userId="b2046f91-9b50-46e2-8d8b-540cfbd06cbd" providerId="ADAL" clId="{535FE6E2-4E84-4B52-B8E4-AF717FFC4D96}" dt="2023-08-16T04:14:25.807" v="27712" actId="20577"/>
        <pc:sldMkLst>
          <pc:docMk/>
          <pc:sldMk cId="3225896202" sldId="931"/>
        </pc:sldMkLst>
      </pc:sldChg>
      <pc:sldChg chg="modSp add del mod">
        <pc:chgData name="배찬우" userId="b2046f91-9b50-46e2-8d8b-540cfbd06cbd" providerId="ADAL" clId="{535FE6E2-4E84-4B52-B8E4-AF717FFC4D96}" dt="2023-08-01T01:26:47.058" v="4519" actId="47"/>
        <pc:sldMkLst>
          <pc:docMk/>
          <pc:sldMk cId="801766590" sldId="932"/>
        </pc:sldMkLst>
      </pc:sldChg>
      <pc:sldChg chg="add">
        <pc:chgData name="배찬우" userId="b2046f91-9b50-46e2-8d8b-540cfbd06cbd" providerId="ADAL" clId="{535FE6E2-4E84-4B52-B8E4-AF717FFC4D96}" dt="2023-08-16T10:47:03.462" v="30260"/>
        <pc:sldMkLst>
          <pc:docMk/>
          <pc:sldMk cId="1679322302" sldId="933"/>
        </pc:sldMkLst>
      </pc:sldChg>
      <pc:sldChg chg="modSp add del mod ord">
        <pc:chgData name="배찬우" userId="b2046f91-9b50-46e2-8d8b-540cfbd06cbd" providerId="ADAL" clId="{535FE6E2-4E84-4B52-B8E4-AF717FFC4D96}" dt="2023-08-16T10:46:45.425" v="30259" actId="2696"/>
        <pc:sldMkLst>
          <pc:docMk/>
          <pc:sldMk cId="4285088457" sldId="933"/>
        </pc:sldMkLst>
      </pc:sldChg>
      <pc:sldChg chg="modSp add mod">
        <pc:chgData name="배찬우" userId="b2046f91-9b50-46e2-8d8b-540cfbd06cbd" providerId="ADAL" clId="{535FE6E2-4E84-4B52-B8E4-AF717FFC4D96}" dt="2023-07-31T08:03:55.069" v="2664" actId="20577"/>
        <pc:sldMkLst>
          <pc:docMk/>
          <pc:sldMk cId="151631714" sldId="934"/>
        </pc:sldMkLst>
      </pc:sldChg>
      <pc:sldChg chg="addSp modSp add mod ord">
        <pc:chgData name="배찬우" userId="b2046f91-9b50-46e2-8d8b-540cfbd06cbd" providerId="ADAL" clId="{535FE6E2-4E84-4B52-B8E4-AF717FFC4D96}" dt="2023-08-07T05:40:24.482" v="23333"/>
        <pc:sldMkLst>
          <pc:docMk/>
          <pc:sldMk cId="341346299" sldId="935"/>
        </pc:sldMkLst>
      </pc:sldChg>
      <pc:sldChg chg="addSp modSp add del mod">
        <pc:chgData name="배찬우" userId="b2046f91-9b50-46e2-8d8b-540cfbd06cbd" providerId="ADAL" clId="{535FE6E2-4E84-4B52-B8E4-AF717FFC4D96}" dt="2023-08-01T01:26:58.222" v="4520" actId="47"/>
        <pc:sldMkLst>
          <pc:docMk/>
          <pc:sldMk cId="1209828479" sldId="936"/>
        </pc:sldMkLst>
      </pc:sldChg>
      <pc:sldChg chg="addSp modSp add mod ord">
        <pc:chgData name="배찬우" userId="b2046f91-9b50-46e2-8d8b-540cfbd06cbd" providerId="ADAL" clId="{535FE6E2-4E84-4B52-B8E4-AF717FFC4D96}" dt="2023-08-07T05:53:21.560" v="23593" actId="20577"/>
        <pc:sldMkLst>
          <pc:docMk/>
          <pc:sldMk cId="1647152032" sldId="937"/>
        </pc:sldMkLst>
      </pc:sldChg>
      <pc:sldChg chg="addSp modSp add del mod ord">
        <pc:chgData name="배찬우" userId="b2046f91-9b50-46e2-8d8b-540cfbd06cbd" providerId="ADAL" clId="{535FE6E2-4E84-4B52-B8E4-AF717FFC4D96}" dt="2023-08-01T00:18:43.439" v="4034" actId="47"/>
        <pc:sldMkLst>
          <pc:docMk/>
          <pc:sldMk cId="152205987" sldId="938"/>
        </pc:sldMkLst>
      </pc:sldChg>
      <pc:sldChg chg="addSp modSp add mod ord">
        <pc:chgData name="배찬우" userId="b2046f91-9b50-46e2-8d8b-540cfbd06cbd" providerId="ADAL" clId="{535FE6E2-4E84-4B52-B8E4-AF717FFC4D96}" dt="2023-08-07T05:13:43.481" v="22644" actId="20577"/>
        <pc:sldMkLst>
          <pc:docMk/>
          <pc:sldMk cId="2218366588" sldId="939"/>
        </pc:sldMkLst>
      </pc:sldChg>
      <pc:sldChg chg="add">
        <pc:chgData name="배찬우" userId="b2046f91-9b50-46e2-8d8b-540cfbd06cbd" providerId="ADAL" clId="{535FE6E2-4E84-4B52-B8E4-AF717FFC4D96}" dt="2023-08-07T05:54:45.672" v="23662"/>
        <pc:sldMkLst>
          <pc:docMk/>
          <pc:sldMk cId="2794707729" sldId="940"/>
        </pc:sldMkLst>
      </pc:sldChg>
      <pc:sldChg chg="addSp modSp add del mod ord">
        <pc:chgData name="배찬우" userId="b2046f91-9b50-46e2-8d8b-540cfbd06cbd" providerId="ADAL" clId="{535FE6E2-4E84-4B52-B8E4-AF717FFC4D96}" dt="2023-08-07T05:54:27.414" v="23661" actId="2696"/>
        <pc:sldMkLst>
          <pc:docMk/>
          <pc:sldMk cId="4109501609" sldId="940"/>
        </pc:sldMkLst>
      </pc:sldChg>
      <pc:sldChg chg="addSp modSp add mod ord">
        <pc:chgData name="배찬우" userId="b2046f91-9b50-46e2-8d8b-540cfbd06cbd" providerId="ADAL" clId="{535FE6E2-4E84-4B52-B8E4-AF717FFC4D96}" dt="2023-08-07T05:54:13.924" v="23659"/>
        <pc:sldMkLst>
          <pc:docMk/>
          <pc:sldMk cId="1320714812" sldId="941"/>
        </pc:sldMkLst>
      </pc:sldChg>
      <pc:sldChg chg="addSp modSp add mod ord">
        <pc:chgData name="배찬우" userId="b2046f91-9b50-46e2-8d8b-540cfbd06cbd" providerId="ADAL" clId="{535FE6E2-4E84-4B52-B8E4-AF717FFC4D96}" dt="2023-08-07T05:54:18.387" v="23660"/>
        <pc:sldMkLst>
          <pc:docMk/>
          <pc:sldMk cId="2525943278" sldId="942"/>
        </pc:sldMkLst>
      </pc:sldChg>
      <pc:sldChg chg="addSp modSp add mod ord modClrScheme chgLayout">
        <pc:chgData name="배찬우" userId="b2046f91-9b50-46e2-8d8b-540cfbd06cbd" providerId="ADAL" clId="{535FE6E2-4E84-4B52-B8E4-AF717FFC4D96}" dt="2023-08-04T08:54:20.585" v="19469" actId="208"/>
        <pc:sldMkLst>
          <pc:docMk/>
          <pc:sldMk cId="1699605530" sldId="943"/>
        </pc:sldMkLst>
      </pc:sldChg>
      <pc:sldChg chg="addSp delSp modSp add mod ord">
        <pc:chgData name="배찬우" userId="b2046f91-9b50-46e2-8d8b-540cfbd06cbd" providerId="ADAL" clId="{535FE6E2-4E84-4B52-B8E4-AF717FFC4D96}" dt="2023-08-17T02:03:45.766" v="35368"/>
        <pc:sldMkLst>
          <pc:docMk/>
          <pc:sldMk cId="2353828674" sldId="944"/>
        </pc:sldMkLst>
      </pc:sldChg>
      <pc:sldChg chg="addSp modSp add mod ord">
        <pc:chgData name="배찬우" userId="b2046f91-9b50-46e2-8d8b-540cfbd06cbd" providerId="ADAL" clId="{535FE6E2-4E84-4B52-B8E4-AF717FFC4D96}" dt="2023-08-07T05:31:48.111" v="23199"/>
        <pc:sldMkLst>
          <pc:docMk/>
          <pc:sldMk cId="728608420" sldId="945"/>
        </pc:sldMkLst>
      </pc:sldChg>
      <pc:sldChg chg="addSp modSp add mod ord">
        <pc:chgData name="배찬우" userId="b2046f91-9b50-46e2-8d8b-540cfbd06cbd" providerId="ADAL" clId="{535FE6E2-4E84-4B52-B8E4-AF717FFC4D96}" dt="2023-08-07T06:45:51.874" v="24789"/>
        <pc:sldMkLst>
          <pc:docMk/>
          <pc:sldMk cId="261411276" sldId="946"/>
        </pc:sldMkLst>
      </pc:sldChg>
      <pc:sldChg chg="addSp delSp modSp add mod ord">
        <pc:chgData name="배찬우" userId="b2046f91-9b50-46e2-8d8b-540cfbd06cbd" providerId="ADAL" clId="{535FE6E2-4E84-4B52-B8E4-AF717FFC4D96}" dt="2023-08-07T06:45:51.874" v="24789"/>
        <pc:sldMkLst>
          <pc:docMk/>
          <pc:sldMk cId="306406841" sldId="947"/>
        </pc:sldMkLst>
      </pc:sldChg>
      <pc:sldChg chg="addSp modSp add mod ord">
        <pc:chgData name="배찬우" userId="b2046f91-9b50-46e2-8d8b-540cfbd06cbd" providerId="ADAL" clId="{535FE6E2-4E84-4B52-B8E4-AF717FFC4D96}" dt="2023-08-07T06:45:51.874" v="24789"/>
        <pc:sldMkLst>
          <pc:docMk/>
          <pc:sldMk cId="3881478923" sldId="948"/>
        </pc:sldMkLst>
      </pc:sldChg>
      <pc:sldChg chg="addSp modSp add mod ord">
        <pc:chgData name="배찬우" userId="b2046f91-9b50-46e2-8d8b-540cfbd06cbd" providerId="ADAL" clId="{535FE6E2-4E84-4B52-B8E4-AF717FFC4D96}" dt="2023-08-17T03:47:32.982" v="37849" actId="113"/>
        <pc:sldMkLst>
          <pc:docMk/>
          <pc:sldMk cId="3745313581" sldId="949"/>
        </pc:sldMkLst>
      </pc:sldChg>
      <pc:sldChg chg="addSp modSp add mod ord">
        <pc:chgData name="배찬우" userId="b2046f91-9b50-46e2-8d8b-540cfbd06cbd" providerId="ADAL" clId="{535FE6E2-4E84-4B52-B8E4-AF717FFC4D96}" dt="2023-08-07T06:44:32.174" v="24777"/>
        <pc:sldMkLst>
          <pc:docMk/>
          <pc:sldMk cId="1001941838" sldId="950"/>
        </pc:sldMkLst>
      </pc:sldChg>
      <pc:sldChg chg="addSp modSp add mod ord">
        <pc:chgData name="배찬우" userId="b2046f91-9b50-46e2-8d8b-540cfbd06cbd" providerId="ADAL" clId="{535FE6E2-4E84-4B52-B8E4-AF717FFC4D96}" dt="2023-08-17T03:54:27.032" v="38066" actId="113"/>
        <pc:sldMkLst>
          <pc:docMk/>
          <pc:sldMk cId="182453629" sldId="951"/>
        </pc:sldMkLst>
      </pc:sldChg>
      <pc:sldChg chg="addSp delSp modSp add mod ord">
        <pc:chgData name="배찬우" userId="b2046f91-9b50-46e2-8d8b-540cfbd06cbd" providerId="ADAL" clId="{535FE6E2-4E84-4B52-B8E4-AF717FFC4D96}" dt="2023-08-17T03:55:19.905" v="38144" actId="113"/>
        <pc:sldMkLst>
          <pc:docMk/>
          <pc:sldMk cId="1810497343" sldId="952"/>
        </pc:sldMkLst>
      </pc:sldChg>
      <pc:sldChg chg="addSp delSp modSp add mod ord">
        <pc:chgData name="배찬우" userId="b2046f91-9b50-46e2-8d8b-540cfbd06cbd" providerId="ADAL" clId="{535FE6E2-4E84-4B52-B8E4-AF717FFC4D96}" dt="2023-08-01T09:54:01.383" v="7097"/>
        <pc:sldMkLst>
          <pc:docMk/>
          <pc:sldMk cId="3962400764" sldId="953"/>
        </pc:sldMkLst>
      </pc:sldChg>
      <pc:sldChg chg="addSp modSp add del mod ord">
        <pc:chgData name="배찬우" userId="b2046f91-9b50-46e2-8d8b-540cfbd06cbd" providerId="ADAL" clId="{535FE6E2-4E84-4B52-B8E4-AF717FFC4D96}" dt="2023-08-04T07:33:03.942" v="18195" actId="2696"/>
        <pc:sldMkLst>
          <pc:docMk/>
          <pc:sldMk cId="1830731580" sldId="954"/>
        </pc:sldMkLst>
      </pc:sldChg>
      <pc:sldChg chg="add">
        <pc:chgData name="배찬우" userId="b2046f91-9b50-46e2-8d8b-540cfbd06cbd" providerId="ADAL" clId="{535FE6E2-4E84-4B52-B8E4-AF717FFC4D96}" dt="2023-08-04T07:33:12.846" v="18196"/>
        <pc:sldMkLst>
          <pc:docMk/>
          <pc:sldMk cId="4193147227" sldId="954"/>
        </pc:sldMkLst>
      </pc:sldChg>
      <pc:sldChg chg="add ord">
        <pc:chgData name="배찬우" userId="b2046f91-9b50-46e2-8d8b-540cfbd06cbd" providerId="ADAL" clId="{535FE6E2-4E84-4B52-B8E4-AF717FFC4D96}" dt="2023-08-04T08:32:06.998" v="19094"/>
        <pc:sldMkLst>
          <pc:docMk/>
          <pc:sldMk cId="151563827" sldId="955"/>
        </pc:sldMkLst>
      </pc:sldChg>
      <pc:sldChg chg="addSp modSp add del mod ord">
        <pc:chgData name="배찬우" userId="b2046f91-9b50-46e2-8d8b-540cfbd06cbd" providerId="ADAL" clId="{535FE6E2-4E84-4B52-B8E4-AF717FFC4D96}" dt="2023-08-04T07:33:03.942" v="18195" actId="2696"/>
        <pc:sldMkLst>
          <pc:docMk/>
          <pc:sldMk cId="565500533" sldId="955"/>
        </pc:sldMkLst>
      </pc:sldChg>
      <pc:sldChg chg="addSp modSp add mod ord">
        <pc:chgData name="배찬우" userId="b2046f91-9b50-46e2-8d8b-540cfbd06cbd" providerId="ADAL" clId="{535FE6E2-4E84-4B52-B8E4-AF717FFC4D96}" dt="2023-08-16T11:10:58.082" v="30386" actId="20577"/>
        <pc:sldMkLst>
          <pc:docMk/>
          <pc:sldMk cId="529816105" sldId="956"/>
        </pc:sldMkLst>
      </pc:sldChg>
      <pc:sldChg chg="addSp modSp add mod ord">
        <pc:chgData name="배찬우" userId="b2046f91-9b50-46e2-8d8b-540cfbd06cbd" providerId="ADAL" clId="{535FE6E2-4E84-4B52-B8E4-AF717FFC4D96}" dt="2023-08-07T06:44:46.488" v="24779"/>
        <pc:sldMkLst>
          <pc:docMk/>
          <pc:sldMk cId="20230432" sldId="957"/>
        </pc:sldMkLst>
      </pc:sldChg>
      <pc:sldChg chg="addSp modSp add del mod ord">
        <pc:chgData name="배찬우" userId="b2046f91-9b50-46e2-8d8b-540cfbd06cbd" providerId="ADAL" clId="{535FE6E2-4E84-4B52-B8E4-AF717FFC4D96}" dt="2023-08-16T11:11:25.574" v="30387" actId="2696"/>
        <pc:sldMkLst>
          <pc:docMk/>
          <pc:sldMk cId="2923186132" sldId="958"/>
        </pc:sldMkLst>
      </pc:sldChg>
      <pc:sldChg chg="addSp delSp modSp add mod ord modClrScheme chgLayout">
        <pc:chgData name="배찬우" userId="b2046f91-9b50-46e2-8d8b-540cfbd06cbd" providerId="ADAL" clId="{535FE6E2-4E84-4B52-B8E4-AF717FFC4D96}" dt="2023-08-07T06:44:46.488" v="24779"/>
        <pc:sldMkLst>
          <pc:docMk/>
          <pc:sldMk cId="255974276" sldId="959"/>
        </pc:sldMkLst>
      </pc:sldChg>
      <pc:sldChg chg="addSp modSp add mod ord">
        <pc:chgData name="배찬우" userId="b2046f91-9b50-46e2-8d8b-540cfbd06cbd" providerId="ADAL" clId="{535FE6E2-4E84-4B52-B8E4-AF717FFC4D96}" dt="2023-08-07T06:44:46.488" v="24779"/>
        <pc:sldMkLst>
          <pc:docMk/>
          <pc:sldMk cId="3787065687" sldId="960"/>
        </pc:sldMkLst>
      </pc:sldChg>
      <pc:sldChg chg="addSp modSp add mod ord">
        <pc:chgData name="배찬우" userId="b2046f91-9b50-46e2-8d8b-540cfbd06cbd" providerId="ADAL" clId="{535FE6E2-4E84-4B52-B8E4-AF717FFC4D96}" dt="2023-08-07T06:45:19.802" v="24786"/>
        <pc:sldMkLst>
          <pc:docMk/>
          <pc:sldMk cId="517445231" sldId="961"/>
        </pc:sldMkLst>
      </pc:sldChg>
      <pc:sldChg chg="addSp delSp modSp add mod ord">
        <pc:chgData name="배찬우" userId="b2046f91-9b50-46e2-8d8b-540cfbd06cbd" providerId="ADAL" clId="{535FE6E2-4E84-4B52-B8E4-AF717FFC4D96}" dt="2023-08-07T06:45:19.802" v="24786"/>
        <pc:sldMkLst>
          <pc:docMk/>
          <pc:sldMk cId="3524524273" sldId="962"/>
        </pc:sldMkLst>
      </pc:sldChg>
      <pc:sldChg chg="addSp modSp add mod ord">
        <pc:chgData name="배찬우" userId="b2046f91-9b50-46e2-8d8b-540cfbd06cbd" providerId="ADAL" clId="{535FE6E2-4E84-4B52-B8E4-AF717FFC4D96}" dt="2023-08-07T06:45:04.910" v="24783"/>
        <pc:sldMkLst>
          <pc:docMk/>
          <pc:sldMk cId="1275248210" sldId="963"/>
        </pc:sldMkLst>
      </pc:sldChg>
      <pc:sldChg chg="addSp modSp add mod ord">
        <pc:chgData name="배찬우" userId="b2046f91-9b50-46e2-8d8b-540cfbd06cbd" providerId="ADAL" clId="{535FE6E2-4E84-4B52-B8E4-AF717FFC4D96}" dt="2023-08-07T06:45:04.910" v="24783"/>
        <pc:sldMkLst>
          <pc:docMk/>
          <pc:sldMk cId="1870098802" sldId="964"/>
        </pc:sldMkLst>
      </pc:sldChg>
      <pc:sldChg chg="addSp modSp add mod ord">
        <pc:chgData name="배찬우" userId="b2046f91-9b50-46e2-8d8b-540cfbd06cbd" providerId="ADAL" clId="{535FE6E2-4E84-4B52-B8E4-AF717FFC4D96}" dt="2023-08-07T06:44:32.174" v="24777"/>
        <pc:sldMkLst>
          <pc:docMk/>
          <pc:sldMk cId="4111833459" sldId="965"/>
        </pc:sldMkLst>
      </pc:sldChg>
      <pc:sldChg chg="addSp modSp add mod ord">
        <pc:chgData name="배찬우" userId="b2046f91-9b50-46e2-8d8b-540cfbd06cbd" providerId="ADAL" clId="{535FE6E2-4E84-4B52-B8E4-AF717FFC4D96}" dt="2023-08-07T06:44:32.174" v="24777"/>
        <pc:sldMkLst>
          <pc:docMk/>
          <pc:sldMk cId="2956247619" sldId="966"/>
        </pc:sldMkLst>
      </pc:sldChg>
      <pc:sldChg chg="addSp modSp add mod ord">
        <pc:chgData name="배찬우" userId="b2046f91-9b50-46e2-8d8b-540cfbd06cbd" providerId="ADAL" clId="{535FE6E2-4E84-4B52-B8E4-AF717FFC4D96}" dt="2023-08-07T06:44:12.980" v="24775"/>
        <pc:sldMkLst>
          <pc:docMk/>
          <pc:sldMk cId="4102588689" sldId="967"/>
        </pc:sldMkLst>
      </pc:sldChg>
      <pc:sldChg chg="addSp modSp add mod ord">
        <pc:chgData name="배찬우" userId="b2046f91-9b50-46e2-8d8b-540cfbd06cbd" providerId="ADAL" clId="{535FE6E2-4E84-4B52-B8E4-AF717FFC4D96}" dt="2023-08-07T06:44:12.980" v="24775"/>
        <pc:sldMkLst>
          <pc:docMk/>
          <pc:sldMk cId="1155331861" sldId="968"/>
        </pc:sldMkLst>
      </pc:sldChg>
      <pc:sldChg chg="addSp modSp add mod ord">
        <pc:chgData name="배찬우" userId="b2046f91-9b50-46e2-8d8b-540cfbd06cbd" providerId="ADAL" clId="{535FE6E2-4E84-4B52-B8E4-AF717FFC4D96}" dt="2023-08-07T06:44:55.623" v="24781"/>
        <pc:sldMkLst>
          <pc:docMk/>
          <pc:sldMk cId="441136183" sldId="969"/>
        </pc:sldMkLst>
      </pc:sldChg>
      <pc:sldChg chg="addSp delSp modSp add mod ord">
        <pc:chgData name="배찬우" userId="b2046f91-9b50-46e2-8d8b-540cfbd06cbd" providerId="ADAL" clId="{535FE6E2-4E84-4B52-B8E4-AF717FFC4D96}" dt="2023-08-07T06:44:55.623" v="24781"/>
        <pc:sldMkLst>
          <pc:docMk/>
          <pc:sldMk cId="3096330034" sldId="970"/>
        </pc:sldMkLst>
      </pc:sldChg>
      <pc:sldChg chg="addSp modSp add mod ord">
        <pc:chgData name="배찬우" userId="b2046f91-9b50-46e2-8d8b-540cfbd06cbd" providerId="ADAL" clId="{535FE6E2-4E84-4B52-B8E4-AF717FFC4D96}" dt="2023-08-07T06:44:55.623" v="24781"/>
        <pc:sldMkLst>
          <pc:docMk/>
          <pc:sldMk cId="3581624033" sldId="971"/>
        </pc:sldMkLst>
      </pc:sldChg>
      <pc:sldChg chg="addSp delSp modSp add del mod ord">
        <pc:chgData name="배찬우" userId="b2046f91-9b50-46e2-8d8b-540cfbd06cbd" providerId="ADAL" clId="{535FE6E2-4E84-4B52-B8E4-AF717FFC4D96}" dt="2023-08-07T08:58:48.663" v="26545" actId="2696"/>
        <pc:sldMkLst>
          <pc:docMk/>
          <pc:sldMk cId="2626944958" sldId="972"/>
        </pc:sldMkLst>
      </pc:sldChg>
      <pc:sldChg chg="modSp add mod">
        <pc:chgData name="배찬우" userId="b2046f91-9b50-46e2-8d8b-540cfbd06cbd" providerId="ADAL" clId="{535FE6E2-4E84-4B52-B8E4-AF717FFC4D96}" dt="2023-08-16T10:50:31.124" v="30306"/>
        <pc:sldMkLst>
          <pc:docMk/>
          <pc:sldMk cId="1682196292" sldId="973"/>
        </pc:sldMkLst>
      </pc:sldChg>
      <pc:sldChg chg="modSp add del mod ord">
        <pc:chgData name="배찬우" userId="b2046f91-9b50-46e2-8d8b-540cfbd06cbd" providerId="ADAL" clId="{535FE6E2-4E84-4B52-B8E4-AF717FFC4D96}" dt="2023-08-16T10:50:18.382" v="30288" actId="2696"/>
        <pc:sldMkLst>
          <pc:docMk/>
          <pc:sldMk cId="3103420704" sldId="973"/>
        </pc:sldMkLst>
      </pc:sldChg>
      <pc:sldChg chg="modSp add del mod ord">
        <pc:chgData name="배찬우" userId="b2046f91-9b50-46e2-8d8b-540cfbd06cbd" providerId="ADAL" clId="{535FE6E2-4E84-4B52-B8E4-AF717FFC4D96}" dt="2023-08-07T05:54:27.414" v="23661" actId="2696"/>
        <pc:sldMkLst>
          <pc:docMk/>
          <pc:sldMk cId="419155394" sldId="974"/>
        </pc:sldMkLst>
      </pc:sldChg>
      <pc:sldChg chg="add">
        <pc:chgData name="배찬우" userId="b2046f91-9b50-46e2-8d8b-540cfbd06cbd" providerId="ADAL" clId="{535FE6E2-4E84-4B52-B8E4-AF717FFC4D96}" dt="2023-08-07T05:54:45.672" v="23662"/>
        <pc:sldMkLst>
          <pc:docMk/>
          <pc:sldMk cId="4032602486" sldId="974"/>
        </pc:sldMkLst>
      </pc:sldChg>
      <pc:sldChg chg="addSp delSp modSp add mod ord">
        <pc:chgData name="배찬우" userId="b2046f91-9b50-46e2-8d8b-540cfbd06cbd" providerId="ADAL" clId="{535FE6E2-4E84-4B52-B8E4-AF717FFC4D96}" dt="2023-08-07T05:54:11.949" v="23658"/>
        <pc:sldMkLst>
          <pc:docMk/>
          <pc:sldMk cId="3380032705" sldId="975"/>
        </pc:sldMkLst>
      </pc:sldChg>
      <pc:sldChg chg="new del">
        <pc:chgData name="배찬우" userId="b2046f91-9b50-46e2-8d8b-540cfbd06cbd" providerId="ADAL" clId="{535FE6E2-4E84-4B52-B8E4-AF717FFC4D96}" dt="2023-08-01T00:25:19.181" v="4047" actId="680"/>
        <pc:sldMkLst>
          <pc:docMk/>
          <pc:sldMk cId="1858869684" sldId="976"/>
        </pc:sldMkLst>
      </pc:sldChg>
      <pc:sldChg chg="addSp delSp modSp add mod">
        <pc:chgData name="배찬우" userId="b2046f91-9b50-46e2-8d8b-540cfbd06cbd" providerId="ADAL" clId="{535FE6E2-4E84-4B52-B8E4-AF717FFC4D96}" dt="2023-08-16T04:14:17.537" v="27688" actId="20577"/>
        <pc:sldMkLst>
          <pc:docMk/>
          <pc:sldMk cId="2648866678" sldId="976"/>
        </pc:sldMkLst>
      </pc:sldChg>
      <pc:sldChg chg="modSp new del mod">
        <pc:chgData name="배찬우" userId="b2046f91-9b50-46e2-8d8b-540cfbd06cbd" providerId="ADAL" clId="{535FE6E2-4E84-4B52-B8E4-AF717FFC4D96}" dt="2023-08-01T01:28:46.025" v="4541" actId="47"/>
        <pc:sldMkLst>
          <pc:docMk/>
          <pc:sldMk cId="3442847969" sldId="977"/>
        </pc:sldMkLst>
      </pc:sldChg>
      <pc:sldChg chg="addSp modSp new mod ord">
        <pc:chgData name="배찬우" userId="b2046f91-9b50-46e2-8d8b-540cfbd06cbd" providerId="ADAL" clId="{535FE6E2-4E84-4B52-B8E4-AF717FFC4D96}" dt="2023-08-16T04:13:57.252" v="27661" actId="20577"/>
        <pc:sldMkLst>
          <pc:docMk/>
          <pc:sldMk cId="3708430808" sldId="977"/>
        </pc:sldMkLst>
      </pc:sldChg>
      <pc:sldChg chg="addSp delSp modSp add mod">
        <pc:chgData name="배찬우" userId="b2046f91-9b50-46e2-8d8b-540cfbd06cbd" providerId="ADAL" clId="{535FE6E2-4E84-4B52-B8E4-AF717FFC4D96}" dt="2023-08-01T02:01:20.109" v="4938"/>
        <pc:sldMkLst>
          <pc:docMk/>
          <pc:sldMk cId="3209315924" sldId="978"/>
        </pc:sldMkLst>
      </pc:sldChg>
      <pc:sldChg chg="modSp add mod ord">
        <pc:chgData name="배찬우" userId="b2046f91-9b50-46e2-8d8b-540cfbd06cbd" providerId="ADAL" clId="{535FE6E2-4E84-4B52-B8E4-AF717FFC4D96}" dt="2023-08-17T02:50:55.291" v="36716"/>
        <pc:sldMkLst>
          <pc:docMk/>
          <pc:sldMk cId="1969546199" sldId="979"/>
        </pc:sldMkLst>
      </pc:sldChg>
      <pc:sldChg chg="modSp add mod ord">
        <pc:chgData name="배찬우" userId="b2046f91-9b50-46e2-8d8b-540cfbd06cbd" providerId="ADAL" clId="{535FE6E2-4E84-4B52-B8E4-AF717FFC4D96}" dt="2023-08-07T06:45:51.874" v="24789"/>
        <pc:sldMkLst>
          <pc:docMk/>
          <pc:sldMk cId="2418874033" sldId="980"/>
        </pc:sldMkLst>
      </pc:sldChg>
      <pc:sldChg chg="modSp add mod ord">
        <pc:chgData name="배찬우" userId="b2046f91-9b50-46e2-8d8b-540cfbd06cbd" providerId="ADAL" clId="{535FE6E2-4E84-4B52-B8E4-AF717FFC4D96}" dt="2023-08-07T06:45:51.874" v="24789"/>
        <pc:sldMkLst>
          <pc:docMk/>
          <pc:sldMk cId="2918267510" sldId="981"/>
        </pc:sldMkLst>
      </pc:sldChg>
      <pc:sldChg chg="add del ord">
        <pc:chgData name="배찬우" userId="b2046f91-9b50-46e2-8d8b-540cfbd06cbd" providerId="ADAL" clId="{535FE6E2-4E84-4B52-B8E4-AF717FFC4D96}" dt="2023-08-01T04:04:56.573" v="5844" actId="47"/>
        <pc:sldMkLst>
          <pc:docMk/>
          <pc:sldMk cId="241542920" sldId="982"/>
        </pc:sldMkLst>
      </pc:sldChg>
      <pc:sldChg chg="modSp add mod ord">
        <pc:chgData name="배찬우" userId="b2046f91-9b50-46e2-8d8b-540cfbd06cbd" providerId="ADAL" clId="{535FE6E2-4E84-4B52-B8E4-AF717FFC4D96}" dt="2023-08-07T06:45:19.802" v="24786"/>
        <pc:sldMkLst>
          <pc:docMk/>
          <pc:sldMk cId="2783751731" sldId="983"/>
        </pc:sldMkLst>
      </pc:sldChg>
      <pc:sldChg chg="modSp add mod ord">
        <pc:chgData name="배찬우" userId="b2046f91-9b50-46e2-8d8b-540cfbd06cbd" providerId="ADAL" clId="{535FE6E2-4E84-4B52-B8E4-AF717FFC4D96}" dt="2023-08-07T06:45:51.874" v="24789"/>
        <pc:sldMkLst>
          <pc:docMk/>
          <pc:sldMk cId="1968782933" sldId="984"/>
        </pc:sldMkLst>
      </pc:sldChg>
      <pc:sldChg chg="addSp delSp modSp add mod ord">
        <pc:chgData name="배찬우" userId="b2046f91-9b50-46e2-8d8b-540cfbd06cbd" providerId="ADAL" clId="{535FE6E2-4E84-4B52-B8E4-AF717FFC4D96}" dt="2023-08-07T06:44:32.174" v="24777"/>
        <pc:sldMkLst>
          <pc:docMk/>
          <pc:sldMk cId="1165448122" sldId="985"/>
        </pc:sldMkLst>
      </pc:sldChg>
      <pc:sldChg chg="addSp delSp modSp add mod ord">
        <pc:chgData name="배찬우" userId="b2046f91-9b50-46e2-8d8b-540cfbd06cbd" providerId="ADAL" clId="{535FE6E2-4E84-4B52-B8E4-AF717FFC4D96}" dt="2023-08-07T06:44:12.980" v="24775"/>
        <pc:sldMkLst>
          <pc:docMk/>
          <pc:sldMk cId="2502882120" sldId="986"/>
        </pc:sldMkLst>
      </pc:sldChg>
      <pc:sldChg chg="modSp add del mod ord">
        <pc:chgData name="배찬우" userId="b2046f91-9b50-46e2-8d8b-540cfbd06cbd" providerId="ADAL" clId="{535FE6E2-4E84-4B52-B8E4-AF717FFC4D96}" dt="2023-08-07T08:56:30.865" v="26543" actId="2696"/>
        <pc:sldMkLst>
          <pc:docMk/>
          <pc:sldMk cId="1663229233" sldId="987"/>
        </pc:sldMkLst>
      </pc:sldChg>
      <pc:sldChg chg="modSp add mod">
        <pc:chgData name="배찬우" userId="b2046f91-9b50-46e2-8d8b-540cfbd06cbd" providerId="ADAL" clId="{535FE6E2-4E84-4B52-B8E4-AF717FFC4D96}" dt="2023-08-17T01:33:29.576" v="33845" actId="20577"/>
        <pc:sldMkLst>
          <pc:docMk/>
          <pc:sldMk cId="3229375990" sldId="987"/>
        </pc:sldMkLst>
      </pc:sldChg>
      <pc:sldChg chg="addSp delSp modSp add mod ord">
        <pc:chgData name="배찬우" userId="b2046f91-9b50-46e2-8d8b-540cfbd06cbd" providerId="ADAL" clId="{535FE6E2-4E84-4B52-B8E4-AF717FFC4D96}" dt="2023-08-17T03:58:41.297" v="38154" actId="20577"/>
        <pc:sldMkLst>
          <pc:docMk/>
          <pc:sldMk cId="2149129131" sldId="988"/>
        </pc:sldMkLst>
      </pc:sldChg>
      <pc:sldChg chg="addSp modSp add mod ord">
        <pc:chgData name="배찬우" userId="b2046f91-9b50-46e2-8d8b-540cfbd06cbd" providerId="ADAL" clId="{535FE6E2-4E84-4B52-B8E4-AF717FFC4D96}" dt="2023-08-17T04:00:56.931" v="38156" actId="20577"/>
        <pc:sldMkLst>
          <pc:docMk/>
          <pc:sldMk cId="1839206509" sldId="989"/>
        </pc:sldMkLst>
      </pc:sldChg>
      <pc:sldChg chg="addSp modSp add mod ord">
        <pc:chgData name="배찬우" userId="b2046f91-9b50-46e2-8d8b-540cfbd06cbd" providerId="ADAL" clId="{535FE6E2-4E84-4B52-B8E4-AF717FFC4D96}" dt="2023-08-07T06:44:55.623" v="24781"/>
        <pc:sldMkLst>
          <pc:docMk/>
          <pc:sldMk cId="1026887772" sldId="990"/>
        </pc:sldMkLst>
      </pc:sldChg>
      <pc:sldChg chg="addSp modSp add mod ord">
        <pc:chgData name="배찬우" userId="b2046f91-9b50-46e2-8d8b-540cfbd06cbd" providerId="ADAL" clId="{535FE6E2-4E84-4B52-B8E4-AF717FFC4D96}" dt="2023-08-07T06:44:55.623" v="24781"/>
        <pc:sldMkLst>
          <pc:docMk/>
          <pc:sldMk cId="3852400683" sldId="991"/>
        </pc:sldMkLst>
      </pc:sldChg>
      <pc:sldChg chg="addSp delSp modSp add mod ord">
        <pc:chgData name="배찬우" userId="b2046f91-9b50-46e2-8d8b-540cfbd06cbd" providerId="ADAL" clId="{535FE6E2-4E84-4B52-B8E4-AF717FFC4D96}" dt="2023-08-17T01:36:02.349" v="34151" actId="478"/>
        <pc:sldMkLst>
          <pc:docMk/>
          <pc:sldMk cId="3838588858" sldId="992"/>
        </pc:sldMkLst>
      </pc:sldChg>
      <pc:sldChg chg="addSp modSp add mod ord">
        <pc:chgData name="배찬우" userId="b2046f91-9b50-46e2-8d8b-540cfbd06cbd" providerId="ADAL" clId="{535FE6E2-4E84-4B52-B8E4-AF717FFC4D96}" dt="2023-08-16T11:23:05.446" v="30495"/>
        <pc:sldMkLst>
          <pc:docMk/>
          <pc:sldMk cId="3814633304" sldId="993"/>
        </pc:sldMkLst>
      </pc:sldChg>
      <pc:sldChg chg="addSp modSp add mod ord modClrScheme chgLayout">
        <pc:chgData name="배찬우" userId="b2046f91-9b50-46e2-8d8b-540cfbd06cbd" providerId="ADAL" clId="{535FE6E2-4E84-4B52-B8E4-AF717FFC4D96}" dt="2023-08-17T01:42:34.927" v="34246"/>
        <pc:sldMkLst>
          <pc:docMk/>
          <pc:sldMk cId="3049135104" sldId="994"/>
        </pc:sldMkLst>
      </pc:sldChg>
      <pc:sldChg chg="addSp modSp add mod ord">
        <pc:chgData name="배찬우" userId="b2046f91-9b50-46e2-8d8b-540cfbd06cbd" providerId="ADAL" clId="{535FE6E2-4E84-4B52-B8E4-AF717FFC4D96}" dt="2023-08-17T05:30:59.599" v="38459" actId="20577"/>
        <pc:sldMkLst>
          <pc:docMk/>
          <pc:sldMk cId="544885023" sldId="995"/>
        </pc:sldMkLst>
      </pc:sldChg>
      <pc:sldChg chg="addSp delSp modSp add mod ord">
        <pc:chgData name="배찬우" userId="b2046f91-9b50-46e2-8d8b-540cfbd06cbd" providerId="ADAL" clId="{535FE6E2-4E84-4B52-B8E4-AF717FFC4D96}" dt="2023-08-16T11:29:12.083" v="30701" actId="20577"/>
        <pc:sldMkLst>
          <pc:docMk/>
          <pc:sldMk cId="1322453761" sldId="996"/>
        </pc:sldMkLst>
      </pc:sldChg>
      <pc:sldChg chg="addSp modSp add mod ord">
        <pc:chgData name="배찬우" userId="b2046f91-9b50-46e2-8d8b-540cfbd06cbd" providerId="ADAL" clId="{535FE6E2-4E84-4B52-B8E4-AF717FFC4D96}" dt="2023-08-16T11:29:34.213" v="30757" actId="20577"/>
        <pc:sldMkLst>
          <pc:docMk/>
          <pc:sldMk cId="2113591325" sldId="997"/>
        </pc:sldMkLst>
      </pc:sldChg>
      <pc:sldChg chg="addSp modSp add mod ord">
        <pc:chgData name="배찬우" userId="b2046f91-9b50-46e2-8d8b-540cfbd06cbd" providerId="ADAL" clId="{535FE6E2-4E84-4B52-B8E4-AF717FFC4D96}" dt="2023-08-16T11:32:43.017" v="30820"/>
        <pc:sldMkLst>
          <pc:docMk/>
          <pc:sldMk cId="964958672" sldId="998"/>
        </pc:sldMkLst>
      </pc:sldChg>
      <pc:sldChg chg="addSp delSp modSp add mod ord">
        <pc:chgData name="배찬우" userId="b2046f91-9b50-46e2-8d8b-540cfbd06cbd" providerId="ADAL" clId="{535FE6E2-4E84-4B52-B8E4-AF717FFC4D96}" dt="2023-08-16T11:33:14.535" v="30878" actId="20577"/>
        <pc:sldMkLst>
          <pc:docMk/>
          <pc:sldMk cId="2132857006" sldId="999"/>
        </pc:sldMkLst>
      </pc:sldChg>
      <pc:sldChg chg="addSp modSp add mod ord">
        <pc:chgData name="배찬우" userId="b2046f91-9b50-46e2-8d8b-540cfbd06cbd" providerId="ADAL" clId="{535FE6E2-4E84-4B52-B8E4-AF717FFC4D96}" dt="2023-08-16T11:40:08.459" v="30969"/>
        <pc:sldMkLst>
          <pc:docMk/>
          <pc:sldMk cId="3764681914" sldId="1000"/>
        </pc:sldMkLst>
      </pc:sldChg>
      <pc:sldChg chg="addSp delSp modSp add del mod ord">
        <pc:chgData name="배찬우" userId="b2046f91-9b50-46e2-8d8b-540cfbd06cbd" providerId="ADAL" clId="{535FE6E2-4E84-4B52-B8E4-AF717FFC4D96}" dt="2023-08-16T11:39:29.050" v="30964"/>
        <pc:sldMkLst>
          <pc:docMk/>
          <pc:sldMk cId="2275801209" sldId="1001"/>
        </pc:sldMkLst>
      </pc:sldChg>
      <pc:sldChg chg="modSp add mod">
        <pc:chgData name="배찬우" userId="b2046f91-9b50-46e2-8d8b-540cfbd06cbd" providerId="ADAL" clId="{535FE6E2-4E84-4B52-B8E4-AF717FFC4D96}" dt="2023-08-16T07:35:08.451" v="30124"/>
        <pc:sldMkLst>
          <pc:docMk/>
          <pc:sldMk cId="3509175324" sldId="1001"/>
        </pc:sldMkLst>
      </pc:sldChg>
      <pc:sldChg chg="add ord">
        <pc:chgData name="배찬우" userId="b2046f91-9b50-46e2-8d8b-540cfbd06cbd" providerId="ADAL" clId="{535FE6E2-4E84-4B52-B8E4-AF717FFC4D96}" dt="2023-08-07T06:44:55.623" v="24781"/>
        <pc:sldMkLst>
          <pc:docMk/>
          <pc:sldMk cId="2349822404" sldId="1002"/>
        </pc:sldMkLst>
      </pc:sldChg>
      <pc:sldChg chg="add ord">
        <pc:chgData name="배찬우" userId="b2046f91-9b50-46e2-8d8b-540cfbd06cbd" providerId="ADAL" clId="{535FE6E2-4E84-4B52-B8E4-AF717FFC4D96}" dt="2023-08-07T06:44:55.623" v="24781"/>
        <pc:sldMkLst>
          <pc:docMk/>
          <pc:sldMk cId="1921551518" sldId="1003"/>
        </pc:sldMkLst>
      </pc:sldChg>
      <pc:sldChg chg="add ord">
        <pc:chgData name="배찬우" userId="b2046f91-9b50-46e2-8d8b-540cfbd06cbd" providerId="ADAL" clId="{535FE6E2-4E84-4B52-B8E4-AF717FFC4D96}" dt="2023-08-07T06:44:55.623" v="24781"/>
        <pc:sldMkLst>
          <pc:docMk/>
          <pc:sldMk cId="3083788665" sldId="1004"/>
        </pc:sldMkLst>
      </pc:sldChg>
      <pc:sldChg chg="add ord">
        <pc:chgData name="배찬우" userId="b2046f91-9b50-46e2-8d8b-540cfbd06cbd" providerId="ADAL" clId="{535FE6E2-4E84-4B52-B8E4-AF717FFC4D96}" dt="2023-08-07T06:44:55.623" v="24781"/>
        <pc:sldMkLst>
          <pc:docMk/>
          <pc:sldMk cId="3046503369" sldId="1005"/>
        </pc:sldMkLst>
      </pc:sldChg>
      <pc:sldChg chg="add ord">
        <pc:chgData name="배찬우" userId="b2046f91-9b50-46e2-8d8b-540cfbd06cbd" providerId="ADAL" clId="{535FE6E2-4E84-4B52-B8E4-AF717FFC4D96}" dt="2023-08-07T06:44:55.623" v="24781"/>
        <pc:sldMkLst>
          <pc:docMk/>
          <pc:sldMk cId="1042934629" sldId="1006"/>
        </pc:sldMkLst>
      </pc:sldChg>
      <pc:sldChg chg="add ord">
        <pc:chgData name="배찬우" userId="b2046f91-9b50-46e2-8d8b-540cfbd06cbd" providerId="ADAL" clId="{535FE6E2-4E84-4B52-B8E4-AF717FFC4D96}" dt="2023-08-07T06:44:55.623" v="24781"/>
        <pc:sldMkLst>
          <pc:docMk/>
          <pc:sldMk cId="4064616989" sldId="1007"/>
        </pc:sldMkLst>
      </pc:sldChg>
      <pc:sldChg chg="add ord">
        <pc:chgData name="배찬우" userId="b2046f91-9b50-46e2-8d8b-540cfbd06cbd" providerId="ADAL" clId="{535FE6E2-4E84-4B52-B8E4-AF717FFC4D96}" dt="2023-08-07T06:44:55.623" v="24781"/>
        <pc:sldMkLst>
          <pc:docMk/>
          <pc:sldMk cId="3677596941" sldId="1008"/>
        </pc:sldMkLst>
      </pc:sldChg>
      <pc:sldChg chg="add ord">
        <pc:chgData name="배찬우" userId="b2046f91-9b50-46e2-8d8b-540cfbd06cbd" providerId="ADAL" clId="{535FE6E2-4E84-4B52-B8E4-AF717FFC4D96}" dt="2023-08-07T06:44:55.623" v="24781"/>
        <pc:sldMkLst>
          <pc:docMk/>
          <pc:sldMk cId="2597096192" sldId="1009"/>
        </pc:sldMkLst>
      </pc:sldChg>
      <pc:sldChg chg="add ord">
        <pc:chgData name="배찬우" userId="b2046f91-9b50-46e2-8d8b-540cfbd06cbd" providerId="ADAL" clId="{535FE6E2-4E84-4B52-B8E4-AF717FFC4D96}" dt="2023-08-07T06:44:55.623" v="24781"/>
        <pc:sldMkLst>
          <pc:docMk/>
          <pc:sldMk cId="3584400452" sldId="1010"/>
        </pc:sldMkLst>
      </pc:sldChg>
      <pc:sldChg chg="add ord">
        <pc:chgData name="배찬우" userId="b2046f91-9b50-46e2-8d8b-540cfbd06cbd" providerId="ADAL" clId="{535FE6E2-4E84-4B52-B8E4-AF717FFC4D96}" dt="2023-08-07T06:44:55.623" v="24781"/>
        <pc:sldMkLst>
          <pc:docMk/>
          <pc:sldMk cId="2209292306" sldId="1011"/>
        </pc:sldMkLst>
      </pc:sldChg>
      <pc:sldChg chg="addSp delSp modSp add mod ord">
        <pc:chgData name="배찬우" userId="b2046f91-9b50-46e2-8d8b-540cfbd06cbd" providerId="ADAL" clId="{535FE6E2-4E84-4B52-B8E4-AF717FFC4D96}" dt="2023-08-16T11:42:09.663" v="30976" actId="20577"/>
        <pc:sldMkLst>
          <pc:docMk/>
          <pc:sldMk cId="4122570816" sldId="1012"/>
        </pc:sldMkLst>
      </pc:sldChg>
      <pc:sldChg chg="add ord">
        <pc:chgData name="배찬우" userId="b2046f91-9b50-46e2-8d8b-540cfbd06cbd" providerId="ADAL" clId="{535FE6E2-4E84-4B52-B8E4-AF717FFC4D96}" dt="2023-08-07T06:44:55.623" v="24781"/>
        <pc:sldMkLst>
          <pc:docMk/>
          <pc:sldMk cId="1995202415" sldId="1013"/>
        </pc:sldMkLst>
      </pc:sldChg>
      <pc:sldChg chg="add ord">
        <pc:chgData name="배찬우" userId="b2046f91-9b50-46e2-8d8b-540cfbd06cbd" providerId="ADAL" clId="{535FE6E2-4E84-4B52-B8E4-AF717FFC4D96}" dt="2023-08-07T06:44:55.623" v="24781"/>
        <pc:sldMkLst>
          <pc:docMk/>
          <pc:sldMk cId="1293673463" sldId="1014"/>
        </pc:sldMkLst>
      </pc:sldChg>
      <pc:sldChg chg="add ord">
        <pc:chgData name="배찬우" userId="b2046f91-9b50-46e2-8d8b-540cfbd06cbd" providerId="ADAL" clId="{535FE6E2-4E84-4B52-B8E4-AF717FFC4D96}" dt="2023-08-07T06:44:55.623" v="24781"/>
        <pc:sldMkLst>
          <pc:docMk/>
          <pc:sldMk cId="828346065" sldId="1015"/>
        </pc:sldMkLst>
      </pc:sldChg>
      <pc:sldChg chg="add ord">
        <pc:chgData name="배찬우" userId="b2046f91-9b50-46e2-8d8b-540cfbd06cbd" providerId="ADAL" clId="{535FE6E2-4E84-4B52-B8E4-AF717FFC4D96}" dt="2023-08-07T06:44:55.623" v="24781"/>
        <pc:sldMkLst>
          <pc:docMk/>
          <pc:sldMk cId="1251220278" sldId="1016"/>
        </pc:sldMkLst>
      </pc:sldChg>
      <pc:sldChg chg="add ord">
        <pc:chgData name="배찬우" userId="b2046f91-9b50-46e2-8d8b-540cfbd06cbd" providerId="ADAL" clId="{535FE6E2-4E84-4B52-B8E4-AF717FFC4D96}" dt="2023-08-07T06:44:55.623" v="24781"/>
        <pc:sldMkLst>
          <pc:docMk/>
          <pc:sldMk cId="2396374564" sldId="1017"/>
        </pc:sldMkLst>
      </pc:sldChg>
      <pc:sldChg chg="add ord">
        <pc:chgData name="배찬우" userId="b2046f91-9b50-46e2-8d8b-540cfbd06cbd" providerId="ADAL" clId="{535FE6E2-4E84-4B52-B8E4-AF717FFC4D96}" dt="2023-08-07T06:44:55.623" v="24781"/>
        <pc:sldMkLst>
          <pc:docMk/>
          <pc:sldMk cId="564814420" sldId="1018"/>
        </pc:sldMkLst>
      </pc:sldChg>
      <pc:sldChg chg="addSp delSp modSp add mod ord">
        <pc:chgData name="배찬우" userId="b2046f91-9b50-46e2-8d8b-540cfbd06cbd" providerId="ADAL" clId="{535FE6E2-4E84-4B52-B8E4-AF717FFC4D96}" dt="2023-08-16T11:21:27.525" v="30388"/>
        <pc:sldMkLst>
          <pc:docMk/>
          <pc:sldMk cId="1278024095" sldId="1019"/>
        </pc:sldMkLst>
      </pc:sldChg>
      <pc:sldChg chg="add ord">
        <pc:chgData name="배찬우" userId="b2046f91-9b50-46e2-8d8b-540cfbd06cbd" providerId="ADAL" clId="{535FE6E2-4E84-4B52-B8E4-AF717FFC4D96}" dt="2023-08-07T05:31:48.111" v="23199"/>
        <pc:sldMkLst>
          <pc:docMk/>
          <pc:sldMk cId="2533689349" sldId="1020"/>
        </pc:sldMkLst>
      </pc:sldChg>
      <pc:sldChg chg="modSp add mod ord">
        <pc:chgData name="배찬우" userId="b2046f91-9b50-46e2-8d8b-540cfbd06cbd" providerId="ADAL" clId="{535FE6E2-4E84-4B52-B8E4-AF717FFC4D96}" dt="2023-08-07T05:31:48.111" v="23199"/>
        <pc:sldMkLst>
          <pc:docMk/>
          <pc:sldMk cId="2898264280" sldId="1021"/>
        </pc:sldMkLst>
      </pc:sldChg>
      <pc:sldChg chg="addSp delSp modSp add mod ord">
        <pc:chgData name="배찬우" userId="b2046f91-9b50-46e2-8d8b-540cfbd06cbd" providerId="ADAL" clId="{535FE6E2-4E84-4B52-B8E4-AF717FFC4D96}" dt="2023-08-07T05:31:48.111" v="23199"/>
        <pc:sldMkLst>
          <pc:docMk/>
          <pc:sldMk cId="3841982204" sldId="1022"/>
        </pc:sldMkLst>
      </pc:sldChg>
      <pc:sldChg chg="addSp delSp modSp add mod ord modClrScheme modShow chgLayout">
        <pc:chgData name="배찬우" userId="b2046f91-9b50-46e2-8d8b-540cfbd06cbd" providerId="ADAL" clId="{535FE6E2-4E84-4B52-B8E4-AF717FFC4D96}" dt="2023-08-17T02:45:36.652" v="36676" actId="729"/>
        <pc:sldMkLst>
          <pc:docMk/>
          <pc:sldMk cId="3019235443" sldId="1023"/>
        </pc:sldMkLst>
      </pc:sldChg>
      <pc:sldChg chg="modSp add mod ord">
        <pc:chgData name="배찬우" userId="b2046f91-9b50-46e2-8d8b-540cfbd06cbd" providerId="ADAL" clId="{535FE6E2-4E84-4B52-B8E4-AF717FFC4D96}" dt="2023-08-07T06:46:17.039" v="24793"/>
        <pc:sldMkLst>
          <pc:docMk/>
          <pc:sldMk cId="3911252390" sldId="1024"/>
        </pc:sldMkLst>
      </pc:sldChg>
      <pc:sldChg chg="addSp delSp modSp add mod ord">
        <pc:chgData name="배찬우" userId="b2046f91-9b50-46e2-8d8b-540cfbd06cbd" providerId="ADAL" clId="{535FE6E2-4E84-4B52-B8E4-AF717FFC4D96}" dt="2023-08-04T07:27:08.659" v="18055"/>
        <pc:sldMkLst>
          <pc:docMk/>
          <pc:sldMk cId="746006926" sldId="1025"/>
        </pc:sldMkLst>
      </pc:sldChg>
      <pc:sldChg chg="addSp delSp modSp new mod ord">
        <pc:chgData name="배찬우" userId="b2046f91-9b50-46e2-8d8b-540cfbd06cbd" providerId="ADAL" clId="{535FE6E2-4E84-4B52-B8E4-AF717FFC4D96}" dt="2023-08-04T07:27:08.659" v="18055"/>
        <pc:sldMkLst>
          <pc:docMk/>
          <pc:sldMk cId="424461163" sldId="1026"/>
        </pc:sldMkLst>
      </pc:sldChg>
      <pc:sldChg chg="addSp modSp new mod ord addCm">
        <pc:chgData name="배찬우" userId="b2046f91-9b50-46e2-8d8b-540cfbd06cbd" providerId="ADAL" clId="{535FE6E2-4E84-4B52-B8E4-AF717FFC4D96}" dt="2023-08-17T01:55:43.525" v="34923"/>
        <pc:sldMkLst>
          <pc:docMk/>
          <pc:sldMk cId="267303101" sldId="102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배찬우" userId="b2046f91-9b50-46e2-8d8b-540cfbd06cbd" providerId="ADAL" clId="{535FE6E2-4E84-4B52-B8E4-AF717FFC4D96}" dt="2023-08-17T01:55:43.525" v="34923"/>
              <pc2:cmMkLst xmlns:pc2="http://schemas.microsoft.com/office/powerpoint/2019/9/main/command">
                <pc:docMk/>
                <pc:sldMk cId="267303101" sldId="1027"/>
                <pc2:cmMk id="{0D6DC6C1-9E92-44D5-B78D-5283FE82A816}"/>
              </pc2:cmMkLst>
            </pc226:cmChg>
          </p:ext>
        </pc:extLst>
      </pc:sldChg>
      <pc:sldChg chg="modSp add mod ord">
        <pc:chgData name="배찬우" userId="b2046f91-9b50-46e2-8d8b-540cfbd06cbd" providerId="ADAL" clId="{535FE6E2-4E84-4B52-B8E4-AF717FFC4D96}" dt="2023-08-04T07:27:08.659" v="18055"/>
        <pc:sldMkLst>
          <pc:docMk/>
          <pc:sldMk cId="588366973" sldId="1028"/>
        </pc:sldMkLst>
      </pc:sldChg>
      <pc:sldChg chg="addSp modSp new mod ord">
        <pc:chgData name="배찬우" userId="b2046f91-9b50-46e2-8d8b-540cfbd06cbd" providerId="ADAL" clId="{535FE6E2-4E84-4B52-B8E4-AF717FFC4D96}" dt="2023-08-04T07:27:08.659" v="18055"/>
        <pc:sldMkLst>
          <pc:docMk/>
          <pc:sldMk cId="278482609" sldId="1029"/>
        </pc:sldMkLst>
      </pc:sldChg>
      <pc:sldChg chg="addSp delSp modSp add mod ord modShow">
        <pc:chgData name="배찬우" userId="b2046f91-9b50-46e2-8d8b-540cfbd06cbd" providerId="ADAL" clId="{535FE6E2-4E84-4B52-B8E4-AF717FFC4D96}" dt="2023-08-17T01:58:59.147" v="35297" actId="729"/>
        <pc:sldMkLst>
          <pc:docMk/>
          <pc:sldMk cId="2544449175" sldId="1030"/>
        </pc:sldMkLst>
      </pc:sldChg>
      <pc:sldChg chg="addSp delSp modSp add mod ord">
        <pc:chgData name="배찬우" userId="b2046f91-9b50-46e2-8d8b-540cfbd06cbd" providerId="ADAL" clId="{535FE6E2-4E84-4B52-B8E4-AF717FFC4D96}" dt="2023-08-07T05:31:48.111" v="23199"/>
        <pc:sldMkLst>
          <pc:docMk/>
          <pc:sldMk cId="2835859870" sldId="1031"/>
        </pc:sldMkLst>
      </pc:sldChg>
      <pc:sldChg chg="modSp add mod ord">
        <pc:chgData name="배찬우" userId="b2046f91-9b50-46e2-8d8b-540cfbd06cbd" providerId="ADAL" clId="{535FE6E2-4E84-4B52-B8E4-AF717FFC4D96}" dt="2023-08-17T02:13:02.516" v="35657"/>
        <pc:sldMkLst>
          <pc:docMk/>
          <pc:sldMk cId="2009646690" sldId="1032"/>
        </pc:sldMkLst>
      </pc:sldChg>
      <pc:sldChg chg="modSp add mod ord">
        <pc:chgData name="배찬우" userId="b2046f91-9b50-46e2-8d8b-540cfbd06cbd" providerId="ADAL" clId="{535FE6E2-4E84-4B52-B8E4-AF717FFC4D96}" dt="2023-08-07T05:31:48.111" v="23199"/>
        <pc:sldMkLst>
          <pc:docMk/>
          <pc:sldMk cId="416468239" sldId="1033"/>
        </pc:sldMkLst>
      </pc:sldChg>
      <pc:sldChg chg="addSp delSp modSp add mod ord">
        <pc:chgData name="배찬우" userId="b2046f91-9b50-46e2-8d8b-540cfbd06cbd" providerId="ADAL" clId="{535FE6E2-4E84-4B52-B8E4-AF717FFC4D96}" dt="2023-08-07T05:31:48.111" v="23199"/>
        <pc:sldMkLst>
          <pc:docMk/>
          <pc:sldMk cId="1448292275" sldId="1034"/>
        </pc:sldMkLst>
      </pc:sldChg>
      <pc:sldChg chg="addSp delSp modSp add del mod ord">
        <pc:chgData name="배찬우" userId="b2046f91-9b50-46e2-8d8b-540cfbd06cbd" providerId="ADAL" clId="{535FE6E2-4E84-4B52-B8E4-AF717FFC4D96}" dt="2023-08-17T02:13:31.996" v="35712" actId="1038"/>
        <pc:sldMkLst>
          <pc:docMk/>
          <pc:sldMk cId="68131727" sldId="1035"/>
        </pc:sldMkLst>
      </pc:sldChg>
      <pc:sldChg chg="modSp add mod ord">
        <pc:chgData name="배찬우" userId="b2046f91-9b50-46e2-8d8b-540cfbd06cbd" providerId="ADAL" clId="{535FE6E2-4E84-4B52-B8E4-AF717FFC4D96}" dt="2023-08-07T05:31:48.111" v="23199"/>
        <pc:sldMkLst>
          <pc:docMk/>
          <pc:sldMk cId="170382952" sldId="1036"/>
        </pc:sldMkLst>
      </pc:sldChg>
      <pc:sldChg chg="add del">
        <pc:chgData name="배찬우" userId="b2046f91-9b50-46e2-8d8b-540cfbd06cbd" providerId="ADAL" clId="{535FE6E2-4E84-4B52-B8E4-AF717FFC4D96}" dt="2023-08-04T06:16:42.439" v="15526"/>
        <pc:sldMkLst>
          <pc:docMk/>
          <pc:sldMk cId="1690422011" sldId="1036"/>
        </pc:sldMkLst>
      </pc:sldChg>
      <pc:sldChg chg="addSp delSp modSp add mod ord">
        <pc:chgData name="배찬우" userId="b2046f91-9b50-46e2-8d8b-540cfbd06cbd" providerId="ADAL" clId="{535FE6E2-4E84-4B52-B8E4-AF717FFC4D96}" dt="2023-08-17T02:18:06.771" v="35792" actId="20577"/>
        <pc:sldMkLst>
          <pc:docMk/>
          <pc:sldMk cId="1345149442" sldId="1037"/>
        </pc:sldMkLst>
      </pc:sldChg>
      <pc:sldChg chg="delSp modSp add mod ord">
        <pc:chgData name="배찬우" userId="b2046f91-9b50-46e2-8d8b-540cfbd06cbd" providerId="ADAL" clId="{535FE6E2-4E84-4B52-B8E4-AF717FFC4D96}" dt="2023-08-17T02:18:10.990" v="35794"/>
        <pc:sldMkLst>
          <pc:docMk/>
          <pc:sldMk cId="2435556346" sldId="1038"/>
        </pc:sldMkLst>
      </pc:sldChg>
      <pc:sldChg chg="addSp delSp modSp add mod ord">
        <pc:chgData name="배찬우" userId="b2046f91-9b50-46e2-8d8b-540cfbd06cbd" providerId="ADAL" clId="{535FE6E2-4E84-4B52-B8E4-AF717FFC4D96}" dt="2023-08-07T05:31:48.111" v="23199"/>
        <pc:sldMkLst>
          <pc:docMk/>
          <pc:sldMk cId="3625071791" sldId="1039"/>
        </pc:sldMkLst>
      </pc:sldChg>
      <pc:sldChg chg="delSp modSp add mod ord">
        <pc:chgData name="배찬우" userId="b2046f91-9b50-46e2-8d8b-540cfbd06cbd" providerId="ADAL" clId="{535FE6E2-4E84-4B52-B8E4-AF717FFC4D96}" dt="2023-08-17T02:20:39.043" v="35814" actId="20577"/>
        <pc:sldMkLst>
          <pc:docMk/>
          <pc:sldMk cId="16503242" sldId="1040"/>
        </pc:sldMkLst>
      </pc:sldChg>
      <pc:sldChg chg="modSp add mod ord">
        <pc:chgData name="배찬우" userId="b2046f91-9b50-46e2-8d8b-540cfbd06cbd" providerId="ADAL" clId="{535FE6E2-4E84-4B52-B8E4-AF717FFC4D96}" dt="2023-08-07T05:31:48.111" v="23199"/>
        <pc:sldMkLst>
          <pc:docMk/>
          <pc:sldMk cId="2389684458" sldId="1041"/>
        </pc:sldMkLst>
      </pc:sldChg>
      <pc:sldChg chg="modSp add mod ord">
        <pc:chgData name="배찬우" userId="b2046f91-9b50-46e2-8d8b-540cfbd06cbd" providerId="ADAL" clId="{535FE6E2-4E84-4B52-B8E4-AF717FFC4D96}" dt="2023-08-17T02:05:26.918" v="35372" actId="20577"/>
        <pc:sldMkLst>
          <pc:docMk/>
          <pc:sldMk cId="816238413" sldId="1042"/>
        </pc:sldMkLst>
      </pc:sldChg>
      <pc:sldChg chg="modSp add mod ord modClrScheme chgLayout">
        <pc:chgData name="배찬우" userId="b2046f91-9b50-46e2-8d8b-540cfbd06cbd" providerId="ADAL" clId="{535FE6E2-4E84-4B52-B8E4-AF717FFC4D96}" dt="2023-08-17T02:08:57.435" v="35427" actId="700"/>
        <pc:sldMkLst>
          <pc:docMk/>
          <pc:sldMk cId="489223260" sldId="1043"/>
        </pc:sldMkLst>
      </pc:sldChg>
      <pc:sldChg chg="addSp modSp new del mod">
        <pc:chgData name="배찬우" userId="b2046f91-9b50-46e2-8d8b-540cfbd06cbd" providerId="ADAL" clId="{535FE6E2-4E84-4B52-B8E4-AF717FFC4D96}" dt="2023-08-04T07:33:17.883" v="18197" actId="47"/>
        <pc:sldMkLst>
          <pc:docMk/>
          <pc:sldMk cId="481785123" sldId="1044"/>
        </pc:sldMkLst>
      </pc:sldChg>
      <pc:sldChg chg="addSp delSp modSp new mod ord">
        <pc:chgData name="배찬우" userId="b2046f91-9b50-46e2-8d8b-540cfbd06cbd" providerId="ADAL" clId="{535FE6E2-4E84-4B52-B8E4-AF717FFC4D96}" dt="2023-08-04T08:32:20.816" v="19117"/>
        <pc:sldMkLst>
          <pc:docMk/>
          <pc:sldMk cId="2799333231" sldId="1045"/>
        </pc:sldMkLst>
      </pc:sldChg>
      <pc:sldChg chg="modSp add mod">
        <pc:chgData name="배찬우" userId="b2046f91-9b50-46e2-8d8b-540cfbd06cbd" providerId="ADAL" clId="{535FE6E2-4E84-4B52-B8E4-AF717FFC4D96}" dt="2023-08-04T08:32:25.092" v="19118"/>
        <pc:sldMkLst>
          <pc:docMk/>
          <pc:sldMk cId="1061005003" sldId="1046"/>
        </pc:sldMkLst>
      </pc:sldChg>
      <pc:sldChg chg="modSp add mod">
        <pc:chgData name="배찬우" userId="b2046f91-9b50-46e2-8d8b-540cfbd06cbd" providerId="ADAL" clId="{535FE6E2-4E84-4B52-B8E4-AF717FFC4D96}" dt="2023-08-07T05:07:42.393" v="22599"/>
        <pc:sldMkLst>
          <pc:docMk/>
          <pc:sldMk cId="211771118" sldId="1047"/>
        </pc:sldMkLst>
      </pc:sldChg>
      <pc:sldChg chg="addSp delSp modSp add del mod">
        <pc:chgData name="배찬우" userId="b2046f91-9b50-46e2-8d8b-540cfbd06cbd" providerId="ADAL" clId="{535FE6E2-4E84-4B52-B8E4-AF717FFC4D96}" dt="2023-08-07T00:01:08.077" v="21529" actId="2696"/>
        <pc:sldMkLst>
          <pc:docMk/>
          <pc:sldMk cId="546653641" sldId="1047"/>
        </pc:sldMkLst>
      </pc:sldChg>
      <pc:sldChg chg="addSp delSp modSp add mod">
        <pc:chgData name="배찬우" userId="b2046f91-9b50-46e2-8d8b-540cfbd06cbd" providerId="ADAL" clId="{535FE6E2-4E84-4B52-B8E4-AF717FFC4D96}" dt="2023-08-04T09:54:25.342" v="20455"/>
        <pc:sldMkLst>
          <pc:docMk/>
          <pc:sldMk cId="2884369416" sldId="1048"/>
        </pc:sldMkLst>
      </pc:sldChg>
      <pc:sldChg chg="addSp delSp modSp add mod">
        <pc:chgData name="배찬우" userId="b2046f91-9b50-46e2-8d8b-540cfbd06cbd" providerId="ADAL" clId="{535FE6E2-4E84-4B52-B8E4-AF717FFC4D96}" dt="2023-08-04T09:54:22.042" v="20454"/>
        <pc:sldMkLst>
          <pc:docMk/>
          <pc:sldMk cId="2747088665" sldId="1049"/>
        </pc:sldMkLst>
      </pc:sldChg>
      <pc:sldChg chg="modSp add mod">
        <pc:chgData name="배찬우" userId="b2046f91-9b50-46e2-8d8b-540cfbd06cbd" providerId="ADAL" clId="{535FE6E2-4E84-4B52-B8E4-AF717FFC4D96}" dt="2023-08-04T08:40:46.231" v="19249" actId="1037"/>
        <pc:sldMkLst>
          <pc:docMk/>
          <pc:sldMk cId="1201388924" sldId="1050"/>
        </pc:sldMkLst>
      </pc:sldChg>
      <pc:sldChg chg="modSp add mod">
        <pc:chgData name="배찬우" userId="b2046f91-9b50-46e2-8d8b-540cfbd06cbd" providerId="ADAL" clId="{535FE6E2-4E84-4B52-B8E4-AF717FFC4D96}" dt="2023-08-17T01:40:29.273" v="34175"/>
        <pc:sldMkLst>
          <pc:docMk/>
          <pc:sldMk cId="712980440" sldId="1051"/>
        </pc:sldMkLst>
      </pc:sldChg>
      <pc:sldChg chg="modSp add del mod ord">
        <pc:chgData name="배찬우" userId="b2046f91-9b50-46e2-8d8b-540cfbd06cbd" providerId="ADAL" clId="{535FE6E2-4E84-4B52-B8E4-AF717FFC4D96}" dt="2023-08-07T00:01:08.077" v="21529" actId="2696"/>
        <pc:sldMkLst>
          <pc:docMk/>
          <pc:sldMk cId="2676998258" sldId="1051"/>
        </pc:sldMkLst>
      </pc:sldChg>
      <pc:sldChg chg="addSp delSp modSp add mod">
        <pc:chgData name="배찬우" userId="b2046f91-9b50-46e2-8d8b-540cfbd06cbd" providerId="ADAL" clId="{535FE6E2-4E84-4B52-B8E4-AF717FFC4D96}" dt="2023-08-04T09:58:20.785" v="20496" actId="20577"/>
        <pc:sldMkLst>
          <pc:docMk/>
          <pc:sldMk cId="2908034384" sldId="1052"/>
        </pc:sldMkLst>
      </pc:sldChg>
      <pc:sldChg chg="addSp delSp modSp add mod ord">
        <pc:chgData name="배찬우" userId="b2046f91-9b50-46e2-8d8b-540cfbd06cbd" providerId="ADAL" clId="{535FE6E2-4E84-4B52-B8E4-AF717FFC4D96}" dt="2023-08-17T03:18:56.506" v="36739"/>
        <pc:sldMkLst>
          <pc:docMk/>
          <pc:sldMk cId="956062364" sldId="1053"/>
        </pc:sldMkLst>
      </pc:sldChg>
      <pc:sldChg chg="addSp delSp modSp add mod">
        <pc:chgData name="배찬우" userId="b2046f91-9b50-46e2-8d8b-540cfbd06cbd" providerId="ADAL" clId="{535FE6E2-4E84-4B52-B8E4-AF717FFC4D96}" dt="2023-08-04T09:58:33.752" v="20497"/>
        <pc:sldMkLst>
          <pc:docMk/>
          <pc:sldMk cId="761136506" sldId="1054"/>
        </pc:sldMkLst>
      </pc:sldChg>
      <pc:sldChg chg="add del">
        <pc:chgData name="배찬우" userId="b2046f91-9b50-46e2-8d8b-540cfbd06cbd" providerId="ADAL" clId="{535FE6E2-4E84-4B52-B8E4-AF717FFC4D96}" dt="2023-08-04T09:52:21.840" v="20281"/>
        <pc:sldMkLst>
          <pc:docMk/>
          <pc:sldMk cId="2042022512" sldId="1055"/>
        </pc:sldMkLst>
      </pc:sldChg>
      <pc:sldChg chg="modSp add del mod">
        <pc:chgData name="배찬우" userId="b2046f91-9b50-46e2-8d8b-540cfbd06cbd" providerId="ADAL" clId="{535FE6E2-4E84-4B52-B8E4-AF717FFC4D96}" dt="2023-08-16T10:41:24.795" v="30256" actId="47"/>
        <pc:sldMkLst>
          <pc:docMk/>
          <pc:sldMk cId="2574372331" sldId="1055"/>
        </pc:sldMkLst>
      </pc:sldChg>
      <pc:sldChg chg="modSp add del mod">
        <pc:chgData name="배찬우" userId="b2046f91-9b50-46e2-8d8b-540cfbd06cbd" providerId="ADAL" clId="{535FE6E2-4E84-4B52-B8E4-AF717FFC4D96}" dt="2023-08-16T10:41:30.485" v="30257" actId="47"/>
        <pc:sldMkLst>
          <pc:docMk/>
          <pc:sldMk cId="709221028" sldId="1056"/>
        </pc:sldMkLst>
      </pc:sldChg>
      <pc:sldChg chg="addSp delSp modSp add mod ord">
        <pc:chgData name="배찬우" userId="b2046f91-9b50-46e2-8d8b-540cfbd06cbd" providerId="ADAL" clId="{535FE6E2-4E84-4B52-B8E4-AF717FFC4D96}" dt="2023-08-04T10:01:37.798" v="20637"/>
        <pc:sldMkLst>
          <pc:docMk/>
          <pc:sldMk cId="1221761265" sldId="1057"/>
        </pc:sldMkLst>
      </pc:sldChg>
      <pc:sldChg chg="add del ord">
        <pc:chgData name="배찬우" userId="b2046f91-9b50-46e2-8d8b-540cfbd06cbd" providerId="ADAL" clId="{535FE6E2-4E84-4B52-B8E4-AF717FFC4D96}" dt="2023-08-16T10:41:37.381" v="30258" actId="47"/>
        <pc:sldMkLst>
          <pc:docMk/>
          <pc:sldMk cId="3688903811" sldId="1058"/>
        </pc:sldMkLst>
      </pc:sldChg>
      <pc:sldChg chg="add del">
        <pc:chgData name="배찬우" userId="b2046f91-9b50-46e2-8d8b-540cfbd06cbd" providerId="ADAL" clId="{535FE6E2-4E84-4B52-B8E4-AF717FFC4D96}" dt="2023-08-04T10:00:12.548" v="20528"/>
        <pc:sldMkLst>
          <pc:docMk/>
          <pc:sldMk cId="2251724715" sldId="1059"/>
        </pc:sldMkLst>
      </pc:sldChg>
      <pc:sldChg chg="addSp modSp add mod">
        <pc:chgData name="배찬우" userId="b2046f91-9b50-46e2-8d8b-540cfbd06cbd" providerId="ADAL" clId="{535FE6E2-4E84-4B52-B8E4-AF717FFC4D96}" dt="2023-08-04T10:04:42.358" v="20897"/>
        <pc:sldMkLst>
          <pc:docMk/>
          <pc:sldMk cId="3017088224" sldId="1059"/>
        </pc:sldMkLst>
      </pc:sldChg>
      <pc:sldChg chg="addSp delSp modSp add mod ord">
        <pc:chgData name="배찬우" userId="b2046f91-9b50-46e2-8d8b-540cfbd06cbd" providerId="ADAL" clId="{535FE6E2-4E84-4B52-B8E4-AF717FFC4D96}" dt="2023-08-07T06:45:04.910" v="24783"/>
        <pc:sldMkLst>
          <pc:docMk/>
          <pc:sldMk cId="3181331783" sldId="1060"/>
        </pc:sldMkLst>
      </pc:sldChg>
      <pc:sldChg chg="addSp modSp new del mod">
        <pc:chgData name="배찬우" userId="b2046f91-9b50-46e2-8d8b-540cfbd06cbd" providerId="ADAL" clId="{535FE6E2-4E84-4B52-B8E4-AF717FFC4D96}" dt="2023-08-07T00:10:00.637" v="21859" actId="47"/>
        <pc:sldMkLst>
          <pc:docMk/>
          <pc:sldMk cId="3634621908" sldId="1061"/>
        </pc:sldMkLst>
      </pc:sldChg>
      <pc:sldChg chg="addSp delSp modSp add mod ord">
        <pc:chgData name="배찬우" userId="b2046f91-9b50-46e2-8d8b-540cfbd06cbd" providerId="ADAL" clId="{535FE6E2-4E84-4B52-B8E4-AF717FFC4D96}" dt="2023-08-07T06:45:04.910" v="24783"/>
        <pc:sldMkLst>
          <pc:docMk/>
          <pc:sldMk cId="3022660044" sldId="1062"/>
        </pc:sldMkLst>
      </pc:sldChg>
      <pc:sldChg chg="addSp modSp add mod ord">
        <pc:chgData name="배찬우" userId="b2046f91-9b50-46e2-8d8b-540cfbd06cbd" providerId="ADAL" clId="{535FE6E2-4E84-4B52-B8E4-AF717FFC4D96}" dt="2023-08-17T01:35:42.960" v="34150"/>
        <pc:sldMkLst>
          <pc:docMk/>
          <pc:sldMk cId="4221889547" sldId="1063"/>
        </pc:sldMkLst>
      </pc:sldChg>
      <pc:sldChg chg="addSp delSp modSp add mod ord">
        <pc:chgData name="배찬우" userId="b2046f91-9b50-46e2-8d8b-540cfbd06cbd" providerId="ADAL" clId="{535FE6E2-4E84-4B52-B8E4-AF717FFC4D96}" dt="2023-08-07T06:45:04.910" v="24783"/>
        <pc:sldMkLst>
          <pc:docMk/>
          <pc:sldMk cId="1737058873" sldId="1064"/>
        </pc:sldMkLst>
      </pc:sldChg>
      <pc:sldChg chg="addSp modSp add del">
        <pc:chgData name="배찬우" userId="b2046f91-9b50-46e2-8d8b-540cfbd06cbd" providerId="ADAL" clId="{535FE6E2-4E84-4B52-B8E4-AF717FFC4D96}" dt="2023-08-07T00:10:00.637" v="21859" actId="47"/>
        <pc:sldMkLst>
          <pc:docMk/>
          <pc:sldMk cId="415236153" sldId="1065"/>
        </pc:sldMkLst>
      </pc:sldChg>
      <pc:sldChg chg="addSp modSp add del mod">
        <pc:chgData name="배찬우" userId="b2046f91-9b50-46e2-8d8b-540cfbd06cbd" providerId="ADAL" clId="{535FE6E2-4E84-4B52-B8E4-AF717FFC4D96}" dt="2023-08-07T00:10:00.637" v="21859" actId="47"/>
        <pc:sldMkLst>
          <pc:docMk/>
          <pc:sldMk cId="741651499" sldId="1066"/>
        </pc:sldMkLst>
      </pc:sldChg>
      <pc:sldChg chg="add del">
        <pc:chgData name="배찬우" userId="b2046f91-9b50-46e2-8d8b-540cfbd06cbd" providerId="ADAL" clId="{535FE6E2-4E84-4B52-B8E4-AF717FFC4D96}" dt="2023-08-07T00:10:02.677" v="21860" actId="47"/>
        <pc:sldMkLst>
          <pc:docMk/>
          <pc:sldMk cId="1396822343" sldId="1067"/>
        </pc:sldMkLst>
      </pc:sldChg>
      <pc:sldChg chg="modSp add mod">
        <pc:chgData name="배찬우" userId="b2046f91-9b50-46e2-8d8b-540cfbd06cbd" providerId="ADAL" clId="{535FE6E2-4E84-4B52-B8E4-AF717FFC4D96}" dt="2023-08-16T06:27:45.473" v="29333"/>
        <pc:sldMkLst>
          <pc:docMk/>
          <pc:sldMk cId="1528146539" sldId="1068"/>
        </pc:sldMkLst>
      </pc:sldChg>
      <pc:sldChg chg="addSp delSp modSp new mod">
        <pc:chgData name="배찬우" userId="b2046f91-9b50-46e2-8d8b-540cfbd06cbd" providerId="ADAL" clId="{535FE6E2-4E84-4B52-B8E4-AF717FFC4D96}" dt="2023-08-07T05:26:35.984" v="23189" actId="14100"/>
        <pc:sldMkLst>
          <pc:docMk/>
          <pc:sldMk cId="1183984629" sldId="1069"/>
        </pc:sldMkLst>
      </pc:sldChg>
      <pc:sldChg chg="addSp delSp add del">
        <pc:chgData name="배찬우" userId="b2046f91-9b50-46e2-8d8b-540cfbd06cbd" providerId="ADAL" clId="{535FE6E2-4E84-4B52-B8E4-AF717FFC4D96}" dt="2023-08-07T05:31:15.614" v="23194" actId="47"/>
        <pc:sldMkLst>
          <pc:docMk/>
          <pc:sldMk cId="2734507173" sldId="1070"/>
        </pc:sldMkLst>
      </pc:sldChg>
      <pc:sldChg chg="addSp modSp new mod">
        <pc:chgData name="배찬우" userId="b2046f91-9b50-46e2-8d8b-540cfbd06cbd" providerId="ADAL" clId="{535FE6E2-4E84-4B52-B8E4-AF717FFC4D96}" dt="2023-08-07T05:33:00.272" v="23326" actId="1037"/>
        <pc:sldMkLst>
          <pc:docMk/>
          <pc:sldMk cId="2831710997" sldId="1070"/>
        </pc:sldMkLst>
      </pc:sldChg>
      <pc:sldChg chg="modSp add mod">
        <pc:chgData name="배찬우" userId="b2046f91-9b50-46e2-8d8b-540cfbd06cbd" providerId="ADAL" clId="{535FE6E2-4E84-4B52-B8E4-AF717FFC4D96}" dt="2023-08-07T05:33:41.914" v="23331"/>
        <pc:sldMkLst>
          <pc:docMk/>
          <pc:sldMk cId="2058457883" sldId="1071"/>
        </pc:sldMkLst>
      </pc:sldChg>
      <pc:sldChg chg="addSp delSp modSp add mod">
        <pc:chgData name="배찬우" userId="b2046f91-9b50-46e2-8d8b-540cfbd06cbd" providerId="ADAL" clId="{535FE6E2-4E84-4B52-B8E4-AF717FFC4D96}" dt="2023-08-07T05:55:30.735" v="23757" actId="20577"/>
        <pc:sldMkLst>
          <pc:docMk/>
          <pc:sldMk cId="2157878733" sldId="1072"/>
        </pc:sldMkLst>
      </pc:sldChg>
      <pc:sldChg chg="addSp delSp modSp add mod">
        <pc:chgData name="배찬우" userId="b2046f91-9b50-46e2-8d8b-540cfbd06cbd" providerId="ADAL" clId="{535FE6E2-4E84-4B52-B8E4-AF717FFC4D96}" dt="2023-08-07T05:57:50.028" v="23795"/>
        <pc:sldMkLst>
          <pc:docMk/>
          <pc:sldMk cId="1700986595" sldId="1073"/>
        </pc:sldMkLst>
      </pc:sldChg>
      <pc:sldChg chg="addSp delSp modSp add mod ord">
        <pc:chgData name="배찬우" userId="b2046f91-9b50-46e2-8d8b-540cfbd06cbd" providerId="ADAL" clId="{535FE6E2-4E84-4B52-B8E4-AF717FFC4D96}" dt="2023-08-07T06:11:40.490" v="24302"/>
        <pc:sldMkLst>
          <pc:docMk/>
          <pc:sldMk cId="2312595412" sldId="1074"/>
        </pc:sldMkLst>
      </pc:sldChg>
      <pc:sldChg chg="addSp delSp modSp add mod ord modShow">
        <pc:chgData name="배찬우" userId="b2046f91-9b50-46e2-8d8b-540cfbd06cbd" providerId="ADAL" clId="{535FE6E2-4E84-4B52-B8E4-AF717FFC4D96}" dt="2023-08-17T03:23:07.640" v="36740" actId="729"/>
        <pc:sldMkLst>
          <pc:docMk/>
          <pc:sldMk cId="839574439" sldId="1075"/>
        </pc:sldMkLst>
      </pc:sldChg>
      <pc:sldChg chg="add ord">
        <pc:chgData name="배찬우" userId="b2046f91-9b50-46e2-8d8b-540cfbd06cbd" providerId="ADAL" clId="{535FE6E2-4E84-4B52-B8E4-AF717FFC4D96}" dt="2023-08-07T06:45:51.874" v="24789"/>
        <pc:sldMkLst>
          <pc:docMk/>
          <pc:sldMk cId="1154006373" sldId="1076"/>
        </pc:sldMkLst>
      </pc:sldChg>
      <pc:sldChg chg="addSp delSp modSp add mod ord">
        <pc:chgData name="배찬우" userId="b2046f91-9b50-46e2-8d8b-540cfbd06cbd" providerId="ADAL" clId="{535FE6E2-4E84-4B52-B8E4-AF717FFC4D96}" dt="2023-08-07T06:45:51.874" v="24789"/>
        <pc:sldMkLst>
          <pc:docMk/>
          <pc:sldMk cId="111454033" sldId="1077"/>
        </pc:sldMkLst>
      </pc:sldChg>
      <pc:sldChg chg="addSp modSp new mod ord">
        <pc:chgData name="배찬우" userId="b2046f91-9b50-46e2-8d8b-540cfbd06cbd" providerId="ADAL" clId="{535FE6E2-4E84-4B52-B8E4-AF717FFC4D96}" dt="2023-08-07T06:45:51.874" v="24789"/>
        <pc:sldMkLst>
          <pc:docMk/>
          <pc:sldMk cId="3613785091" sldId="1078"/>
        </pc:sldMkLst>
      </pc:sldChg>
      <pc:sldChg chg="addSp delSp modSp add mod ord">
        <pc:chgData name="배찬우" userId="b2046f91-9b50-46e2-8d8b-540cfbd06cbd" providerId="ADAL" clId="{535FE6E2-4E84-4B52-B8E4-AF717FFC4D96}" dt="2023-08-07T06:45:51.874" v="24789"/>
        <pc:sldMkLst>
          <pc:docMk/>
          <pc:sldMk cId="419352688" sldId="1079"/>
        </pc:sldMkLst>
      </pc:sldChg>
      <pc:sldChg chg="add ord">
        <pc:chgData name="배찬우" userId="b2046f91-9b50-46e2-8d8b-540cfbd06cbd" providerId="ADAL" clId="{535FE6E2-4E84-4B52-B8E4-AF717FFC4D96}" dt="2023-08-07T06:45:51.874" v="24789"/>
        <pc:sldMkLst>
          <pc:docMk/>
          <pc:sldMk cId="1667407394" sldId="1080"/>
        </pc:sldMkLst>
      </pc:sldChg>
      <pc:sldChg chg="addSp delSp modSp add mod ord">
        <pc:chgData name="배찬우" userId="b2046f91-9b50-46e2-8d8b-540cfbd06cbd" providerId="ADAL" clId="{535FE6E2-4E84-4B52-B8E4-AF717FFC4D96}" dt="2023-08-07T06:45:51.874" v="24789"/>
        <pc:sldMkLst>
          <pc:docMk/>
          <pc:sldMk cId="720629369" sldId="1081"/>
        </pc:sldMkLst>
      </pc:sldChg>
      <pc:sldChg chg="addSp modSp new mod">
        <pc:chgData name="배찬우" userId="b2046f91-9b50-46e2-8d8b-540cfbd06cbd" providerId="ADAL" clId="{535FE6E2-4E84-4B52-B8E4-AF717FFC4D96}" dt="2023-08-07T07:09:43.996" v="25069" actId="14100"/>
        <pc:sldMkLst>
          <pc:docMk/>
          <pc:sldMk cId="813816562" sldId="1082"/>
        </pc:sldMkLst>
      </pc:sldChg>
      <pc:sldChg chg="addSp delSp modSp add mod">
        <pc:chgData name="배찬우" userId="b2046f91-9b50-46e2-8d8b-540cfbd06cbd" providerId="ADAL" clId="{535FE6E2-4E84-4B52-B8E4-AF717FFC4D96}" dt="2023-08-07T07:45:55.605" v="25727" actId="20577"/>
        <pc:sldMkLst>
          <pc:docMk/>
          <pc:sldMk cId="3217793914" sldId="1083"/>
        </pc:sldMkLst>
      </pc:sldChg>
      <pc:sldChg chg="addSp modSp add mod">
        <pc:chgData name="배찬우" userId="b2046f91-9b50-46e2-8d8b-540cfbd06cbd" providerId="ADAL" clId="{535FE6E2-4E84-4B52-B8E4-AF717FFC4D96}" dt="2023-08-07T08:11:19.904" v="26277"/>
        <pc:sldMkLst>
          <pc:docMk/>
          <pc:sldMk cId="677593474" sldId="1084"/>
        </pc:sldMkLst>
      </pc:sldChg>
      <pc:sldChg chg="add del">
        <pc:chgData name="배찬우" userId="b2046f91-9b50-46e2-8d8b-540cfbd06cbd" providerId="ADAL" clId="{535FE6E2-4E84-4B52-B8E4-AF717FFC4D96}" dt="2023-08-07T08:34:21.213" v="26310" actId="47"/>
        <pc:sldMkLst>
          <pc:docMk/>
          <pc:sldMk cId="2359309012" sldId="1085"/>
        </pc:sldMkLst>
      </pc:sldChg>
      <pc:sldChg chg="add del">
        <pc:chgData name="배찬우" userId="b2046f91-9b50-46e2-8d8b-540cfbd06cbd" providerId="ADAL" clId="{535FE6E2-4E84-4B52-B8E4-AF717FFC4D96}" dt="2023-08-07T08:34:21.213" v="26310" actId="47"/>
        <pc:sldMkLst>
          <pc:docMk/>
          <pc:sldMk cId="776123897" sldId="1086"/>
        </pc:sldMkLst>
      </pc:sldChg>
      <pc:sldChg chg="add del">
        <pc:chgData name="배찬우" userId="b2046f91-9b50-46e2-8d8b-540cfbd06cbd" providerId="ADAL" clId="{535FE6E2-4E84-4B52-B8E4-AF717FFC4D96}" dt="2023-08-07T08:34:21.213" v="26310" actId="47"/>
        <pc:sldMkLst>
          <pc:docMk/>
          <pc:sldMk cId="2697774905" sldId="1087"/>
        </pc:sldMkLst>
      </pc:sldChg>
      <pc:sldChg chg="add del">
        <pc:chgData name="배찬우" userId="b2046f91-9b50-46e2-8d8b-540cfbd06cbd" providerId="ADAL" clId="{535FE6E2-4E84-4B52-B8E4-AF717FFC4D96}" dt="2023-08-07T08:34:21.213" v="26310" actId="47"/>
        <pc:sldMkLst>
          <pc:docMk/>
          <pc:sldMk cId="194417996" sldId="1088"/>
        </pc:sldMkLst>
      </pc:sldChg>
      <pc:sldChg chg="addSp modSp new mod">
        <pc:chgData name="배찬우" userId="b2046f91-9b50-46e2-8d8b-540cfbd06cbd" providerId="ADAL" clId="{535FE6E2-4E84-4B52-B8E4-AF717FFC4D96}" dt="2023-08-17T01:34:17.534" v="33920" actId="20577"/>
        <pc:sldMkLst>
          <pc:docMk/>
          <pc:sldMk cId="2787067201" sldId="1089"/>
        </pc:sldMkLst>
      </pc:sldChg>
      <pc:sldChg chg="addSp delSp modSp new mod">
        <pc:chgData name="배찬우" userId="b2046f91-9b50-46e2-8d8b-540cfbd06cbd" providerId="ADAL" clId="{535FE6E2-4E84-4B52-B8E4-AF717FFC4D96}" dt="2023-08-07T08:18:19.214" v="26309" actId="1038"/>
        <pc:sldMkLst>
          <pc:docMk/>
          <pc:sldMk cId="4254382017" sldId="1090"/>
        </pc:sldMkLst>
      </pc:sldChg>
      <pc:sldChg chg="addSp modSp new mod">
        <pc:chgData name="배찬우" userId="b2046f91-9b50-46e2-8d8b-540cfbd06cbd" providerId="ADAL" clId="{535FE6E2-4E84-4B52-B8E4-AF717FFC4D96}" dt="2023-08-07T08:45:59.250" v="26519"/>
        <pc:sldMkLst>
          <pc:docMk/>
          <pc:sldMk cId="1247715150" sldId="1091"/>
        </pc:sldMkLst>
      </pc:sldChg>
      <pc:sldChg chg="addSp modSp new mod ord">
        <pc:chgData name="배찬우" userId="b2046f91-9b50-46e2-8d8b-540cfbd06cbd" providerId="ADAL" clId="{535FE6E2-4E84-4B52-B8E4-AF717FFC4D96}" dt="2023-08-07T09:35:41.414" v="26999" actId="14100"/>
        <pc:sldMkLst>
          <pc:docMk/>
          <pc:sldMk cId="3773510590" sldId="1092"/>
        </pc:sldMkLst>
      </pc:sldChg>
      <pc:sldChg chg="addSp modSp new mod">
        <pc:chgData name="배찬우" userId="b2046f91-9b50-46e2-8d8b-540cfbd06cbd" providerId="ADAL" clId="{535FE6E2-4E84-4B52-B8E4-AF717FFC4D96}" dt="2023-08-07T09:42:02.267" v="27533"/>
        <pc:sldMkLst>
          <pc:docMk/>
          <pc:sldMk cId="607192414" sldId="1093"/>
        </pc:sldMkLst>
      </pc:sldChg>
      <pc:sldChg chg="addSp delSp modSp add mod">
        <pc:chgData name="배찬우" userId="b2046f91-9b50-46e2-8d8b-540cfbd06cbd" providerId="ADAL" clId="{535FE6E2-4E84-4B52-B8E4-AF717FFC4D96}" dt="2023-08-16T11:24:30.834" v="30553"/>
        <pc:sldMkLst>
          <pc:docMk/>
          <pc:sldMk cId="2517473366" sldId="1094"/>
        </pc:sldMkLst>
      </pc:sldChg>
      <pc:sldChg chg="modSp mod">
        <pc:chgData name="배찬우" userId="b2046f91-9b50-46e2-8d8b-540cfbd06cbd" providerId="ADAL" clId="{535FE6E2-4E84-4B52-B8E4-AF717FFC4D96}" dt="2023-08-17T01:08:27.423" v="32847" actId="20577"/>
        <pc:sldMkLst>
          <pc:docMk/>
          <pc:sldMk cId="3481049482" sldId="1095"/>
        </pc:sldMkLst>
      </pc:sldChg>
      <pc:sldChg chg="modSp mod">
        <pc:chgData name="배찬우" userId="b2046f91-9b50-46e2-8d8b-540cfbd06cbd" providerId="ADAL" clId="{535FE6E2-4E84-4B52-B8E4-AF717FFC4D96}" dt="2023-08-17T01:08:40.002" v="32851" actId="20577"/>
        <pc:sldMkLst>
          <pc:docMk/>
          <pc:sldMk cId="1981616143" sldId="1096"/>
        </pc:sldMkLst>
      </pc:sldChg>
      <pc:sldChg chg="modSp mod">
        <pc:chgData name="배찬우" userId="b2046f91-9b50-46e2-8d8b-540cfbd06cbd" providerId="ADAL" clId="{535FE6E2-4E84-4B52-B8E4-AF717FFC4D96}" dt="2023-08-17T01:07:47.636" v="32747" actId="20577"/>
        <pc:sldMkLst>
          <pc:docMk/>
          <pc:sldMk cId="602139444" sldId="1098"/>
        </pc:sldMkLst>
      </pc:sldChg>
      <pc:sldChg chg="modSp add mod">
        <pc:chgData name="배찬우" userId="b2046f91-9b50-46e2-8d8b-540cfbd06cbd" providerId="ADAL" clId="{535FE6E2-4E84-4B52-B8E4-AF717FFC4D96}" dt="2023-08-16T06:31:59.814" v="29638"/>
        <pc:sldMkLst>
          <pc:docMk/>
          <pc:sldMk cId="2283472140" sldId="1100"/>
        </pc:sldMkLst>
      </pc:sldChg>
      <pc:sldChg chg="addSp delSp modSp add mod">
        <pc:chgData name="배찬우" userId="b2046f91-9b50-46e2-8d8b-540cfbd06cbd" providerId="ADAL" clId="{535FE6E2-4E84-4B52-B8E4-AF717FFC4D96}" dt="2023-08-16T11:39:38.349" v="30968" actId="20577"/>
        <pc:sldMkLst>
          <pc:docMk/>
          <pc:sldMk cId="54279850" sldId="1101"/>
        </pc:sldMkLst>
      </pc:sldChg>
      <pc:sldChg chg="modSp mod">
        <pc:chgData name="배찬우" userId="b2046f91-9b50-46e2-8d8b-540cfbd06cbd" providerId="ADAL" clId="{535FE6E2-4E84-4B52-B8E4-AF717FFC4D96}" dt="2023-08-17T01:36:30.468" v="34152" actId="14100"/>
        <pc:sldMkLst>
          <pc:docMk/>
          <pc:sldMk cId="1256046946" sldId="1105"/>
        </pc:sldMkLst>
      </pc:sldChg>
      <pc:sldChg chg="modSp mod">
        <pc:chgData name="배찬우" userId="b2046f91-9b50-46e2-8d8b-540cfbd06cbd" providerId="ADAL" clId="{535FE6E2-4E84-4B52-B8E4-AF717FFC4D96}" dt="2023-08-17T01:43:41.934" v="34256"/>
        <pc:sldMkLst>
          <pc:docMk/>
          <pc:sldMk cId="1679322302" sldId="1111"/>
        </pc:sldMkLst>
      </pc:sldChg>
      <pc:sldChg chg="addSp delSp modSp mod modClrScheme chgLayout">
        <pc:chgData name="배찬우" userId="b2046f91-9b50-46e2-8d8b-540cfbd06cbd" providerId="ADAL" clId="{535FE6E2-4E84-4B52-B8E4-AF717FFC4D96}" dt="2023-08-17T01:52:28.280" v="34880"/>
        <pc:sldMkLst>
          <pc:docMk/>
          <pc:sldMk cId="1682196292" sldId="1112"/>
        </pc:sldMkLst>
      </pc:sldChg>
      <pc:sldChg chg="modSp add mod">
        <pc:chgData name="배찬우" userId="b2046f91-9b50-46e2-8d8b-540cfbd06cbd" providerId="ADAL" clId="{535FE6E2-4E84-4B52-B8E4-AF717FFC4D96}" dt="2023-08-17T01:01:48.605" v="32649"/>
        <pc:sldMkLst>
          <pc:docMk/>
          <pc:sldMk cId="1325488425" sldId="1114"/>
        </pc:sldMkLst>
      </pc:sldChg>
      <pc:sldChg chg="modSp add mod">
        <pc:chgData name="배찬우" userId="b2046f91-9b50-46e2-8d8b-540cfbd06cbd" providerId="ADAL" clId="{535FE6E2-4E84-4B52-B8E4-AF717FFC4D96}" dt="2023-08-17T02:54:54.171" v="36736" actId="20577"/>
        <pc:sldMkLst>
          <pc:docMk/>
          <pc:sldMk cId="826006322" sldId="1116"/>
        </pc:sldMkLst>
      </pc:sldChg>
      <pc:sldChg chg="delSp modSp add mod">
        <pc:chgData name="배찬우" userId="b2046f91-9b50-46e2-8d8b-540cfbd06cbd" providerId="ADAL" clId="{535FE6E2-4E84-4B52-B8E4-AF717FFC4D96}" dt="2023-08-17T02:24:13.327" v="35895" actId="478"/>
        <pc:sldMkLst>
          <pc:docMk/>
          <pc:sldMk cId="4025777241" sldId="1117"/>
        </pc:sldMkLst>
      </pc:sldChg>
      <pc:sldChg chg="addSp delSp modSp add mod">
        <pc:chgData name="배찬우" userId="b2046f91-9b50-46e2-8d8b-540cfbd06cbd" providerId="ADAL" clId="{535FE6E2-4E84-4B52-B8E4-AF717FFC4D96}" dt="2023-08-17T04:18:57.426" v="38369" actId="113"/>
        <pc:sldMkLst>
          <pc:docMk/>
          <pc:sldMk cId="1403396095" sldId="1120"/>
        </pc:sldMkLst>
      </pc:sldChg>
      <pc:sldChg chg="delSp modSp add mod">
        <pc:chgData name="배찬우" userId="b2046f91-9b50-46e2-8d8b-540cfbd06cbd" providerId="ADAL" clId="{535FE6E2-4E84-4B52-B8E4-AF717FFC4D96}" dt="2023-08-17T04:08:23.378" v="38292" actId="1037"/>
        <pc:sldMkLst>
          <pc:docMk/>
          <pc:sldMk cId="1110515343" sldId="1121"/>
        </pc:sldMkLst>
      </pc:sldChg>
      <pc:sldChg chg="addSp delSp modSp mod">
        <pc:chgData name="배찬우" userId="b2046f91-9b50-46e2-8d8b-540cfbd06cbd" providerId="ADAL" clId="{535FE6E2-4E84-4B52-B8E4-AF717FFC4D96}" dt="2023-08-17T05:49:37.764" v="38558" actId="207"/>
        <pc:sldMkLst>
          <pc:docMk/>
          <pc:sldMk cId="1390692487" sldId="1123"/>
        </pc:sldMkLst>
      </pc:sldChg>
      <pc:sldChg chg="addSp delSp modSp add mod modClrScheme chgLayout">
        <pc:chgData name="배찬우" userId="b2046f91-9b50-46e2-8d8b-540cfbd06cbd" providerId="ADAL" clId="{535FE6E2-4E84-4B52-B8E4-AF717FFC4D96}" dt="2023-08-17T05:50:07.994" v="38572" actId="207"/>
        <pc:sldMkLst>
          <pc:docMk/>
          <pc:sldMk cId="2274237381" sldId="1124"/>
        </pc:sldMkLst>
      </pc:sldChg>
      <pc:sldMasterChg chg="modSldLayout">
        <pc:chgData name="배찬우" userId="b2046f91-9b50-46e2-8d8b-540cfbd06cbd" providerId="ADAL" clId="{535FE6E2-4E84-4B52-B8E4-AF717FFC4D96}" dt="2023-07-27T05:42:23.749" v="190" actId="478"/>
        <pc:sldMasterMkLst>
          <pc:docMk/>
          <pc:sldMasterMk cId="3730080836" sldId="2147483700"/>
        </pc:sldMasterMkLst>
        <pc:sldLayoutChg chg="delSp modSp mod">
          <pc:chgData name="배찬우" userId="b2046f91-9b50-46e2-8d8b-540cfbd06cbd" providerId="ADAL" clId="{535FE6E2-4E84-4B52-B8E4-AF717FFC4D96}" dt="2023-07-27T05:42:23.749" v="190" actId="478"/>
          <pc:sldLayoutMkLst>
            <pc:docMk/>
            <pc:sldMasterMk cId="3730080836" sldId="2147483700"/>
            <pc:sldLayoutMk cId="2716113978" sldId="2147483716"/>
          </pc:sldLayoutMkLst>
        </pc:sldLayoutChg>
      </pc:sldMasterChg>
    </pc:docChg>
  </pc:docChgLst>
  <pc:docChgLst>
    <pc:chgData name="전영진" userId="98df63d1-9780-4548-bf83-53aea51edba3" providerId="ADAL" clId="{80A3C9F2-5A5A-4A45-AE37-5B21F5F5325E}"/>
    <pc:docChg chg="custSel delSld modSld modSection">
      <pc:chgData name="전영진" userId="98df63d1-9780-4548-bf83-53aea51edba3" providerId="ADAL" clId="{80A3C9F2-5A5A-4A45-AE37-5B21F5F5325E}" dt="2024-08-13T05:12:27.077" v="326" actId="1582"/>
      <pc:docMkLst>
        <pc:docMk/>
      </pc:docMkLst>
      <pc:sldChg chg="modSp mod">
        <pc:chgData name="전영진" userId="98df63d1-9780-4548-bf83-53aea51edba3" providerId="ADAL" clId="{80A3C9F2-5A5A-4A45-AE37-5B21F5F5325E}" dt="2024-08-13T04:52:32.837" v="2" actId="20577"/>
        <pc:sldMkLst>
          <pc:docMk/>
          <pc:sldMk cId="663090028" sldId="259"/>
        </pc:sldMkLst>
      </pc:sldChg>
      <pc:sldChg chg="modSp mod">
        <pc:chgData name="전영진" userId="98df63d1-9780-4548-bf83-53aea51edba3" providerId="ADAL" clId="{80A3C9F2-5A5A-4A45-AE37-5B21F5F5325E}" dt="2024-08-13T04:52:39.153" v="5" actId="20577"/>
        <pc:sldMkLst>
          <pc:docMk/>
          <pc:sldMk cId="936676672" sldId="344"/>
        </pc:sldMkLst>
      </pc:sldChg>
      <pc:sldChg chg="del">
        <pc:chgData name="전영진" userId="98df63d1-9780-4548-bf83-53aea51edba3" providerId="ADAL" clId="{80A3C9F2-5A5A-4A45-AE37-5B21F5F5325E}" dt="2024-08-13T04:53:38.188" v="27" actId="47"/>
        <pc:sldMkLst>
          <pc:docMk/>
          <pc:sldMk cId="438729540" sldId="390"/>
        </pc:sldMkLst>
      </pc:sldChg>
      <pc:sldChg chg="modSp mod">
        <pc:chgData name="전영진" userId="98df63d1-9780-4548-bf83-53aea51edba3" providerId="ADAL" clId="{80A3C9F2-5A5A-4A45-AE37-5B21F5F5325E}" dt="2024-08-13T05:01:55.586" v="322" actId="20577"/>
        <pc:sldMkLst>
          <pc:docMk/>
          <pc:sldMk cId="1768401518" sldId="902"/>
        </pc:sldMkLst>
      </pc:sldChg>
      <pc:sldChg chg="modSp mod">
        <pc:chgData name="전영진" userId="98df63d1-9780-4548-bf83-53aea51edba3" providerId="ADAL" clId="{80A3C9F2-5A5A-4A45-AE37-5B21F5F5325E}" dt="2024-08-13T04:53:10.173" v="19" actId="6549"/>
        <pc:sldMkLst>
          <pc:docMk/>
          <pc:sldMk cId="3396898265" sldId="905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509536751" sldId="906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43731149" sldId="908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535659719" sldId="911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691500096" sldId="914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541995023" sldId="915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4222801329" sldId="917"/>
        </pc:sldMkLst>
      </pc:sldChg>
      <pc:sldChg chg="del">
        <pc:chgData name="전영진" userId="98df63d1-9780-4548-bf83-53aea51edba3" providerId="ADAL" clId="{80A3C9F2-5A5A-4A45-AE37-5B21F5F5325E}" dt="2024-08-13T04:53:36.136" v="26" actId="47"/>
        <pc:sldMkLst>
          <pc:docMk/>
          <pc:sldMk cId="3632153686" sldId="918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505146478" sldId="920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85859173" sldId="921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173419491" sldId="922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252136155" sldId="923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964245144" sldId="925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543715859" sldId="926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257357581" sldId="927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784733205" sldId="928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51631714" sldId="934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41346299" sldId="935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647152032" sldId="937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794707729" sldId="940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320714812" sldId="941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525943278" sldId="942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699605530" sldId="943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353828674" sldId="944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728608420" sldId="945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61411276" sldId="946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06406841" sldId="947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881478923" sldId="948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745313581" sldId="949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001941838" sldId="950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82453629" sldId="951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962400764" sldId="953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4193147227" sldId="954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51563827" sldId="955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529816105" sldId="956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0230432" sldId="957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787065687" sldId="960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517445231" sldId="961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524524273" sldId="962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275248210" sldId="963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870098802" sldId="964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4111833459" sldId="965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956247619" sldId="966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4102588689" sldId="967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155331861" sldId="968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096330034" sldId="970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4032602486" sldId="974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380032705" sldId="975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648866678" sldId="976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209315924" sldId="978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969546199" sldId="979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418874033" sldId="980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918267510" sldId="981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968782933" sldId="984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502882120" sldId="986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229375990" sldId="987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149129131" sldId="988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839206509" sldId="989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026887772" sldId="990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852400683" sldId="991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814633304" sldId="993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049135104" sldId="994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544885023" sldId="995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322453761" sldId="996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113591325" sldId="997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964958672" sldId="998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132857006" sldId="999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275801209" sldId="1001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278024095" sldId="1019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533689349" sldId="1020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898264280" sldId="1021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841982204" sldId="1022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911252390" sldId="1024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746006926" sldId="1025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424461163" sldId="1026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591953029" sldId="1030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835859870" sldId="1031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009646690" sldId="1032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416468239" sldId="1033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448292275" sldId="1034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68131727" sldId="1035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70382952" sldId="1036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345149442" sldId="1037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435556346" sldId="1038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6503242" sldId="1040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389684458" sldId="1041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816238413" sldId="1042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489223260" sldId="1043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799333231" sldId="1045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061005003" sldId="1046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843359548" sldId="1047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747088665" sldId="1049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712980440" sldId="1051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908034384" sldId="1052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956062364" sldId="1053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221761265" sldId="1057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017088224" sldId="1059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181331783" sldId="1060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4221889547" sldId="1063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737058873" sldId="1064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71051145" sldId="1069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831710997" sldId="1070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058457883" sldId="1071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157878733" sldId="1072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312595412" sldId="1074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667407394" sldId="1080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677593474" sldId="1084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787067201" sldId="1089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4254382017" sldId="1090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773510590" sldId="1092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607192414" sldId="1093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517473366" sldId="1094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481049482" sldId="1095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981616143" sldId="1096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602139444" sldId="1098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431160930" sldId="1099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283472140" sldId="1100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54279850" sldId="1101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648217494" sldId="1102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291548155" sldId="1103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616295423" sldId="1104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256046946" sldId="1105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814942013" sldId="1108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000873802" sldId="1109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453177226" sldId="1110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679322302" sldId="1111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682196292" sldId="1112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755018600" sldId="1113"/>
        </pc:sldMkLst>
      </pc:sldChg>
      <pc:sldChg chg="addSp delSp modSp mod">
        <pc:chgData name="전영진" userId="98df63d1-9780-4548-bf83-53aea51edba3" providerId="ADAL" clId="{80A3C9F2-5A5A-4A45-AE37-5B21F5F5325E}" dt="2024-08-13T05:12:27.077" v="326" actId="1582"/>
        <pc:sldMkLst>
          <pc:docMk/>
          <pc:sldMk cId="1325488425" sldId="1114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93491255" sldId="1115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826006322" sldId="1116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4025777241" sldId="1117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279181582" sldId="1118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928249130" sldId="1119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403396095" sldId="1120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110515343" sldId="1121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3259520490" sldId="1122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1390692487" sldId="1123"/>
        </pc:sldMkLst>
      </pc:sldChg>
      <pc:sldChg chg="del">
        <pc:chgData name="전영진" userId="98df63d1-9780-4548-bf83-53aea51edba3" providerId="ADAL" clId="{80A3C9F2-5A5A-4A45-AE37-5B21F5F5325E}" dt="2024-08-13T04:53:33.095" v="25" actId="47"/>
        <pc:sldMkLst>
          <pc:docMk/>
          <pc:sldMk cId="2274237381" sldId="1124"/>
        </pc:sldMkLst>
      </pc:sldChg>
      <pc:sldChg chg="modSp mod">
        <pc:chgData name="전영진" userId="98df63d1-9780-4548-bf83-53aea51edba3" providerId="ADAL" clId="{80A3C9F2-5A5A-4A45-AE37-5B21F5F5325E}" dt="2024-08-13T04:53:13.708" v="20" actId="6549"/>
        <pc:sldMkLst>
          <pc:docMk/>
          <pc:sldMk cId="135919947" sldId="1125"/>
        </pc:sldMkLst>
      </pc:sldChg>
      <pc:sldChg chg="modSp mod">
        <pc:chgData name="전영진" userId="98df63d1-9780-4548-bf83-53aea51edba3" providerId="ADAL" clId="{80A3C9F2-5A5A-4A45-AE37-5B21F5F5325E}" dt="2024-08-13T04:53:17.510" v="21" actId="6549"/>
        <pc:sldMkLst>
          <pc:docMk/>
          <pc:sldMk cId="1460399550" sldId="1126"/>
        </pc:sldMkLst>
      </pc:sldChg>
      <pc:sldChg chg="modSp mod">
        <pc:chgData name="전영진" userId="98df63d1-9780-4548-bf83-53aea51edba3" providerId="ADAL" clId="{80A3C9F2-5A5A-4A45-AE37-5B21F5F5325E}" dt="2024-08-13T04:53:20.469" v="22" actId="6549"/>
        <pc:sldMkLst>
          <pc:docMk/>
          <pc:sldMk cId="1224921562" sldId="1127"/>
        </pc:sldMkLst>
      </pc:sldChg>
      <pc:sldChg chg="modSp mod">
        <pc:chgData name="전영진" userId="98df63d1-9780-4548-bf83-53aea51edba3" providerId="ADAL" clId="{80A3C9F2-5A5A-4A45-AE37-5B21F5F5325E}" dt="2024-08-13T04:53:23.176" v="23" actId="6549"/>
        <pc:sldMkLst>
          <pc:docMk/>
          <pc:sldMk cId="3884200639" sldId="1128"/>
        </pc:sldMkLst>
      </pc:sldChg>
      <pc:sldChg chg="modSp mod">
        <pc:chgData name="전영진" userId="98df63d1-9780-4548-bf83-53aea51edba3" providerId="ADAL" clId="{80A3C9F2-5A5A-4A45-AE37-5B21F5F5325E}" dt="2024-08-13T04:53:25.513" v="24" actId="6549"/>
        <pc:sldMkLst>
          <pc:docMk/>
          <pc:sldMk cId="2250175528" sldId="1129"/>
        </pc:sldMkLst>
      </pc:sldChg>
    </pc:docChg>
  </pc:docChgLst>
  <pc:docChgLst>
    <pc:chgData name="전영진" userId="98df63d1-9780-4548-bf83-53aea51edba3" providerId="ADAL" clId="{24D175EC-DA1A-483C-B130-E77F4783C427}"/>
    <pc:docChg chg="undo custSel addSld delSld modSld sldOrd modMainMaster addSection delSection modSection">
      <pc:chgData name="전영진" userId="98df63d1-9780-4548-bf83-53aea51edba3" providerId="ADAL" clId="{24D175EC-DA1A-483C-B130-E77F4783C427}" dt="2023-08-17T08:09:11.810" v="21935"/>
      <pc:docMkLst>
        <pc:docMk/>
      </pc:docMkLst>
      <pc:sldChg chg="addSp delSp modSp mod addCm delCm">
        <pc:chgData name="전영진" userId="98df63d1-9780-4548-bf83-53aea51edba3" providerId="ADAL" clId="{24D175EC-DA1A-483C-B130-E77F4783C427}" dt="2023-08-17T08:09:11.810" v="21935"/>
        <pc:sldMkLst>
          <pc:docMk/>
          <pc:sldMk cId="663090028" sldId="25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전영진" userId="98df63d1-9780-4548-bf83-53aea51edba3" providerId="ADAL" clId="{24D175EC-DA1A-483C-B130-E77F4783C427}" dt="2023-08-17T07:26:58.070" v="21217"/>
              <pc2:cmMkLst xmlns:pc2="http://schemas.microsoft.com/office/powerpoint/2019/9/main/command">
                <pc:docMk/>
                <pc:sldMk cId="663090028" sldId="259"/>
                <pc2:cmMk id="{5BB0D55B-9590-4879-9C2D-A24EFC7DB10D}"/>
              </pc2:cmMkLst>
            </pc226:cmChg>
            <pc226:cmChg xmlns:pc226="http://schemas.microsoft.com/office/powerpoint/2022/06/main/command" chg="add">
              <pc226:chgData name="전영진" userId="98df63d1-9780-4548-bf83-53aea51edba3" providerId="ADAL" clId="{24D175EC-DA1A-483C-B130-E77F4783C427}" dt="2023-08-16T13:10:55.392" v="16397"/>
              <pc2:cmMkLst xmlns:pc2="http://schemas.microsoft.com/office/powerpoint/2019/9/main/command">
                <pc:docMk/>
                <pc:sldMk cId="663090028" sldId="259"/>
                <pc2:cmMk id="{B9771790-4C95-4ABE-8134-F4B861C214FC}"/>
              </pc2:cmMkLst>
            </pc226:cmChg>
            <pc226:cmChg xmlns:pc226="http://schemas.microsoft.com/office/powerpoint/2022/06/main/command" chg="add del">
              <pc226:chgData name="전영진" userId="98df63d1-9780-4548-bf83-53aea51edba3" providerId="ADAL" clId="{24D175EC-DA1A-483C-B130-E77F4783C427}" dt="2023-08-17T07:26:58.698" v="21218"/>
              <pc2:cmMkLst xmlns:pc2="http://schemas.microsoft.com/office/powerpoint/2019/9/main/command">
                <pc:docMk/>
                <pc:sldMk cId="663090028" sldId="259"/>
                <pc2:cmMk id="{66F531C7-8629-42BD-AE33-F07A7FB4E979}"/>
              </pc2:cmMkLst>
            </pc226:cmChg>
            <pc226:cmChg xmlns:pc226="http://schemas.microsoft.com/office/powerpoint/2022/06/main/command" chg="add del">
              <pc226:chgData name="전영진" userId="98df63d1-9780-4548-bf83-53aea51edba3" providerId="ADAL" clId="{24D175EC-DA1A-483C-B130-E77F4783C427}" dt="2023-08-16T13:10:53.056" v="16396"/>
              <pc2:cmMkLst xmlns:pc2="http://schemas.microsoft.com/office/powerpoint/2019/9/main/command">
                <pc:docMk/>
                <pc:sldMk cId="663090028" sldId="259"/>
                <pc2:cmMk id="{6F25A5E2-0196-4A7F-AA08-D23A534C9365}"/>
              </pc2:cmMkLst>
            </pc226:cmChg>
            <pc226:cmChg xmlns:pc226="http://schemas.microsoft.com/office/powerpoint/2022/06/main/command" chg="add">
              <pc226:chgData name="전영진" userId="98df63d1-9780-4548-bf83-53aea51edba3" providerId="ADAL" clId="{24D175EC-DA1A-483C-B130-E77F4783C427}" dt="2023-08-16T13:10:46.899" v="16395"/>
              <pc2:cmMkLst xmlns:pc2="http://schemas.microsoft.com/office/powerpoint/2019/9/main/command">
                <pc:docMk/>
                <pc:sldMk cId="663090028" sldId="259"/>
                <pc2:cmMk id="{52C3B1F9-C9D3-4989-9244-D61F1BD97D41}"/>
              </pc2:cmMkLst>
            </pc226:cmChg>
          </p:ext>
        </pc:extLst>
      </pc:sldChg>
      <pc:sldChg chg="modSp mod">
        <pc:chgData name="전영진" userId="98df63d1-9780-4548-bf83-53aea51edba3" providerId="ADAL" clId="{24D175EC-DA1A-483C-B130-E77F4783C427}" dt="2023-08-16T02:03:38.297" v="1888" actId="20577"/>
        <pc:sldMkLst>
          <pc:docMk/>
          <pc:sldMk cId="734045540" sldId="262"/>
        </pc:sldMkLst>
      </pc:sldChg>
      <pc:sldChg chg="modSp mod">
        <pc:chgData name="전영진" userId="98df63d1-9780-4548-bf83-53aea51edba3" providerId="ADAL" clId="{24D175EC-DA1A-483C-B130-E77F4783C427}" dt="2023-08-17T07:27:02.326" v="21220" actId="20577"/>
        <pc:sldMkLst>
          <pc:docMk/>
          <pc:sldMk cId="936676672" sldId="344"/>
        </pc:sldMkLst>
      </pc:sldChg>
      <pc:sldChg chg="add del">
        <pc:chgData name="전영진" userId="98df63d1-9780-4548-bf83-53aea51edba3" providerId="ADAL" clId="{24D175EC-DA1A-483C-B130-E77F4783C427}" dt="2023-08-17T05:58:32.072" v="20990" actId="47"/>
        <pc:sldMkLst>
          <pc:docMk/>
          <pc:sldMk cId="8116253" sldId="347"/>
        </pc:sldMkLst>
      </pc:sldChg>
      <pc:sldChg chg="del">
        <pc:chgData name="전영진" userId="98df63d1-9780-4548-bf83-53aea51edba3" providerId="ADAL" clId="{24D175EC-DA1A-483C-B130-E77F4783C427}" dt="2023-08-16T02:03:20.536" v="1884" actId="2696"/>
        <pc:sldMkLst>
          <pc:docMk/>
          <pc:sldMk cId="2167379269" sldId="347"/>
        </pc:sldMkLst>
      </pc:sldChg>
      <pc:sldChg chg="del">
        <pc:chgData name="전영진" userId="98df63d1-9780-4548-bf83-53aea51edba3" providerId="ADAL" clId="{24D175EC-DA1A-483C-B130-E77F4783C427}" dt="2023-08-17T05:58:32.072" v="20990" actId="47"/>
        <pc:sldMkLst>
          <pc:docMk/>
          <pc:sldMk cId="801084840" sldId="361"/>
        </pc:sldMkLst>
      </pc:sldChg>
      <pc:sldChg chg="modSp mod">
        <pc:chgData name="전영진" userId="98df63d1-9780-4548-bf83-53aea51edba3" providerId="ADAL" clId="{24D175EC-DA1A-483C-B130-E77F4783C427}" dt="2023-08-16T02:04:58.258" v="1979" actId="20577"/>
        <pc:sldMkLst>
          <pc:docMk/>
          <pc:sldMk cId="3846560406" sldId="365"/>
        </pc:sldMkLst>
      </pc:sldChg>
      <pc:sldChg chg="modSp del mod">
        <pc:chgData name="전영진" userId="98df63d1-9780-4548-bf83-53aea51edba3" providerId="ADAL" clId="{24D175EC-DA1A-483C-B130-E77F4783C427}" dt="2023-08-16T02:14:22.080" v="1995" actId="47"/>
        <pc:sldMkLst>
          <pc:docMk/>
          <pc:sldMk cId="2283587646" sldId="366"/>
        </pc:sldMkLst>
      </pc:sldChg>
      <pc:sldChg chg="add del">
        <pc:chgData name="전영진" userId="98df63d1-9780-4548-bf83-53aea51edba3" providerId="ADAL" clId="{24D175EC-DA1A-483C-B130-E77F4783C427}" dt="2023-08-17T05:58:32.072" v="20990" actId="47"/>
        <pc:sldMkLst>
          <pc:docMk/>
          <pc:sldMk cId="3357455555" sldId="367"/>
        </pc:sldMkLst>
      </pc:sldChg>
      <pc:sldChg chg="del">
        <pc:chgData name="전영진" userId="98df63d1-9780-4548-bf83-53aea51edba3" providerId="ADAL" clId="{24D175EC-DA1A-483C-B130-E77F4783C427}" dt="2023-08-16T01:57:28.885" v="1661" actId="2696"/>
        <pc:sldMkLst>
          <pc:docMk/>
          <pc:sldMk cId="3497645603" sldId="367"/>
        </pc:sldMkLst>
      </pc:sldChg>
      <pc:sldChg chg="add del">
        <pc:chgData name="전영진" userId="98df63d1-9780-4548-bf83-53aea51edba3" providerId="ADAL" clId="{24D175EC-DA1A-483C-B130-E77F4783C427}" dt="2023-08-17T05:58:32.072" v="20990" actId="47"/>
        <pc:sldMkLst>
          <pc:docMk/>
          <pc:sldMk cId="1314990448" sldId="386"/>
        </pc:sldMkLst>
      </pc:sldChg>
      <pc:sldChg chg="del">
        <pc:chgData name="전영진" userId="98df63d1-9780-4548-bf83-53aea51edba3" providerId="ADAL" clId="{24D175EC-DA1A-483C-B130-E77F4783C427}" dt="2023-08-16T01:57:28.885" v="1661" actId="2696"/>
        <pc:sldMkLst>
          <pc:docMk/>
          <pc:sldMk cId="3509287032" sldId="386"/>
        </pc:sldMkLst>
      </pc:sldChg>
      <pc:sldChg chg="del">
        <pc:chgData name="전영진" userId="98df63d1-9780-4548-bf83-53aea51edba3" providerId="ADAL" clId="{24D175EC-DA1A-483C-B130-E77F4783C427}" dt="2023-08-17T05:58:30.029" v="20989" actId="47"/>
        <pc:sldMkLst>
          <pc:docMk/>
          <pc:sldMk cId="717341439" sldId="388"/>
        </pc:sldMkLst>
      </pc:sldChg>
      <pc:sldChg chg="addSp modSp mod ord">
        <pc:chgData name="전영진" userId="98df63d1-9780-4548-bf83-53aea51edba3" providerId="ADAL" clId="{24D175EC-DA1A-483C-B130-E77F4783C427}" dt="2023-08-17T06:15:49.399" v="21059"/>
        <pc:sldMkLst>
          <pc:docMk/>
          <pc:sldMk cId="438729540" sldId="390"/>
        </pc:sldMkLst>
      </pc:sldChg>
      <pc:sldChg chg="add del">
        <pc:chgData name="전영진" userId="98df63d1-9780-4548-bf83-53aea51edba3" providerId="ADAL" clId="{24D175EC-DA1A-483C-B130-E77F4783C427}" dt="2023-08-17T05:58:32.072" v="20990" actId="47"/>
        <pc:sldMkLst>
          <pc:docMk/>
          <pc:sldMk cId="1613526078" sldId="394"/>
        </pc:sldMkLst>
      </pc:sldChg>
      <pc:sldChg chg="del">
        <pc:chgData name="전영진" userId="98df63d1-9780-4548-bf83-53aea51edba3" providerId="ADAL" clId="{24D175EC-DA1A-483C-B130-E77F4783C427}" dt="2023-08-16T01:57:42.902" v="1663" actId="2696"/>
        <pc:sldMkLst>
          <pc:docMk/>
          <pc:sldMk cId="2398833664" sldId="394"/>
        </pc:sldMkLst>
      </pc:sldChg>
      <pc:sldChg chg="del">
        <pc:chgData name="전영진" userId="98df63d1-9780-4548-bf83-53aea51edba3" providerId="ADAL" clId="{24D175EC-DA1A-483C-B130-E77F4783C427}" dt="2023-08-16T01:57:42.902" v="1663" actId="2696"/>
        <pc:sldMkLst>
          <pc:docMk/>
          <pc:sldMk cId="1275645984" sldId="395"/>
        </pc:sldMkLst>
      </pc:sldChg>
      <pc:sldChg chg="add del">
        <pc:chgData name="전영진" userId="98df63d1-9780-4548-bf83-53aea51edba3" providerId="ADAL" clId="{24D175EC-DA1A-483C-B130-E77F4783C427}" dt="2023-08-17T05:58:32.072" v="20990" actId="47"/>
        <pc:sldMkLst>
          <pc:docMk/>
          <pc:sldMk cId="3823000844" sldId="395"/>
        </pc:sldMkLst>
      </pc:sldChg>
      <pc:sldChg chg="modSp mod">
        <pc:chgData name="전영진" userId="98df63d1-9780-4548-bf83-53aea51edba3" providerId="ADAL" clId="{24D175EC-DA1A-483C-B130-E77F4783C427}" dt="2023-08-16T02:20:52.013" v="2129" actId="20577"/>
        <pc:sldMkLst>
          <pc:docMk/>
          <pc:sldMk cId="251407273" sldId="890"/>
        </pc:sldMkLst>
      </pc:sldChg>
      <pc:sldChg chg="del">
        <pc:chgData name="전영진" userId="98df63d1-9780-4548-bf83-53aea51edba3" providerId="ADAL" clId="{24D175EC-DA1A-483C-B130-E77F4783C427}" dt="2023-08-17T05:58:30.029" v="20989" actId="47"/>
        <pc:sldMkLst>
          <pc:docMk/>
          <pc:sldMk cId="2654293709" sldId="897"/>
        </pc:sldMkLst>
      </pc:sldChg>
      <pc:sldChg chg="modSp mod">
        <pc:chgData name="전영진" userId="98df63d1-9780-4548-bf83-53aea51edba3" providerId="ADAL" clId="{24D175EC-DA1A-483C-B130-E77F4783C427}" dt="2023-08-17T07:27:38.859" v="21227" actId="20577"/>
        <pc:sldMkLst>
          <pc:docMk/>
          <pc:sldMk cId="1768401518" sldId="902"/>
        </pc:sldMkLst>
      </pc:sldChg>
      <pc:sldChg chg="del">
        <pc:chgData name="전영진" userId="98df63d1-9780-4548-bf83-53aea51edba3" providerId="ADAL" clId="{24D175EC-DA1A-483C-B130-E77F4783C427}" dt="2023-08-17T05:58:32.072" v="20990" actId="47"/>
        <pc:sldMkLst>
          <pc:docMk/>
          <pc:sldMk cId="971889883" sldId="903"/>
        </pc:sldMkLst>
      </pc:sldChg>
      <pc:sldChg chg="del">
        <pc:chgData name="전영진" userId="98df63d1-9780-4548-bf83-53aea51edba3" providerId="ADAL" clId="{24D175EC-DA1A-483C-B130-E77F4783C427}" dt="2023-08-17T05:58:32.072" v="20990" actId="47"/>
        <pc:sldMkLst>
          <pc:docMk/>
          <pc:sldMk cId="3267009005" sldId="904"/>
        </pc:sldMkLst>
      </pc:sldChg>
      <pc:sldChg chg="modSp mod">
        <pc:chgData name="전영진" userId="98df63d1-9780-4548-bf83-53aea51edba3" providerId="ADAL" clId="{24D175EC-DA1A-483C-B130-E77F4783C427}" dt="2023-08-17T07:48:21.306" v="21571"/>
        <pc:sldMkLst>
          <pc:docMk/>
          <pc:sldMk cId="3396898265" sldId="905"/>
        </pc:sldMkLst>
      </pc:sldChg>
      <pc:sldChg chg="modSp mod">
        <pc:chgData name="전영진" userId="98df63d1-9780-4548-bf83-53aea51edba3" providerId="ADAL" clId="{24D175EC-DA1A-483C-B130-E77F4783C427}" dt="2023-08-17T02:06:17.762" v="17763" actId="20577"/>
        <pc:sldMkLst>
          <pc:docMk/>
          <pc:sldMk cId="1509536751" sldId="906"/>
        </pc:sldMkLst>
      </pc:sldChg>
      <pc:sldChg chg="addSp delSp modSp mod ord">
        <pc:chgData name="전영진" userId="98df63d1-9780-4548-bf83-53aea51edba3" providerId="ADAL" clId="{24D175EC-DA1A-483C-B130-E77F4783C427}" dt="2023-08-17T07:29:36.236" v="21278" actId="1582"/>
        <pc:sldMkLst>
          <pc:docMk/>
          <pc:sldMk cId="243731149" sldId="908"/>
        </pc:sldMkLst>
      </pc:sldChg>
      <pc:sldChg chg="modSp del">
        <pc:chgData name="전영진" userId="98df63d1-9780-4548-bf83-53aea51edba3" providerId="ADAL" clId="{24D175EC-DA1A-483C-B130-E77F4783C427}" dt="2023-08-16T05:25:53.837" v="4545" actId="47"/>
        <pc:sldMkLst>
          <pc:docMk/>
          <pc:sldMk cId="507701830" sldId="909"/>
        </pc:sldMkLst>
      </pc:sldChg>
      <pc:sldChg chg="addSp delSp modSp mod">
        <pc:chgData name="전영진" userId="98df63d1-9780-4548-bf83-53aea51edba3" providerId="ADAL" clId="{24D175EC-DA1A-483C-B130-E77F4783C427}" dt="2023-08-16T11:55:17.549" v="14691" actId="20577"/>
        <pc:sldMkLst>
          <pc:docMk/>
          <pc:sldMk cId="1535659719" sldId="911"/>
        </pc:sldMkLst>
      </pc:sldChg>
      <pc:sldChg chg="addSp modSp mod ord">
        <pc:chgData name="전영진" userId="98df63d1-9780-4548-bf83-53aea51edba3" providerId="ADAL" clId="{24D175EC-DA1A-483C-B130-E77F4783C427}" dt="2023-08-16T04:46:42.189" v="2389" actId="1076"/>
        <pc:sldMkLst>
          <pc:docMk/>
          <pc:sldMk cId="1691500096" sldId="914"/>
        </pc:sldMkLst>
      </pc:sldChg>
      <pc:sldChg chg="addSp modSp mod ord">
        <pc:chgData name="전영진" userId="98df63d1-9780-4548-bf83-53aea51edba3" providerId="ADAL" clId="{24D175EC-DA1A-483C-B130-E77F4783C427}" dt="2023-08-16T13:04:03.100" v="15992"/>
        <pc:sldMkLst>
          <pc:docMk/>
          <pc:sldMk cId="2541995023" sldId="915"/>
        </pc:sldMkLst>
      </pc:sldChg>
      <pc:sldChg chg="addSp modSp mod ord">
        <pc:chgData name="전영진" userId="98df63d1-9780-4548-bf83-53aea51edba3" providerId="ADAL" clId="{24D175EC-DA1A-483C-B130-E77F4783C427}" dt="2023-08-17T05:20:55.635" v="20342"/>
        <pc:sldMkLst>
          <pc:docMk/>
          <pc:sldMk cId="4222801329" sldId="917"/>
        </pc:sldMkLst>
      </pc:sldChg>
      <pc:sldChg chg="addSp delSp modSp mod ord">
        <pc:chgData name="전영진" userId="98df63d1-9780-4548-bf83-53aea51edba3" providerId="ADAL" clId="{24D175EC-DA1A-483C-B130-E77F4783C427}" dt="2023-08-17T07:28:13.493" v="21265" actId="1076"/>
        <pc:sldMkLst>
          <pc:docMk/>
          <pc:sldMk cId="3632153686" sldId="918"/>
        </pc:sldMkLst>
      </pc:sldChg>
      <pc:sldChg chg="modSp del mod modShow addCm">
        <pc:chgData name="전영진" userId="98df63d1-9780-4548-bf83-53aea51edba3" providerId="ADAL" clId="{24D175EC-DA1A-483C-B130-E77F4783C427}" dt="2023-08-17T06:09:28.169" v="20996" actId="47"/>
        <pc:sldMkLst>
          <pc:docMk/>
          <pc:sldMk cId="1969630947" sldId="91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전영진" userId="98df63d1-9780-4548-bf83-53aea51edba3" providerId="ADAL" clId="{24D175EC-DA1A-483C-B130-E77F4783C427}" dt="2023-08-02T08:10:18.836" v="332"/>
              <pc2:cmMkLst xmlns:pc2="http://schemas.microsoft.com/office/powerpoint/2019/9/main/command">
                <pc:docMk/>
                <pc:sldMk cId="1969630947" sldId="919"/>
                <pc2:cmMk id="{D998C6F4-BB7F-46C9-BD05-99FCD24558B4}"/>
              </pc2:cmMkLst>
            </pc226:cmChg>
          </p:ext>
        </pc:extLst>
      </pc:sldChg>
      <pc:sldChg chg="addSp delSp modSp del mod">
        <pc:chgData name="전영진" userId="98df63d1-9780-4548-bf83-53aea51edba3" providerId="ADAL" clId="{24D175EC-DA1A-483C-B130-E77F4783C427}" dt="2023-08-16T09:07:10.052" v="10861" actId="2696"/>
        <pc:sldMkLst>
          <pc:docMk/>
          <pc:sldMk cId="1292092827" sldId="920"/>
        </pc:sldMkLst>
      </pc:sldChg>
      <pc:sldChg chg="modSp add mod">
        <pc:chgData name="전영진" userId="98df63d1-9780-4548-bf83-53aea51edba3" providerId="ADAL" clId="{24D175EC-DA1A-483C-B130-E77F4783C427}" dt="2023-08-17T06:31:46.966" v="21179"/>
        <pc:sldMkLst>
          <pc:docMk/>
          <pc:sldMk cId="2505146478" sldId="920"/>
        </pc:sldMkLst>
      </pc:sldChg>
      <pc:sldChg chg="modSp add mod">
        <pc:chgData name="전영진" userId="98df63d1-9780-4548-bf83-53aea51edba3" providerId="ADAL" clId="{24D175EC-DA1A-483C-B130-E77F4783C427}" dt="2023-08-17T06:31:58.196" v="21185" actId="20577"/>
        <pc:sldMkLst>
          <pc:docMk/>
          <pc:sldMk cId="185859173" sldId="921"/>
        </pc:sldMkLst>
      </pc:sldChg>
      <pc:sldChg chg="modSp del mod ord">
        <pc:chgData name="전영진" userId="98df63d1-9780-4548-bf83-53aea51edba3" providerId="ADAL" clId="{24D175EC-DA1A-483C-B130-E77F4783C427}" dt="2023-08-16T09:07:10.052" v="10861" actId="2696"/>
        <pc:sldMkLst>
          <pc:docMk/>
          <pc:sldMk cId="4154566782" sldId="921"/>
        </pc:sldMkLst>
      </pc:sldChg>
      <pc:sldChg chg="modSp add mod">
        <pc:chgData name="전영진" userId="98df63d1-9780-4548-bf83-53aea51edba3" providerId="ADAL" clId="{24D175EC-DA1A-483C-B130-E77F4783C427}" dt="2023-08-17T06:32:02.804" v="21189" actId="20577"/>
        <pc:sldMkLst>
          <pc:docMk/>
          <pc:sldMk cId="2173419491" sldId="922"/>
        </pc:sldMkLst>
      </pc:sldChg>
      <pc:sldChg chg="modSp del mod">
        <pc:chgData name="전영진" userId="98df63d1-9780-4548-bf83-53aea51edba3" providerId="ADAL" clId="{24D175EC-DA1A-483C-B130-E77F4783C427}" dt="2023-08-16T09:07:10.052" v="10861" actId="2696"/>
        <pc:sldMkLst>
          <pc:docMk/>
          <pc:sldMk cId="2291069613" sldId="922"/>
        </pc:sldMkLst>
      </pc:sldChg>
      <pc:sldChg chg="addSp modSp del mod ord">
        <pc:chgData name="전영진" userId="98df63d1-9780-4548-bf83-53aea51edba3" providerId="ADAL" clId="{24D175EC-DA1A-483C-B130-E77F4783C427}" dt="2023-08-16T09:07:10.052" v="10861" actId="2696"/>
        <pc:sldMkLst>
          <pc:docMk/>
          <pc:sldMk cId="1055878964" sldId="923"/>
        </pc:sldMkLst>
      </pc:sldChg>
      <pc:sldChg chg="modSp add mod">
        <pc:chgData name="전영진" userId="98df63d1-9780-4548-bf83-53aea51edba3" providerId="ADAL" clId="{24D175EC-DA1A-483C-B130-E77F4783C427}" dt="2023-08-17T06:31:52.171" v="21181" actId="20577"/>
        <pc:sldMkLst>
          <pc:docMk/>
          <pc:sldMk cId="3252136155" sldId="923"/>
        </pc:sldMkLst>
      </pc:sldChg>
      <pc:sldChg chg="addSp delSp modSp mod ord">
        <pc:chgData name="전영진" userId="98df63d1-9780-4548-bf83-53aea51edba3" providerId="ADAL" clId="{24D175EC-DA1A-483C-B130-E77F4783C427}" dt="2023-08-17T02:02:16.697" v="17291" actId="1076"/>
        <pc:sldMkLst>
          <pc:docMk/>
          <pc:sldMk cId="1964245144" sldId="925"/>
        </pc:sldMkLst>
      </pc:sldChg>
      <pc:sldChg chg="modSp mod ord">
        <pc:chgData name="전영진" userId="98df63d1-9780-4548-bf83-53aea51edba3" providerId="ADAL" clId="{24D175EC-DA1A-483C-B130-E77F4783C427}" dt="2023-08-17T06:18:51.318" v="21101"/>
        <pc:sldMkLst>
          <pc:docMk/>
          <pc:sldMk cId="543715859" sldId="926"/>
        </pc:sldMkLst>
      </pc:sldChg>
      <pc:sldChg chg="modSp mod">
        <pc:chgData name="전영진" userId="98df63d1-9780-4548-bf83-53aea51edba3" providerId="ADAL" clId="{24D175EC-DA1A-483C-B130-E77F4783C427}" dt="2023-08-16T09:10:25.126" v="10921" actId="20577"/>
        <pc:sldMkLst>
          <pc:docMk/>
          <pc:sldMk cId="1257357581" sldId="927"/>
        </pc:sldMkLst>
      </pc:sldChg>
      <pc:sldChg chg="modSp mod">
        <pc:chgData name="전영진" userId="98df63d1-9780-4548-bf83-53aea51edba3" providerId="ADAL" clId="{24D175EC-DA1A-483C-B130-E77F4783C427}" dt="2023-08-16T02:06:26.513" v="1981"/>
        <pc:sldMkLst>
          <pc:docMk/>
          <pc:sldMk cId="3784733205" sldId="928"/>
        </pc:sldMkLst>
      </pc:sldChg>
      <pc:sldChg chg="modSp del mod">
        <pc:chgData name="전영진" userId="98df63d1-9780-4548-bf83-53aea51edba3" providerId="ADAL" clId="{24D175EC-DA1A-483C-B130-E77F4783C427}" dt="2023-08-16T07:00:08.243" v="7662" actId="47"/>
        <pc:sldMkLst>
          <pc:docMk/>
          <pc:sldMk cId="3225896202" sldId="931"/>
        </pc:sldMkLst>
      </pc:sldChg>
      <pc:sldChg chg="modSp">
        <pc:chgData name="전영진" userId="98df63d1-9780-4548-bf83-53aea51edba3" providerId="ADAL" clId="{24D175EC-DA1A-483C-B130-E77F4783C427}" dt="2023-08-16T02:06:26.513" v="1981"/>
        <pc:sldMkLst>
          <pc:docMk/>
          <pc:sldMk cId="4285088457" sldId="933"/>
        </pc:sldMkLst>
      </pc:sldChg>
      <pc:sldChg chg="addSp modSp mod ord">
        <pc:chgData name="전영진" userId="98df63d1-9780-4548-bf83-53aea51edba3" providerId="ADAL" clId="{24D175EC-DA1A-483C-B130-E77F4783C427}" dt="2023-08-16T04:47:20.751" v="2449" actId="20577"/>
        <pc:sldMkLst>
          <pc:docMk/>
          <pc:sldMk cId="151631714" sldId="934"/>
        </pc:sldMkLst>
      </pc:sldChg>
      <pc:sldChg chg="addSp modSp mod ord">
        <pc:chgData name="전영진" userId="98df63d1-9780-4548-bf83-53aea51edba3" providerId="ADAL" clId="{24D175EC-DA1A-483C-B130-E77F4783C427}" dt="2023-08-16T13:04:03.100" v="15992"/>
        <pc:sldMkLst>
          <pc:docMk/>
          <pc:sldMk cId="341346299" sldId="935"/>
        </pc:sldMkLst>
      </pc:sldChg>
      <pc:sldChg chg="modSp ord">
        <pc:chgData name="전영진" userId="98df63d1-9780-4548-bf83-53aea51edba3" providerId="ADAL" clId="{24D175EC-DA1A-483C-B130-E77F4783C427}" dt="2023-08-16T13:04:03.100" v="15992"/>
        <pc:sldMkLst>
          <pc:docMk/>
          <pc:sldMk cId="1647152032" sldId="937"/>
        </pc:sldMkLst>
      </pc:sldChg>
      <pc:sldChg chg="modSp del ord">
        <pc:chgData name="전영진" userId="98df63d1-9780-4548-bf83-53aea51edba3" providerId="ADAL" clId="{24D175EC-DA1A-483C-B130-E77F4783C427}" dt="2023-08-16T05:49:20.789" v="4736" actId="47"/>
        <pc:sldMkLst>
          <pc:docMk/>
          <pc:sldMk cId="2218366588" sldId="939"/>
        </pc:sldMkLst>
      </pc:sldChg>
      <pc:sldChg chg="addSp modSp mod ord">
        <pc:chgData name="전영진" userId="98df63d1-9780-4548-bf83-53aea51edba3" providerId="ADAL" clId="{24D175EC-DA1A-483C-B130-E77F4783C427}" dt="2023-08-16T12:49:40.060" v="15559" actId="1076"/>
        <pc:sldMkLst>
          <pc:docMk/>
          <pc:sldMk cId="2794707729" sldId="940"/>
        </pc:sldMkLst>
      </pc:sldChg>
      <pc:sldChg chg="modSp ord">
        <pc:chgData name="전영진" userId="98df63d1-9780-4548-bf83-53aea51edba3" providerId="ADAL" clId="{24D175EC-DA1A-483C-B130-E77F4783C427}" dt="2023-08-16T13:02:14.857" v="15857"/>
        <pc:sldMkLst>
          <pc:docMk/>
          <pc:sldMk cId="1320714812" sldId="941"/>
        </pc:sldMkLst>
      </pc:sldChg>
      <pc:sldChg chg="modSp mod ord">
        <pc:chgData name="전영진" userId="98df63d1-9780-4548-bf83-53aea51edba3" providerId="ADAL" clId="{24D175EC-DA1A-483C-B130-E77F4783C427}" dt="2023-08-16T13:06:04.579" v="16220" actId="20577"/>
        <pc:sldMkLst>
          <pc:docMk/>
          <pc:sldMk cId="2525943278" sldId="942"/>
        </pc:sldMkLst>
      </pc:sldChg>
      <pc:sldChg chg="addSp delSp modSp mod ord">
        <pc:chgData name="전영진" userId="98df63d1-9780-4548-bf83-53aea51edba3" providerId="ADAL" clId="{24D175EC-DA1A-483C-B130-E77F4783C427}" dt="2023-08-16T07:35:51.790" v="8453" actId="1076"/>
        <pc:sldMkLst>
          <pc:docMk/>
          <pc:sldMk cId="1699605530" sldId="943"/>
        </pc:sldMkLst>
      </pc:sldChg>
      <pc:sldChg chg="addSp delSp modSp mod">
        <pc:chgData name="전영진" userId="98df63d1-9780-4548-bf83-53aea51edba3" providerId="ADAL" clId="{24D175EC-DA1A-483C-B130-E77F4783C427}" dt="2023-08-16T09:13:23.844" v="10968" actId="207"/>
        <pc:sldMkLst>
          <pc:docMk/>
          <pc:sldMk cId="2353828674" sldId="944"/>
        </pc:sldMkLst>
      </pc:sldChg>
      <pc:sldChg chg="addSp modSp mod ord">
        <pc:chgData name="전영진" userId="98df63d1-9780-4548-bf83-53aea51edba3" providerId="ADAL" clId="{24D175EC-DA1A-483C-B130-E77F4783C427}" dt="2023-08-17T06:25:46.404" v="21161"/>
        <pc:sldMkLst>
          <pc:docMk/>
          <pc:sldMk cId="728608420" sldId="945"/>
        </pc:sldMkLst>
      </pc:sldChg>
      <pc:sldChg chg="addSp modSp mod">
        <pc:chgData name="전영진" userId="98df63d1-9780-4548-bf83-53aea51edba3" providerId="ADAL" clId="{24D175EC-DA1A-483C-B130-E77F4783C427}" dt="2023-08-16T12:18:36.099" v="15114" actId="1076"/>
        <pc:sldMkLst>
          <pc:docMk/>
          <pc:sldMk cId="261411276" sldId="946"/>
        </pc:sldMkLst>
      </pc:sldChg>
      <pc:sldChg chg="addSp modSp mod">
        <pc:chgData name="전영진" userId="98df63d1-9780-4548-bf83-53aea51edba3" providerId="ADAL" clId="{24D175EC-DA1A-483C-B130-E77F4783C427}" dt="2023-08-16T12:38:27.063" v="15489" actId="113"/>
        <pc:sldMkLst>
          <pc:docMk/>
          <pc:sldMk cId="306406841" sldId="947"/>
        </pc:sldMkLst>
      </pc:sldChg>
      <pc:sldChg chg="addSp delSp modSp mod">
        <pc:chgData name="전영진" userId="98df63d1-9780-4548-bf83-53aea51edba3" providerId="ADAL" clId="{24D175EC-DA1A-483C-B130-E77F4783C427}" dt="2023-08-16T12:39:40.174" v="15503" actId="207"/>
        <pc:sldMkLst>
          <pc:docMk/>
          <pc:sldMk cId="3881478923" sldId="948"/>
        </pc:sldMkLst>
      </pc:sldChg>
      <pc:sldChg chg="modSp mod">
        <pc:chgData name="전영진" userId="98df63d1-9780-4548-bf83-53aea51edba3" providerId="ADAL" clId="{24D175EC-DA1A-483C-B130-E77F4783C427}" dt="2023-08-17T01:18:36.911" v="16586" actId="6549"/>
        <pc:sldMkLst>
          <pc:docMk/>
          <pc:sldMk cId="3745313581" sldId="949"/>
        </pc:sldMkLst>
      </pc:sldChg>
      <pc:sldChg chg="addSp modSp mod">
        <pc:chgData name="전영진" userId="98df63d1-9780-4548-bf83-53aea51edba3" providerId="ADAL" clId="{24D175EC-DA1A-483C-B130-E77F4783C427}" dt="2023-08-17T01:20:13.642" v="16623" actId="1076"/>
        <pc:sldMkLst>
          <pc:docMk/>
          <pc:sldMk cId="1001941838" sldId="950"/>
        </pc:sldMkLst>
      </pc:sldChg>
      <pc:sldChg chg="modSp mod">
        <pc:chgData name="전영진" userId="98df63d1-9780-4548-bf83-53aea51edba3" providerId="ADAL" clId="{24D175EC-DA1A-483C-B130-E77F4783C427}" dt="2023-08-17T01:20:26.869" v="16624" actId="20577"/>
        <pc:sldMkLst>
          <pc:docMk/>
          <pc:sldMk cId="182453629" sldId="951"/>
        </pc:sldMkLst>
      </pc:sldChg>
      <pc:sldChg chg="modSp del mod modShow">
        <pc:chgData name="전영진" userId="98df63d1-9780-4548-bf83-53aea51edba3" providerId="ADAL" clId="{24D175EC-DA1A-483C-B130-E77F4783C427}" dt="2023-08-17T06:39:04.441" v="21200" actId="47"/>
        <pc:sldMkLst>
          <pc:docMk/>
          <pc:sldMk cId="1810497343" sldId="952"/>
        </pc:sldMkLst>
      </pc:sldChg>
      <pc:sldChg chg="addSp modSp mod ord">
        <pc:chgData name="전영진" userId="98df63d1-9780-4548-bf83-53aea51edba3" providerId="ADAL" clId="{24D175EC-DA1A-483C-B130-E77F4783C427}" dt="2023-08-16T09:05:39.128" v="10651"/>
        <pc:sldMkLst>
          <pc:docMk/>
          <pc:sldMk cId="3962400764" sldId="953"/>
        </pc:sldMkLst>
      </pc:sldChg>
      <pc:sldChg chg="addSp modSp mod ord modShow">
        <pc:chgData name="전영진" userId="98df63d1-9780-4548-bf83-53aea51edba3" providerId="ADAL" clId="{24D175EC-DA1A-483C-B130-E77F4783C427}" dt="2023-08-17T06:13:21.410" v="21041"/>
        <pc:sldMkLst>
          <pc:docMk/>
          <pc:sldMk cId="4193147227" sldId="954"/>
        </pc:sldMkLst>
      </pc:sldChg>
      <pc:sldChg chg="addSp modSp mod ord modShow">
        <pc:chgData name="전영진" userId="98df63d1-9780-4548-bf83-53aea51edba3" providerId="ADAL" clId="{24D175EC-DA1A-483C-B130-E77F4783C427}" dt="2023-08-17T06:13:21.410" v="21041"/>
        <pc:sldMkLst>
          <pc:docMk/>
          <pc:sldMk cId="151563827" sldId="955"/>
        </pc:sldMkLst>
      </pc:sldChg>
      <pc:sldChg chg="addSp modSp mod">
        <pc:chgData name="전영진" userId="98df63d1-9780-4548-bf83-53aea51edba3" providerId="ADAL" clId="{24D175EC-DA1A-483C-B130-E77F4783C427}" dt="2023-08-17T01:51:18.867" v="17238" actId="1076"/>
        <pc:sldMkLst>
          <pc:docMk/>
          <pc:sldMk cId="529816105" sldId="956"/>
        </pc:sldMkLst>
      </pc:sldChg>
      <pc:sldChg chg="addSp modSp mod">
        <pc:chgData name="전영진" userId="98df63d1-9780-4548-bf83-53aea51edba3" providerId="ADAL" clId="{24D175EC-DA1A-483C-B130-E77F4783C427}" dt="2023-08-17T01:54:38.126" v="17288" actId="113"/>
        <pc:sldMkLst>
          <pc:docMk/>
          <pc:sldMk cId="20230432" sldId="957"/>
        </pc:sldMkLst>
      </pc:sldChg>
      <pc:sldChg chg="modSp">
        <pc:chgData name="전영진" userId="98df63d1-9780-4548-bf83-53aea51edba3" providerId="ADAL" clId="{24D175EC-DA1A-483C-B130-E77F4783C427}" dt="2023-08-16T02:06:26.513" v="1981"/>
        <pc:sldMkLst>
          <pc:docMk/>
          <pc:sldMk cId="2923186132" sldId="958"/>
        </pc:sldMkLst>
      </pc:sldChg>
      <pc:sldChg chg="modSp del mod modShow">
        <pc:chgData name="전영진" userId="98df63d1-9780-4548-bf83-53aea51edba3" providerId="ADAL" clId="{24D175EC-DA1A-483C-B130-E77F4783C427}" dt="2023-08-17T06:40:35.490" v="21202" actId="47"/>
        <pc:sldMkLst>
          <pc:docMk/>
          <pc:sldMk cId="255974276" sldId="959"/>
        </pc:sldMkLst>
      </pc:sldChg>
      <pc:sldChg chg="modSp mod">
        <pc:chgData name="전영진" userId="98df63d1-9780-4548-bf83-53aea51edba3" providerId="ADAL" clId="{24D175EC-DA1A-483C-B130-E77F4783C427}" dt="2023-08-17T02:52:31.836" v="18809" actId="20577"/>
        <pc:sldMkLst>
          <pc:docMk/>
          <pc:sldMk cId="3787065687" sldId="960"/>
        </pc:sldMkLst>
      </pc:sldChg>
      <pc:sldChg chg="addSp modSp mod">
        <pc:chgData name="전영진" userId="98df63d1-9780-4548-bf83-53aea51edba3" providerId="ADAL" clId="{24D175EC-DA1A-483C-B130-E77F4783C427}" dt="2023-08-17T06:45:17.152" v="21212"/>
        <pc:sldMkLst>
          <pc:docMk/>
          <pc:sldMk cId="517445231" sldId="961"/>
        </pc:sldMkLst>
      </pc:sldChg>
      <pc:sldChg chg="addSp modSp mod">
        <pc:chgData name="전영진" userId="98df63d1-9780-4548-bf83-53aea51edba3" providerId="ADAL" clId="{24D175EC-DA1A-483C-B130-E77F4783C427}" dt="2023-08-17T06:45:17.152" v="21212"/>
        <pc:sldMkLst>
          <pc:docMk/>
          <pc:sldMk cId="3524524273" sldId="962"/>
        </pc:sldMkLst>
      </pc:sldChg>
      <pc:sldChg chg="addSp modSp mod ord">
        <pc:chgData name="전영진" userId="98df63d1-9780-4548-bf83-53aea51edba3" providerId="ADAL" clId="{24D175EC-DA1A-483C-B130-E77F4783C427}" dt="2023-08-17T06:44:13.774" v="21209"/>
        <pc:sldMkLst>
          <pc:docMk/>
          <pc:sldMk cId="1275248210" sldId="963"/>
        </pc:sldMkLst>
      </pc:sldChg>
      <pc:sldChg chg="addSp modSp mod ord">
        <pc:chgData name="전영진" userId="98df63d1-9780-4548-bf83-53aea51edba3" providerId="ADAL" clId="{24D175EC-DA1A-483C-B130-E77F4783C427}" dt="2023-08-17T06:44:13.774" v="21209"/>
        <pc:sldMkLst>
          <pc:docMk/>
          <pc:sldMk cId="1870098802" sldId="964"/>
        </pc:sldMkLst>
      </pc:sldChg>
      <pc:sldChg chg="addSp delSp modSp mod">
        <pc:chgData name="전영진" userId="98df63d1-9780-4548-bf83-53aea51edba3" providerId="ADAL" clId="{24D175EC-DA1A-483C-B130-E77F4783C427}" dt="2023-08-17T01:29:51.990" v="16895" actId="20577"/>
        <pc:sldMkLst>
          <pc:docMk/>
          <pc:sldMk cId="4111833459" sldId="965"/>
        </pc:sldMkLst>
      </pc:sldChg>
      <pc:sldChg chg="addSp modSp mod">
        <pc:chgData name="전영진" userId="98df63d1-9780-4548-bf83-53aea51edba3" providerId="ADAL" clId="{24D175EC-DA1A-483C-B130-E77F4783C427}" dt="2023-08-17T01:34:41.597" v="17129" actId="20577"/>
        <pc:sldMkLst>
          <pc:docMk/>
          <pc:sldMk cId="2956247619" sldId="966"/>
        </pc:sldMkLst>
      </pc:sldChg>
      <pc:sldChg chg="modSp mod">
        <pc:chgData name="전영진" userId="98df63d1-9780-4548-bf83-53aea51edba3" providerId="ADAL" clId="{24D175EC-DA1A-483C-B130-E77F4783C427}" dt="2023-08-16T13:08:17.568" v="16289" actId="20577"/>
        <pc:sldMkLst>
          <pc:docMk/>
          <pc:sldMk cId="4102588689" sldId="967"/>
        </pc:sldMkLst>
      </pc:sldChg>
      <pc:sldChg chg="addSp modSp mod">
        <pc:chgData name="전영진" userId="98df63d1-9780-4548-bf83-53aea51edba3" providerId="ADAL" clId="{24D175EC-DA1A-483C-B130-E77F4783C427}" dt="2023-08-17T01:16:29.819" v="16537" actId="1076"/>
        <pc:sldMkLst>
          <pc:docMk/>
          <pc:sldMk cId="1155331861" sldId="968"/>
        </pc:sldMkLst>
      </pc:sldChg>
      <pc:sldChg chg="addSp delSp modSp del mod modShow">
        <pc:chgData name="전영진" userId="98df63d1-9780-4548-bf83-53aea51edba3" providerId="ADAL" clId="{24D175EC-DA1A-483C-B130-E77F4783C427}" dt="2023-08-17T06:40:59.307" v="21203" actId="47"/>
        <pc:sldMkLst>
          <pc:docMk/>
          <pc:sldMk cId="441136183" sldId="969"/>
        </pc:sldMkLst>
      </pc:sldChg>
      <pc:sldChg chg="addSp modSp mod">
        <pc:chgData name="전영진" userId="98df63d1-9780-4548-bf83-53aea51edba3" providerId="ADAL" clId="{24D175EC-DA1A-483C-B130-E77F4783C427}" dt="2023-08-17T03:03:08.775" v="18860" actId="207"/>
        <pc:sldMkLst>
          <pc:docMk/>
          <pc:sldMk cId="3096330034" sldId="970"/>
        </pc:sldMkLst>
      </pc:sldChg>
      <pc:sldChg chg="modSp add del mod modShow">
        <pc:chgData name="전영진" userId="98df63d1-9780-4548-bf83-53aea51edba3" providerId="ADAL" clId="{24D175EC-DA1A-483C-B130-E77F4783C427}" dt="2023-08-17T06:11:05.807" v="21018" actId="47"/>
        <pc:sldMkLst>
          <pc:docMk/>
          <pc:sldMk cId="1604721238" sldId="971"/>
        </pc:sldMkLst>
      </pc:sldChg>
      <pc:sldChg chg="modSp del">
        <pc:chgData name="전영진" userId="98df63d1-9780-4548-bf83-53aea51edba3" providerId="ADAL" clId="{24D175EC-DA1A-483C-B130-E77F4783C427}" dt="2023-08-17T05:12:58.649" v="20302" actId="2696"/>
        <pc:sldMkLst>
          <pc:docMk/>
          <pc:sldMk cId="3581624033" sldId="971"/>
        </pc:sldMkLst>
      </pc:sldChg>
      <pc:sldChg chg="modSp mod ord">
        <pc:chgData name="전영진" userId="98df63d1-9780-4548-bf83-53aea51edba3" providerId="ADAL" clId="{24D175EC-DA1A-483C-B130-E77F4783C427}" dt="2023-08-16T09:05:19.446" v="10649"/>
        <pc:sldMkLst>
          <pc:docMk/>
          <pc:sldMk cId="3103420704" sldId="973"/>
        </pc:sldMkLst>
      </pc:sldChg>
      <pc:sldChg chg="modSp mod ord">
        <pc:chgData name="전영진" userId="98df63d1-9780-4548-bf83-53aea51edba3" providerId="ADAL" clId="{24D175EC-DA1A-483C-B130-E77F4783C427}" dt="2023-08-16T09:05:14.845" v="10647"/>
        <pc:sldMkLst>
          <pc:docMk/>
          <pc:sldMk cId="4032602486" sldId="974"/>
        </pc:sldMkLst>
      </pc:sldChg>
      <pc:sldChg chg="addSp modSp mod ord">
        <pc:chgData name="전영진" userId="98df63d1-9780-4548-bf83-53aea51edba3" providerId="ADAL" clId="{24D175EC-DA1A-483C-B130-E77F4783C427}" dt="2023-08-16T13:02:56.924" v="15990" actId="20577"/>
        <pc:sldMkLst>
          <pc:docMk/>
          <pc:sldMk cId="3380032705" sldId="975"/>
        </pc:sldMkLst>
      </pc:sldChg>
      <pc:sldChg chg="addSp delSp modSp mod">
        <pc:chgData name="전영진" userId="98df63d1-9780-4548-bf83-53aea51edba3" providerId="ADAL" clId="{24D175EC-DA1A-483C-B130-E77F4783C427}" dt="2023-08-16T06:58:26.550" v="7594" actId="14100"/>
        <pc:sldMkLst>
          <pc:docMk/>
          <pc:sldMk cId="2648866678" sldId="976"/>
        </pc:sldMkLst>
      </pc:sldChg>
      <pc:sldChg chg="modSp del mod modShow">
        <pc:chgData name="전영진" userId="98df63d1-9780-4548-bf83-53aea51edba3" providerId="ADAL" clId="{24D175EC-DA1A-483C-B130-E77F4783C427}" dt="2023-08-16T07:00:09.791" v="7663" actId="47"/>
        <pc:sldMkLst>
          <pc:docMk/>
          <pc:sldMk cId="3708430808" sldId="977"/>
        </pc:sldMkLst>
      </pc:sldChg>
      <pc:sldChg chg="modSp mod ord">
        <pc:chgData name="전영진" userId="98df63d1-9780-4548-bf83-53aea51edba3" providerId="ADAL" clId="{24D175EC-DA1A-483C-B130-E77F4783C427}" dt="2023-08-16T09:11:11.599" v="10939" actId="20577"/>
        <pc:sldMkLst>
          <pc:docMk/>
          <pc:sldMk cId="3209315924" sldId="978"/>
        </pc:sldMkLst>
      </pc:sldChg>
      <pc:sldChg chg="modSp mod ord">
        <pc:chgData name="전영진" userId="98df63d1-9780-4548-bf83-53aea51edba3" providerId="ADAL" clId="{24D175EC-DA1A-483C-B130-E77F4783C427}" dt="2023-08-17T07:34:43.181" v="21361" actId="20577"/>
        <pc:sldMkLst>
          <pc:docMk/>
          <pc:sldMk cId="1969546199" sldId="979"/>
        </pc:sldMkLst>
      </pc:sldChg>
      <pc:sldChg chg="addSp delSp modSp mod">
        <pc:chgData name="전영진" userId="98df63d1-9780-4548-bf83-53aea51edba3" providerId="ADAL" clId="{24D175EC-DA1A-483C-B130-E77F4783C427}" dt="2023-08-17T02:15:38.681" v="17972" actId="20577"/>
        <pc:sldMkLst>
          <pc:docMk/>
          <pc:sldMk cId="2418874033" sldId="980"/>
        </pc:sldMkLst>
      </pc:sldChg>
      <pc:sldChg chg="addSp modSp mod">
        <pc:chgData name="전영진" userId="98df63d1-9780-4548-bf83-53aea51edba3" providerId="ADAL" clId="{24D175EC-DA1A-483C-B130-E77F4783C427}" dt="2023-08-16T12:24:48.033" v="15132" actId="207"/>
        <pc:sldMkLst>
          <pc:docMk/>
          <pc:sldMk cId="2918267510" sldId="981"/>
        </pc:sldMkLst>
      </pc:sldChg>
      <pc:sldChg chg="modSp add del mod">
        <pc:chgData name="전영진" userId="98df63d1-9780-4548-bf83-53aea51edba3" providerId="ADAL" clId="{24D175EC-DA1A-483C-B130-E77F4783C427}" dt="2023-08-16T05:02:14.882" v="2613" actId="47"/>
        <pc:sldMkLst>
          <pc:docMk/>
          <pc:sldMk cId="2755153615" sldId="982"/>
        </pc:sldMkLst>
      </pc:sldChg>
      <pc:sldChg chg="modSp del mod modShow">
        <pc:chgData name="전영진" userId="98df63d1-9780-4548-bf83-53aea51edba3" providerId="ADAL" clId="{24D175EC-DA1A-483C-B130-E77F4783C427}" dt="2023-08-17T06:59:35.037" v="21213" actId="47"/>
        <pc:sldMkLst>
          <pc:docMk/>
          <pc:sldMk cId="2783751731" sldId="983"/>
        </pc:sldMkLst>
      </pc:sldChg>
      <pc:sldChg chg="addSp modSp mod">
        <pc:chgData name="전영진" userId="98df63d1-9780-4548-bf83-53aea51edba3" providerId="ADAL" clId="{24D175EC-DA1A-483C-B130-E77F4783C427}" dt="2023-08-17T04:31:24.539" v="19417" actId="113"/>
        <pc:sldMkLst>
          <pc:docMk/>
          <pc:sldMk cId="1968782933" sldId="984"/>
        </pc:sldMkLst>
      </pc:sldChg>
      <pc:sldChg chg="modSp add del mod modShow">
        <pc:chgData name="전영진" userId="98df63d1-9780-4548-bf83-53aea51edba3" providerId="ADAL" clId="{24D175EC-DA1A-483C-B130-E77F4783C427}" dt="2023-08-17T06:39:12.097" v="21201" actId="47"/>
        <pc:sldMkLst>
          <pc:docMk/>
          <pc:sldMk cId="1165448122" sldId="985"/>
        </pc:sldMkLst>
      </pc:sldChg>
      <pc:sldChg chg="modSp mod ord">
        <pc:chgData name="전영진" userId="98df63d1-9780-4548-bf83-53aea51edba3" providerId="ADAL" clId="{24D175EC-DA1A-483C-B130-E77F4783C427}" dt="2023-08-16T13:08:22.219" v="16291"/>
        <pc:sldMkLst>
          <pc:docMk/>
          <pc:sldMk cId="2502882120" sldId="986"/>
        </pc:sldMkLst>
      </pc:sldChg>
      <pc:sldChg chg="modSp mod ord">
        <pc:chgData name="전영진" userId="98df63d1-9780-4548-bf83-53aea51edba3" providerId="ADAL" clId="{24D175EC-DA1A-483C-B130-E77F4783C427}" dt="2023-08-16T07:36:24.853" v="8464" actId="1037"/>
        <pc:sldMkLst>
          <pc:docMk/>
          <pc:sldMk cId="3229375990" sldId="987"/>
        </pc:sldMkLst>
      </pc:sldChg>
      <pc:sldChg chg="addSp modSp">
        <pc:chgData name="전영진" userId="98df63d1-9780-4548-bf83-53aea51edba3" providerId="ADAL" clId="{24D175EC-DA1A-483C-B130-E77F4783C427}" dt="2023-08-17T03:01:12.258" v="18844"/>
        <pc:sldMkLst>
          <pc:docMk/>
          <pc:sldMk cId="2149129131" sldId="988"/>
        </pc:sldMkLst>
      </pc:sldChg>
      <pc:sldChg chg="modSp mod">
        <pc:chgData name="전영진" userId="98df63d1-9780-4548-bf83-53aea51edba3" providerId="ADAL" clId="{24D175EC-DA1A-483C-B130-E77F4783C427}" dt="2023-08-17T03:06:57.910" v="18878" actId="20577"/>
        <pc:sldMkLst>
          <pc:docMk/>
          <pc:sldMk cId="1839206509" sldId="989"/>
        </pc:sldMkLst>
      </pc:sldChg>
      <pc:sldChg chg="addSp modSp mod">
        <pc:chgData name="전영진" userId="98df63d1-9780-4548-bf83-53aea51edba3" providerId="ADAL" clId="{24D175EC-DA1A-483C-B130-E77F4783C427}" dt="2023-08-17T03:12:46.549" v="19236" actId="20577"/>
        <pc:sldMkLst>
          <pc:docMk/>
          <pc:sldMk cId="1026887772" sldId="990"/>
        </pc:sldMkLst>
      </pc:sldChg>
      <pc:sldChg chg="addSp modSp mod">
        <pc:chgData name="전영진" userId="98df63d1-9780-4548-bf83-53aea51edba3" providerId="ADAL" clId="{24D175EC-DA1A-483C-B130-E77F4783C427}" dt="2023-08-17T05:21:12.086" v="20343"/>
        <pc:sldMkLst>
          <pc:docMk/>
          <pc:sldMk cId="3852400683" sldId="991"/>
        </pc:sldMkLst>
      </pc:sldChg>
      <pc:sldChg chg="modSp del mod modShow">
        <pc:chgData name="전영진" userId="98df63d1-9780-4548-bf83-53aea51edba3" providerId="ADAL" clId="{24D175EC-DA1A-483C-B130-E77F4783C427}" dt="2023-08-17T06:42:25.076" v="21204" actId="47"/>
        <pc:sldMkLst>
          <pc:docMk/>
          <pc:sldMk cId="3838588858" sldId="992"/>
        </pc:sldMkLst>
      </pc:sldChg>
      <pc:sldChg chg="addSp modSp mod">
        <pc:chgData name="전영진" userId="98df63d1-9780-4548-bf83-53aea51edba3" providerId="ADAL" clId="{24D175EC-DA1A-483C-B130-E77F4783C427}" dt="2023-08-17T04:32:36.486" v="19561" actId="1076"/>
        <pc:sldMkLst>
          <pc:docMk/>
          <pc:sldMk cId="3814633304" sldId="993"/>
        </pc:sldMkLst>
      </pc:sldChg>
      <pc:sldChg chg="addSp delSp modSp mod">
        <pc:chgData name="전영진" userId="98df63d1-9780-4548-bf83-53aea51edba3" providerId="ADAL" clId="{24D175EC-DA1A-483C-B130-E77F4783C427}" dt="2023-08-17T04:37:37.329" v="19795"/>
        <pc:sldMkLst>
          <pc:docMk/>
          <pc:sldMk cId="3049135104" sldId="994"/>
        </pc:sldMkLst>
      </pc:sldChg>
      <pc:sldChg chg="addSp delSp modSp mod">
        <pc:chgData name="전영진" userId="98df63d1-9780-4548-bf83-53aea51edba3" providerId="ADAL" clId="{24D175EC-DA1A-483C-B130-E77F4783C427}" dt="2023-08-17T04:41:46.019" v="19922" actId="207"/>
        <pc:sldMkLst>
          <pc:docMk/>
          <pc:sldMk cId="544885023" sldId="995"/>
        </pc:sldMkLst>
      </pc:sldChg>
      <pc:sldChg chg="modSp mod">
        <pc:chgData name="전영진" userId="98df63d1-9780-4548-bf83-53aea51edba3" providerId="ADAL" clId="{24D175EC-DA1A-483C-B130-E77F4783C427}" dt="2023-08-17T04:42:04.030" v="19999" actId="20577"/>
        <pc:sldMkLst>
          <pc:docMk/>
          <pc:sldMk cId="1322453761" sldId="996"/>
        </pc:sldMkLst>
      </pc:sldChg>
      <pc:sldChg chg="modSp mod">
        <pc:chgData name="전영진" userId="98df63d1-9780-4548-bf83-53aea51edba3" providerId="ADAL" clId="{24D175EC-DA1A-483C-B130-E77F4783C427}" dt="2023-08-17T04:45:55.110" v="20061" actId="20577"/>
        <pc:sldMkLst>
          <pc:docMk/>
          <pc:sldMk cId="2113591325" sldId="997"/>
        </pc:sldMkLst>
      </pc:sldChg>
      <pc:sldChg chg="addSp delSp modSp mod">
        <pc:chgData name="전영진" userId="98df63d1-9780-4548-bf83-53aea51edba3" providerId="ADAL" clId="{24D175EC-DA1A-483C-B130-E77F4783C427}" dt="2023-08-17T04:53:29.208" v="20115" actId="20577"/>
        <pc:sldMkLst>
          <pc:docMk/>
          <pc:sldMk cId="964958672" sldId="998"/>
        </pc:sldMkLst>
      </pc:sldChg>
      <pc:sldChg chg="modSp">
        <pc:chgData name="전영진" userId="98df63d1-9780-4548-bf83-53aea51edba3" providerId="ADAL" clId="{24D175EC-DA1A-483C-B130-E77F4783C427}" dt="2023-08-16T02:06:26.513" v="1981"/>
        <pc:sldMkLst>
          <pc:docMk/>
          <pc:sldMk cId="2132857006" sldId="999"/>
        </pc:sldMkLst>
      </pc:sldChg>
      <pc:sldChg chg="modSp del mod modShow">
        <pc:chgData name="전영진" userId="98df63d1-9780-4548-bf83-53aea51edba3" providerId="ADAL" clId="{24D175EC-DA1A-483C-B130-E77F4783C427}" dt="2023-08-17T06:43:25.886" v="21205" actId="47"/>
        <pc:sldMkLst>
          <pc:docMk/>
          <pc:sldMk cId="3764681914" sldId="1000"/>
        </pc:sldMkLst>
      </pc:sldChg>
      <pc:sldChg chg="addSp delSp modSp mod">
        <pc:chgData name="전영진" userId="98df63d1-9780-4548-bf83-53aea51edba3" providerId="ADAL" clId="{24D175EC-DA1A-483C-B130-E77F4783C427}" dt="2023-08-17T05:12:46.996" v="20301" actId="478"/>
        <pc:sldMkLst>
          <pc:docMk/>
          <pc:sldMk cId="2275801209" sldId="1001"/>
        </pc:sldMkLst>
      </pc:sldChg>
      <pc:sldChg chg="modSp del">
        <pc:chgData name="전영진" userId="98df63d1-9780-4548-bf83-53aea51edba3" providerId="ADAL" clId="{24D175EC-DA1A-483C-B130-E77F4783C427}" dt="2023-08-17T05:04:37.630" v="20249" actId="47"/>
        <pc:sldMkLst>
          <pc:docMk/>
          <pc:sldMk cId="2349822404" sldId="1002"/>
        </pc:sldMkLst>
      </pc:sldChg>
      <pc:sldChg chg="modSp del">
        <pc:chgData name="전영진" userId="98df63d1-9780-4548-bf83-53aea51edba3" providerId="ADAL" clId="{24D175EC-DA1A-483C-B130-E77F4783C427}" dt="2023-08-17T05:04:37.630" v="20249" actId="47"/>
        <pc:sldMkLst>
          <pc:docMk/>
          <pc:sldMk cId="1921551518" sldId="1003"/>
        </pc:sldMkLst>
      </pc:sldChg>
      <pc:sldChg chg="modSp del">
        <pc:chgData name="전영진" userId="98df63d1-9780-4548-bf83-53aea51edba3" providerId="ADAL" clId="{24D175EC-DA1A-483C-B130-E77F4783C427}" dt="2023-08-17T05:04:37.630" v="20249" actId="47"/>
        <pc:sldMkLst>
          <pc:docMk/>
          <pc:sldMk cId="3083788665" sldId="1004"/>
        </pc:sldMkLst>
      </pc:sldChg>
      <pc:sldChg chg="modSp del">
        <pc:chgData name="전영진" userId="98df63d1-9780-4548-bf83-53aea51edba3" providerId="ADAL" clId="{24D175EC-DA1A-483C-B130-E77F4783C427}" dt="2023-08-17T05:04:37.630" v="20249" actId="47"/>
        <pc:sldMkLst>
          <pc:docMk/>
          <pc:sldMk cId="3046503369" sldId="1005"/>
        </pc:sldMkLst>
      </pc:sldChg>
      <pc:sldChg chg="modSp del">
        <pc:chgData name="전영진" userId="98df63d1-9780-4548-bf83-53aea51edba3" providerId="ADAL" clId="{24D175EC-DA1A-483C-B130-E77F4783C427}" dt="2023-08-17T05:04:37.630" v="20249" actId="47"/>
        <pc:sldMkLst>
          <pc:docMk/>
          <pc:sldMk cId="1042934629" sldId="1006"/>
        </pc:sldMkLst>
      </pc:sldChg>
      <pc:sldChg chg="modSp del">
        <pc:chgData name="전영진" userId="98df63d1-9780-4548-bf83-53aea51edba3" providerId="ADAL" clId="{24D175EC-DA1A-483C-B130-E77F4783C427}" dt="2023-08-17T05:04:37.630" v="20249" actId="47"/>
        <pc:sldMkLst>
          <pc:docMk/>
          <pc:sldMk cId="4064616989" sldId="1007"/>
        </pc:sldMkLst>
      </pc:sldChg>
      <pc:sldChg chg="modSp del">
        <pc:chgData name="전영진" userId="98df63d1-9780-4548-bf83-53aea51edba3" providerId="ADAL" clId="{24D175EC-DA1A-483C-B130-E77F4783C427}" dt="2023-08-17T05:04:37.630" v="20249" actId="47"/>
        <pc:sldMkLst>
          <pc:docMk/>
          <pc:sldMk cId="3677596941" sldId="1008"/>
        </pc:sldMkLst>
      </pc:sldChg>
      <pc:sldChg chg="modSp del">
        <pc:chgData name="전영진" userId="98df63d1-9780-4548-bf83-53aea51edba3" providerId="ADAL" clId="{24D175EC-DA1A-483C-B130-E77F4783C427}" dt="2023-08-17T05:04:37.630" v="20249" actId="47"/>
        <pc:sldMkLst>
          <pc:docMk/>
          <pc:sldMk cId="2597096192" sldId="1009"/>
        </pc:sldMkLst>
      </pc:sldChg>
      <pc:sldChg chg="modSp del">
        <pc:chgData name="전영진" userId="98df63d1-9780-4548-bf83-53aea51edba3" providerId="ADAL" clId="{24D175EC-DA1A-483C-B130-E77F4783C427}" dt="2023-08-17T05:04:37.630" v="20249" actId="47"/>
        <pc:sldMkLst>
          <pc:docMk/>
          <pc:sldMk cId="3584400452" sldId="1010"/>
        </pc:sldMkLst>
      </pc:sldChg>
      <pc:sldChg chg="modSp del">
        <pc:chgData name="전영진" userId="98df63d1-9780-4548-bf83-53aea51edba3" providerId="ADAL" clId="{24D175EC-DA1A-483C-B130-E77F4783C427}" dt="2023-08-17T05:04:37.630" v="20249" actId="47"/>
        <pc:sldMkLst>
          <pc:docMk/>
          <pc:sldMk cId="2209292306" sldId="1011"/>
        </pc:sldMkLst>
      </pc:sldChg>
      <pc:sldChg chg="modSp del mod modShow">
        <pc:chgData name="전영진" userId="98df63d1-9780-4548-bf83-53aea51edba3" providerId="ADAL" clId="{24D175EC-DA1A-483C-B130-E77F4783C427}" dt="2023-08-17T06:44:03.307" v="21207" actId="47"/>
        <pc:sldMkLst>
          <pc:docMk/>
          <pc:sldMk cId="4122570816" sldId="1012"/>
        </pc:sldMkLst>
      </pc:sldChg>
      <pc:sldChg chg="modSp del">
        <pc:chgData name="전영진" userId="98df63d1-9780-4548-bf83-53aea51edba3" providerId="ADAL" clId="{24D175EC-DA1A-483C-B130-E77F4783C427}" dt="2023-08-17T05:04:41.071" v="20250" actId="47"/>
        <pc:sldMkLst>
          <pc:docMk/>
          <pc:sldMk cId="1995202415" sldId="1013"/>
        </pc:sldMkLst>
      </pc:sldChg>
      <pc:sldChg chg="modSp del">
        <pc:chgData name="전영진" userId="98df63d1-9780-4548-bf83-53aea51edba3" providerId="ADAL" clId="{24D175EC-DA1A-483C-B130-E77F4783C427}" dt="2023-08-17T05:04:41.071" v="20250" actId="47"/>
        <pc:sldMkLst>
          <pc:docMk/>
          <pc:sldMk cId="1293673463" sldId="1014"/>
        </pc:sldMkLst>
      </pc:sldChg>
      <pc:sldChg chg="modSp del">
        <pc:chgData name="전영진" userId="98df63d1-9780-4548-bf83-53aea51edba3" providerId="ADAL" clId="{24D175EC-DA1A-483C-B130-E77F4783C427}" dt="2023-08-17T05:04:41.071" v="20250" actId="47"/>
        <pc:sldMkLst>
          <pc:docMk/>
          <pc:sldMk cId="828346065" sldId="1015"/>
        </pc:sldMkLst>
      </pc:sldChg>
      <pc:sldChg chg="modSp del">
        <pc:chgData name="전영진" userId="98df63d1-9780-4548-bf83-53aea51edba3" providerId="ADAL" clId="{24D175EC-DA1A-483C-B130-E77F4783C427}" dt="2023-08-17T05:04:41.071" v="20250" actId="47"/>
        <pc:sldMkLst>
          <pc:docMk/>
          <pc:sldMk cId="1251220278" sldId="1016"/>
        </pc:sldMkLst>
      </pc:sldChg>
      <pc:sldChg chg="modSp del">
        <pc:chgData name="전영진" userId="98df63d1-9780-4548-bf83-53aea51edba3" providerId="ADAL" clId="{24D175EC-DA1A-483C-B130-E77F4783C427}" dt="2023-08-17T05:04:41.071" v="20250" actId="47"/>
        <pc:sldMkLst>
          <pc:docMk/>
          <pc:sldMk cId="2396374564" sldId="1017"/>
        </pc:sldMkLst>
      </pc:sldChg>
      <pc:sldChg chg="modSp del">
        <pc:chgData name="전영진" userId="98df63d1-9780-4548-bf83-53aea51edba3" providerId="ADAL" clId="{24D175EC-DA1A-483C-B130-E77F4783C427}" dt="2023-08-17T05:04:41.071" v="20250" actId="47"/>
        <pc:sldMkLst>
          <pc:docMk/>
          <pc:sldMk cId="564814420" sldId="1018"/>
        </pc:sldMkLst>
      </pc:sldChg>
      <pc:sldChg chg="addSp delSp modSp mod">
        <pc:chgData name="전영진" userId="98df63d1-9780-4548-bf83-53aea51edba3" providerId="ADAL" clId="{24D175EC-DA1A-483C-B130-E77F4783C427}" dt="2023-08-17T03:04:09.809" v="18876" actId="207"/>
        <pc:sldMkLst>
          <pc:docMk/>
          <pc:sldMk cId="1278024095" sldId="1019"/>
        </pc:sldMkLst>
      </pc:sldChg>
      <pc:sldChg chg="modSp mod ord">
        <pc:chgData name="전영진" userId="98df63d1-9780-4548-bf83-53aea51edba3" providerId="ADAL" clId="{24D175EC-DA1A-483C-B130-E77F4783C427}" dt="2023-08-17T06:26:05.890" v="21174"/>
        <pc:sldMkLst>
          <pc:docMk/>
          <pc:sldMk cId="2533689349" sldId="1020"/>
        </pc:sldMkLst>
      </pc:sldChg>
      <pc:sldChg chg="addSp modSp mod">
        <pc:chgData name="전영진" userId="98df63d1-9780-4548-bf83-53aea51edba3" providerId="ADAL" clId="{24D175EC-DA1A-483C-B130-E77F4783C427}" dt="2023-08-16T09:40:14.320" v="11509" actId="1076"/>
        <pc:sldMkLst>
          <pc:docMk/>
          <pc:sldMk cId="2898264280" sldId="1021"/>
        </pc:sldMkLst>
      </pc:sldChg>
      <pc:sldChg chg="addSp modSp mod">
        <pc:chgData name="전영진" userId="98df63d1-9780-4548-bf83-53aea51edba3" providerId="ADAL" clId="{24D175EC-DA1A-483C-B130-E77F4783C427}" dt="2023-08-16T10:28:12.054" v="13279" actId="207"/>
        <pc:sldMkLst>
          <pc:docMk/>
          <pc:sldMk cId="3841982204" sldId="1022"/>
        </pc:sldMkLst>
      </pc:sldChg>
      <pc:sldChg chg="addSp delSp modSp del mod">
        <pc:chgData name="전영진" userId="98df63d1-9780-4548-bf83-53aea51edba3" providerId="ADAL" clId="{24D175EC-DA1A-483C-B130-E77F4783C427}" dt="2023-08-17T02:46:05.066" v="18521" actId="47"/>
        <pc:sldMkLst>
          <pc:docMk/>
          <pc:sldMk cId="3019235443" sldId="1023"/>
        </pc:sldMkLst>
      </pc:sldChg>
      <pc:sldChg chg="modSp">
        <pc:chgData name="전영진" userId="98df63d1-9780-4548-bf83-53aea51edba3" providerId="ADAL" clId="{24D175EC-DA1A-483C-B130-E77F4783C427}" dt="2023-08-16T02:06:26.513" v="1981"/>
        <pc:sldMkLst>
          <pc:docMk/>
          <pc:sldMk cId="3911252390" sldId="1024"/>
        </pc:sldMkLst>
      </pc:sldChg>
      <pc:sldChg chg="modSp">
        <pc:chgData name="전영진" userId="98df63d1-9780-4548-bf83-53aea51edba3" providerId="ADAL" clId="{24D175EC-DA1A-483C-B130-E77F4783C427}" dt="2023-08-16T02:06:26.513" v="1981"/>
        <pc:sldMkLst>
          <pc:docMk/>
          <pc:sldMk cId="746006926" sldId="1025"/>
        </pc:sldMkLst>
      </pc:sldChg>
      <pc:sldChg chg="addSp delSp modSp mod">
        <pc:chgData name="전영진" userId="98df63d1-9780-4548-bf83-53aea51edba3" providerId="ADAL" clId="{24D175EC-DA1A-483C-B130-E77F4783C427}" dt="2023-08-16T07:43:10.275" v="8677" actId="1076"/>
        <pc:sldMkLst>
          <pc:docMk/>
          <pc:sldMk cId="424461163" sldId="1026"/>
        </pc:sldMkLst>
      </pc:sldChg>
      <pc:sldChg chg="modSp del mod modShow">
        <pc:chgData name="전영진" userId="98df63d1-9780-4548-bf83-53aea51edba3" providerId="ADAL" clId="{24D175EC-DA1A-483C-B130-E77F4783C427}" dt="2023-08-17T06:22:03.636" v="21144" actId="47"/>
        <pc:sldMkLst>
          <pc:docMk/>
          <pc:sldMk cId="267303101" sldId="1027"/>
        </pc:sldMkLst>
      </pc:sldChg>
      <pc:sldChg chg="modSp del mod modShow">
        <pc:chgData name="전영진" userId="98df63d1-9780-4548-bf83-53aea51edba3" providerId="ADAL" clId="{24D175EC-DA1A-483C-B130-E77F4783C427}" dt="2023-08-17T06:22:04.582" v="21145" actId="47"/>
        <pc:sldMkLst>
          <pc:docMk/>
          <pc:sldMk cId="588366973" sldId="1028"/>
        </pc:sldMkLst>
      </pc:sldChg>
      <pc:sldChg chg="modSp del">
        <pc:chgData name="전영진" userId="98df63d1-9780-4548-bf83-53aea51edba3" providerId="ADAL" clId="{24D175EC-DA1A-483C-B130-E77F4783C427}" dt="2023-08-16T07:02:34.260" v="7668" actId="47"/>
        <pc:sldMkLst>
          <pc:docMk/>
          <pc:sldMk cId="278482609" sldId="1029"/>
        </pc:sldMkLst>
      </pc:sldChg>
      <pc:sldChg chg="addSp delSp modSp add mod">
        <pc:chgData name="전영진" userId="98df63d1-9780-4548-bf83-53aea51edba3" providerId="ADAL" clId="{24D175EC-DA1A-483C-B130-E77F4783C427}" dt="2023-08-17T02:07:52.953" v="17842" actId="20577"/>
        <pc:sldMkLst>
          <pc:docMk/>
          <pc:sldMk cId="1591953029" sldId="1030"/>
        </pc:sldMkLst>
      </pc:sldChg>
      <pc:sldChg chg="addSp delSp modSp del mod modShow">
        <pc:chgData name="전영진" userId="98df63d1-9780-4548-bf83-53aea51edba3" providerId="ADAL" clId="{24D175EC-DA1A-483C-B130-E77F4783C427}" dt="2023-08-17T02:02:26.975" v="17292" actId="2696"/>
        <pc:sldMkLst>
          <pc:docMk/>
          <pc:sldMk cId="2544449175" sldId="1030"/>
        </pc:sldMkLst>
      </pc:sldChg>
      <pc:sldChg chg="modSp mod">
        <pc:chgData name="전영진" userId="98df63d1-9780-4548-bf83-53aea51edba3" providerId="ADAL" clId="{24D175EC-DA1A-483C-B130-E77F4783C427}" dt="2023-08-16T09:55:43.254" v="11934" actId="208"/>
        <pc:sldMkLst>
          <pc:docMk/>
          <pc:sldMk cId="2835859870" sldId="1031"/>
        </pc:sldMkLst>
      </pc:sldChg>
      <pc:sldChg chg="modSp mod">
        <pc:chgData name="전영진" userId="98df63d1-9780-4548-bf83-53aea51edba3" providerId="ADAL" clId="{24D175EC-DA1A-483C-B130-E77F4783C427}" dt="2023-08-16T09:57:12.318" v="12157" actId="20577"/>
        <pc:sldMkLst>
          <pc:docMk/>
          <pc:sldMk cId="2009646690" sldId="1032"/>
        </pc:sldMkLst>
      </pc:sldChg>
      <pc:sldChg chg="addSp modSp mod">
        <pc:chgData name="전영진" userId="98df63d1-9780-4548-bf83-53aea51edba3" providerId="ADAL" clId="{24D175EC-DA1A-483C-B130-E77F4783C427}" dt="2023-08-16T09:21:22.124" v="11004" actId="1076"/>
        <pc:sldMkLst>
          <pc:docMk/>
          <pc:sldMk cId="416468239" sldId="1033"/>
        </pc:sldMkLst>
      </pc:sldChg>
      <pc:sldChg chg="addSp modSp mod ord">
        <pc:chgData name="전영진" userId="98df63d1-9780-4548-bf83-53aea51edba3" providerId="ADAL" clId="{24D175EC-DA1A-483C-B130-E77F4783C427}" dt="2023-08-16T09:32:35.023" v="11491"/>
        <pc:sldMkLst>
          <pc:docMk/>
          <pc:sldMk cId="1448292275" sldId="1034"/>
        </pc:sldMkLst>
      </pc:sldChg>
      <pc:sldChg chg="addSp modSp mod">
        <pc:chgData name="전영진" userId="98df63d1-9780-4548-bf83-53aea51edba3" providerId="ADAL" clId="{24D175EC-DA1A-483C-B130-E77F4783C427}" dt="2023-08-17T07:36:09.354" v="21375" actId="20577"/>
        <pc:sldMkLst>
          <pc:docMk/>
          <pc:sldMk cId="68131727" sldId="1035"/>
        </pc:sldMkLst>
      </pc:sldChg>
      <pc:sldChg chg="modSp mod">
        <pc:chgData name="전영진" userId="98df63d1-9780-4548-bf83-53aea51edba3" providerId="ADAL" clId="{24D175EC-DA1A-483C-B130-E77F4783C427}" dt="2023-08-16T10:03:56.624" v="12560"/>
        <pc:sldMkLst>
          <pc:docMk/>
          <pc:sldMk cId="170382952" sldId="1036"/>
        </pc:sldMkLst>
      </pc:sldChg>
      <pc:sldChg chg="modSp mod">
        <pc:chgData name="전영진" userId="98df63d1-9780-4548-bf83-53aea51edba3" providerId="ADAL" clId="{24D175EC-DA1A-483C-B130-E77F4783C427}" dt="2023-08-17T07:36:44.985" v="21378"/>
        <pc:sldMkLst>
          <pc:docMk/>
          <pc:sldMk cId="1345149442" sldId="1037"/>
        </pc:sldMkLst>
      </pc:sldChg>
      <pc:sldChg chg="modSp mod">
        <pc:chgData name="전영진" userId="98df63d1-9780-4548-bf83-53aea51edba3" providerId="ADAL" clId="{24D175EC-DA1A-483C-B130-E77F4783C427}" dt="2023-08-16T10:05:31.717" v="12843" actId="20577"/>
        <pc:sldMkLst>
          <pc:docMk/>
          <pc:sldMk cId="2435556346" sldId="1038"/>
        </pc:sldMkLst>
      </pc:sldChg>
      <pc:sldChg chg="modSp del">
        <pc:chgData name="전영진" userId="98df63d1-9780-4548-bf83-53aea51edba3" providerId="ADAL" clId="{24D175EC-DA1A-483C-B130-E77F4783C427}" dt="2023-08-16T10:04:26.827" v="12561" actId="47"/>
        <pc:sldMkLst>
          <pc:docMk/>
          <pc:sldMk cId="3625071791" sldId="1039"/>
        </pc:sldMkLst>
      </pc:sldChg>
      <pc:sldChg chg="modSp mod">
        <pc:chgData name="전영진" userId="98df63d1-9780-4548-bf83-53aea51edba3" providerId="ADAL" clId="{24D175EC-DA1A-483C-B130-E77F4783C427}" dt="2023-08-16T10:05:24.288" v="12842" actId="20577"/>
        <pc:sldMkLst>
          <pc:docMk/>
          <pc:sldMk cId="16503242" sldId="1040"/>
        </pc:sldMkLst>
      </pc:sldChg>
      <pc:sldChg chg="addSp modSp mod ord">
        <pc:chgData name="전영진" userId="98df63d1-9780-4548-bf83-53aea51edba3" providerId="ADAL" clId="{24D175EC-DA1A-483C-B130-E77F4783C427}" dt="2023-08-17T07:35:28.904" v="21369"/>
        <pc:sldMkLst>
          <pc:docMk/>
          <pc:sldMk cId="2389684458" sldId="1041"/>
        </pc:sldMkLst>
      </pc:sldChg>
      <pc:sldChg chg="addSp modSp mod">
        <pc:chgData name="전영진" userId="98df63d1-9780-4548-bf83-53aea51edba3" providerId="ADAL" clId="{24D175EC-DA1A-483C-B130-E77F4783C427}" dt="2023-08-17T07:35:14.376" v="21367" actId="20577"/>
        <pc:sldMkLst>
          <pc:docMk/>
          <pc:sldMk cId="816238413" sldId="1042"/>
        </pc:sldMkLst>
      </pc:sldChg>
      <pc:sldChg chg="modSp mod">
        <pc:chgData name="전영진" userId="98df63d1-9780-4548-bf83-53aea51edba3" providerId="ADAL" clId="{24D175EC-DA1A-483C-B130-E77F4783C427}" dt="2023-08-16T09:49:14.552" v="11712" actId="20577"/>
        <pc:sldMkLst>
          <pc:docMk/>
          <pc:sldMk cId="489223260" sldId="1043"/>
        </pc:sldMkLst>
      </pc:sldChg>
      <pc:sldChg chg="modSp ord">
        <pc:chgData name="전영진" userId="98df63d1-9780-4548-bf83-53aea51edba3" providerId="ADAL" clId="{24D175EC-DA1A-483C-B130-E77F4783C427}" dt="2023-08-17T06:13:21.410" v="21041"/>
        <pc:sldMkLst>
          <pc:docMk/>
          <pc:sldMk cId="2799333231" sldId="1045"/>
        </pc:sldMkLst>
      </pc:sldChg>
      <pc:sldChg chg="addSp modSp mod ord">
        <pc:chgData name="전영진" userId="98df63d1-9780-4548-bf83-53aea51edba3" providerId="ADAL" clId="{24D175EC-DA1A-483C-B130-E77F4783C427}" dt="2023-08-17T06:13:21.410" v="21041"/>
        <pc:sldMkLst>
          <pc:docMk/>
          <pc:sldMk cId="1061005003" sldId="1046"/>
        </pc:sldMkLst>
      </pc:sldChg>
      <pc:sldChg chg="modSp del mod ord">
        <pc:chgData name="전영진" userId="98df63d1-9780-4548-bf83-53aea51edba3" providerId="ADAL" clId="{24D175EC-DA1A-483C-B130-E77F4783C427}" dt="2023-08-16T09:05:47.667" v="10652" actId="2696"/>
        <pc:sldMkLst>
          <pc:docMk/>
          <pc:sldMk cId="211771118" sldId="1047"/>
        </pc:sldMkLst>
      </pc:sldChg>
      <pc:sldChg chg="add">
        <pc:chgData name="전영진" userId="98df63d1-9780-4548-bf83-53aea51edba3" providerId="ADAL" clId="{24D175EC-DA1A-483C-B130-E77F4783C427}" dt="2023-08-16T09:05:51.715" v="10653"/>
        <pc:sldMkLst>
          <pc:docMk/>
          <pc:sldMk cId="843359548" sldId="1047"/>
        </pc:sldMkLst>
      </pc:sldChg>
      <pc:sldChg chg="modSp del mod ord modShow">
        <pc:chgData name="전영진" userId="98df63d1-9780-4548-bf83-53aea51edba3" providerId="ADAL" clId="{24D175EC-DA1A-483C-B130-E77F4783C427}" dt="2023-08-17T06:23:00.434" v="21147" actId="47"/>
        <pc:sldMkLst>
          <pc:docMk/>
          <pc:sldMk cId="2884369416" sldId="1048"/>
        </pc:sldMkLst>
      </pc:sldChg>
      <pc:sldChg chg="modSp mod ord">
        <pc:chgData name="전영진" userId="98df63d1-9780-4548-bf83-53aea51edba3" providerId="ADAL" clId="{24D175EC-DA1A-483C-B130-E77F4783C427}" dt="2023-08-17T06:13:21.410" v="21041"/>
        <pc:sldMkLst>
          <pc:docMk/>
          <pc:sldMk cId="2747088665" sldId="1049"/>
        </pc:sldMkLst>
      </pc:sldChg>
      <pc:sldChg chg="modSp del mod ord modShow">
        <pc:chgData name="전영진" userId="98df63d1-9780-4548-bf83-53aea51edba3" providerId="ADAL" clId="{24D175EC-DA1A-483C-B130-E77F4783C427}" dt="2023-08-17T06:22:57.338" v="21146" actId="47"/>
        <pc:sldMkLst>
          <pc:docMk/>
          <pc:sldMk cId="1201388924" sldId="1050"/>
        </pc:sldMkLst>
      </pc:sldChg>
      <pc:sldChg chg="addSp delSp modSp mod ord">
        <pc:chgData name="전영진" userId="98df63d1-9780-4548-bf83-53aea51edba3" providerId="ADAL" clId="{24D175EC-DA1A-483C-B130-E77F4783C427}" dt="2023-08-17T06:19:28.667" v="21143" actId="20577"/>
        <pc:sldMkLst>
          <pc:docMk/>
          <pc:sldMk cId="712980440" sldId="1051"/>
        </pc:sldMkLst>
      </pc:sldChg>
      <pc:sldChg chg="modSp mod ord">
        <pc:chgData name="전영진" userId="98df63d1-9780-4548-bf83-53aea51edba3" providerId="ADAL" clId="{24D175EC-DA1A-483C-B130-E77F4783C427}" dt="2023-08-17T06:23:25.704" v="21156"/>
        <pc:sldMkLst>
          <pc:docMk/>
          <pc:sldMk cId="2908034384" sldId="1052"/>
        </pc:sldMkLst>
      </pc:sldChg>
      <pc:sldChg chg="modSp mod ord">
        <pc:chgData name="전영진" userId="98df63d1-9780-4548-bf83-53aea51edba3" providerId="ADAL" clId="{24D175EC-DA1A-483C-B130-E77F4783C427}" dt="2023-08-17T06:13:21.410" v="21041"/>
        <pc:sldMkLst>
          <pc:docMk/>
          <pc:sldMk cId="956062364" sldId="1053"/>
        </pc:sldMkLst>
      </pc:sldChg>
      <pc:sldChg chg="modSp del mod ord modShow">
        <pc:chgData name="전영진" userId="98df63d1-9780-4548-bf83-53aea51edba3" providerId="ADAL" clId="{24D175EC-DA1A-483C-B130-E77F4783C427}" dt="2023-08-17T06:24:34.479" v="21157" actId="47"/>
        <pc:sldMkLst>
          <pc:docMk/>
          <pc:sldMk cId="761136506" sldId="1054"/>
        </pc:sldMkLst>
      </pc:sldChg>
      <pc:sldChg chg="modSp">
        <pc:chgData name="전영진" userId="98df63d1-9780-4548-bf83-53aea51edba3" providerId="ADAL" clId="{24D175EC-DA1A-483C-B130-E77F4783C427}" dt="2023-08-16T02:06:26.513" v="1981"/>
        <pc:sldMkLst>
          <pc:docMk/>
          <pc:sldMk cId="2574372331" sldId="1055"/>
        </pc:sldMkLst>
      </pc:sldChg>
      <pc:sldChg chg="modSp">
        <pc:chgData name="전영진" userId="98df63d1-9780-4548-bf83-53aea51edba3" providerId="ADAL" clId="{24D175EC-DA1A-483C-B130-E77F4783C427}" dt="2023-08-16T02:06:26.513" v="1981"/>
        <pc:sldMkLst>
          <pc:docMk/>
          <pc:sldMk cId="709221028" sldId="1056"/>
        </pc:sldMkLst>
      </pc:sldChg>
      <pc:sldChg chg="modSp ord">
        <pc:chgData name="전영진" userId="98df63d1-9780-4548-bf83-53aea51edba3" providerId="ADAL" clId="{24D175EC-DA1A-483C-B130-E77F4783C427}" dt="2023-08-17T06:13:21.410" v="21041"/>
        <pc:sldMkLst>
          <pc:docMk/>
          <pc:sldMk cId="1221761265" sldId="1057"/>
        </pc:sldMkLst>
      </pc:sldChg>
      <pc:sldChg chg="modSp">
        <pc:chgData name="전영진" userId="98df63d1-9780-4548-bf83-53aea51edba3" providerId="ADAL" clId="{24D175EC-DA1A-483C-B130-E77F4783C427}" dt="2023-08-16T02:06:26.513" v="1981"/>
        <pc:sldMkLst>
          <pc:docMk/>
          <pc:sldMk cId="3688903811" sldId="1058"/>
        </pc:sldMkLst>
      </pc:sldChg>
      <pc:sldChg chg="modSp mod ord">
        <pc:chgData name="전영진" userId="98df63d1-9780-4548-bf83-53aea51edba3" providerId="ADAL" clId="{24D175EC-DA1A-483C-B130-E77F4783C427}" dt="2023-08-17T06:13:21.410" v="21041"/>
        <pc:sldMkLst>
          <pc:docMk/>
          <pc:sldMk cId="3017088224" sldId="1059"/>
        </pc:sldMkLst>
      </pc:sldChg>
      <pc:sldChg chg="addSp delSp modSp mod ord">
        <pc:chgData name="전영진" userId="98df63d1-9780-4548-bf83-53aea51edba3" providerId="ADAL" clId="{24D175EC-DA1A-483C-B130-E77F4783C427}" dt="2023-08-17T06:44:13.774" v="21209"/>
        <pc:sldMkLst>
          <pc:docMk/>
          <pc:sldMk cId="3181331783" sldId="1060"/>
        </pc:sldMkLst>
      </pc:sldChg>
      <pc:sldChg chg="modSp del mod ord modShow">
        <pc:chgData name="전영진" userId="98df63d1-9780-4548-bf83-53aea51edba3" providerId="ADAL" clId="{24D175EC-DA1A-483C-B130-E77F4783C427}" dt="2023-08-17T06:44:38.362" v="21210" actId="47"/>
        <pc:sldMkLst>
          <pc:docMk/>
          <pc:sldMk cId="3022660044" sldId="1062"/>
        </pc:sldMkLst>
      </pc:sldChg>
      <pc:sldChg chg="modSp mod">
        <pc:chgData name="전영진" userId="98df63d1-9780-4548-bf83-53aea51edba3" providerId="ADAL" clId="{24D175EC-DA1A-483C-B130-E77F4783C427}" dt="2023-08-16T06:31:03.855" v="6527" actId="20577"/>
        <pc:sldMkLst>
          <pc:docMk/>
          <pc:sldMk cId="4221889547" sldId="1063"/>
        </pc:sldMkLst>
      </pc:sldChg>
      <pc:sldChg chg="modSp ord">
        <pc:chgData name="전영진" userId="98df63d1-9780-4548-bf83-53aea51edba3" providerId="ADAL" clId="{24D175EC-DA1A-483C-B130-E77F4783C427}" dt="2023-08-17T06:44:13.774" v="21209"/>
        <pc:sldMkLst>
          <pc:docMk/>
          <pc:sldMk cId="1737058873" sldId="1064"/>
        </pc:sldMkLst>
      </pc:sldChg>
      <pc:sldChg chg="modSp del">
        <pc:chgData name="전영진" userId="98df63d1-9780-4548-bf83-53aea51edba3" providerId="ADAL" clId="{24D175EC-DA1A-483C-B130-E77F4783C427}" dt="2023-08-16T06:38:10.476" v="6577" actId="47"/>
        <pc:sldMkLst>
          <pc:docMk/>
          <pc:sldMk cId="1528146539" sldId="1068"/>
        </pc:sldMkLst>
      </pc:sldChg>
      <pc:sldChg chg="delSp modSp add mod ord">
        <pc:chgData name="전영진" userId="98df63d1-9780-4548-bf83-53aea51edba3" providerId="ADAL" clId="{24D175EC-DA1A-483C-B130-E77F4783C427}" dt="2023-08-17T06:12:26.750" v="21039"/>
        <pc:sldMkLst>
          <pc:docMk/>
          <pc:sldMk cId="71051145" sldId="1069"/>
        </pc:sldMkLst>
      </pc:sldChg>
      <pc:sldChg chg="addSp modSp del mod">
        <pc:chgData name="전영진" userId="98df63d1-9780-4548-bf83-53aea51edba3" providerId="ADAL" clId="{24D175EC-DA1A-483C-B130-E77F4783C427}" dt="2023-08-16T07:37:32.434" v="8465" actId="2696"/>
        <pc:sldMkLst>
          <pc:docMk/>
          <pc:sldMk cId="1183984629" sldId="1069"/>
        </pc:sldMkLst>
      </pc:sldChg>
      <pc:sldChg chg="modSp mod ord">
        <pc:chgData name="전영진" userId="98df63d1-9780-4548-bf83-53aea51edba3" providerId="ADAL" clId="{24D175EC-DA1A-483C-B130-E77F4783C427}" dt="2023-08-17T06:12:26.750" v="21039"/>
        <pc:sldMkLst>
          <pc:docMk/>
          <pc:sldMk cId="2831710997" sldId="1070"/>
        </pc:sldMkLst>
      </pc:sldChg>
      <pc:sldChg chg="addSp delSp modSp mod ord modShow">
        <pc:chgData name="전영진" userId="98df63d1-9780-4548-bf83-53aea51edba3" providerId="ADAL" clId="{24D175EC-DA1A-483C-B130-E77F4783C427}" dt="2023-08-17T06:12:26.750" v="21039"/>
        <pc:sldMkLst>
          <pc:docMk/>
          <pc:sldMk cId="2058457883" sldId="1071"/>
        </pc:sldMkLst>
      </pc:sldChg>
      <pc:sldChg chg="modSp ord">
        <pc:chgData name="전영진" userId="98df63d1-9780-4548-bf83-53aea51edba3" providerId="ADAL" clId="{24D175EC-DA1A-483C-B130-E77F4783C427}" dt="2023-08-16T13:04:03.100" v="15992"/>
        <pc:sldMkLst>
          <pc:docMk/>
          <pc:sldMk cId="2157878733" sldId="1072"/>
        </pc:sldMkLst>
      </pc:sldChg>
      <pc:sldChg chg="modSp del mod ord modShow">
        <pc:chgData name="전영진" userId="98df63d1-9780-4548-bf83-53aea51edba3" providerId="ADAL" clId="{24D175EC-DA1A-483C-B130-E77F4783C427}" dt="2023-08-17T06:31:22.612" v="21178" actId="47"/>
        <pc:sldMkLst>
          <pc:docMk/>
          <pc:sldMk cId="1700986595" sldId="1073"/>
        </pc:sldMkLst>
      </pc:sldChg>
      <pc:sldChg chg="modSp mod ord">
        <pc:chgData name="전영진" userId="98df63d1-9780-4548-bf83-53aea51edba3" providerId="ADAL" clId="{24D175EC-DA1A-483C-B130-E77F4783C427}" dt="2023-08-16T13:04:46.268" v="16037" actId="20577"/>
        <pc:sldMkLst>
          <pc:docMk/>
          <pc:sldMk cId="2312595412" sldId="1074"/>
        </pc:sldMkLst>
      </pc:sldChg>
      <pc:sldChg chg="addSp delSp modSp del mod ord modShow">
        <pc:chgData name="전영진" userId="98df63d1-9780-4548-bf83-53aea51edba3" providerId="ADAL" clId="{24D175EC-DA1A-483C-B130-E77F4783C427}" dt="2023-08-17T04:23:00.919" v="19300" actId="47"/>
        <pc:sldMkLst>
          <pc:docMk/>
          <pc:sldMk cId="839574439" sldId="1075"/>
        </pc:sldMkLst>
      </pc:sldChg>
      <pc:sldChg chg="modSp del">
        <pc:chgData name="전영진" userId="98df63d1-9780-4548-bf83-53aea51edba3" providerId="ADAL" clId="{24D175EC-DA1A-483C-B130-E77F4783C427}" dt="2023-08-16T12:39:47.385" v="15504" actId="47"/>
        <pc:sldMkLst>
          <pc:docMk/>
          <pc:sldMk cId="1154006373" sldId="1076"/>
        </pc:sldMkLst>
      </pc:sldChg>
      <pc:sldChg chg="addSp modSp del mod">
        <pc:chgData name="전영진" userId="98df63d1-9780-4548-bf83-53aea51edba3" providerId="ADAL" clId="{24D175EC-DA1A-483C-B130-E77F4783C427}" dt="2023-08-17T07:01:38.116" v="21214" actId="47"/>
        <pc:sldMkLst>
          <pc:docMk/>
          <pc:sldMk cId="111454033" sldId="1077"/>
        </pc:sldMkLst>
      </pc:sldChg>
      <pc:sldChg chg="modSp del mod modShow">
        <pc:chgData name="전영진" userId="98df63d1-9780-4548-bf83-53aea51edba3" providerId="ADAL" clId="{24D175EC-DA1A-483C-B130-E77F4783C427}" dt="2023-08-17T06:28:01.501" v="21177" actId="47"/>
        <pc:sldMkLst>
          <pc:docMk/>
          <pc:sldMk cId="3613785091" sldId="1078"/>
        </pc:sldMkLst>
      </pc:sldChg>
      <pc:sldChg chg="modSp del mod modShow">
        <pc:chgData name="전영진" userId="98df63d1-9780-4548-bf83-53aea51edba3" providerId="ADAL" clId="{24D175EC-DA1A-483C-B130-E77F4783C427}" dt="2023-08-17T06:28:01.501" v="21177" actId="47"/>
        <pc:sldMkLst>
          <pc:docMk/>
          <pc:sldMk cId="419352688" sldId="1079"/>
        </pc:sldMkLst>
      </pc:sldChg>
      <pc:sldChg chg="addSp modSp mod">
        <pc:chgData name="전영진" userId="98df63d1-9780-4548-bf83-53aea51edba3" providerId="ADAL" clId="{24D175EC-DA1A-483C-B130-E77F4783C427}" dt="2023-08-16T12:42:54.438" v="15545" actId="1076"/>
        <pc:sldMkLst>
          <pc:docMk/>
          <pc:sldMk cId="1667407394" sldId="1080"/>
        </pc:sldMkLst>
      </pc:sldChg>
      <pc:sldChg chg="modSp del mod modShow">
        <pc:chgData name="전영진" userId="98df63d1-9780-4548-bf83-53aea51edba3" providerId="ADAL" clId="{24D175EC-DA1A-483C-B130-E77F4783C427}" dt="2023-08-17T06:28:01.501" v="21177" actId="47"/>
        <pc:sldMkLst>
          <pc:docMk/>
          <pc:sldMk cId="720629369" sldId="1081"/>
        </pc:sldMkLst>
      </pc:sldChg>
      <pc:sldChg chg="modSp add del mod modShow">
        <pc:chgData name="전영진" userId="98df63d1-9780-4548-bf83-53aea51edba3" providerId="ADAL" clId="{24D175EC-DA1A-483C-B130-E77F4783C427}" dt="2023-08-17T06:34:11.587" v="21194" actId="47"/>
        <pc:sldMkLst>
          <pc:docMk/>
          <pc:sldMk cId="813816562" sldId="1082"/>
        </pc:sldMkLst>
      </pc:sldChg>
      <pc:sldChg chg="modSp add del mod modShow">
        <pc:chgData name="전영진" userId="98df63d1-9780-4548-bf83-53aea51edba3" providerId="ADAL" clId="{24D175EC-DA1A-483C-B130-E77F4783C427}" dt="2023-08-17T06:34:11.587" v="21194" actId="47"/>
        <pc:sldMkLst>
          <pc:docMk/>
          <pc:sldMk cId="3217793914" sldId="1083"/>
        </pc:sldMkLst>
      </pc:sldChg>
      <pc:sldChg chg="modSp">
        <pc:chgData name="전영진" userId="98df63d1-9780-4548-bf83-53aea51edba3" providerId="ADAL" clId="{24D175EC-DA1A-483C-B130-E77F4783C427}" dt="2023-08-16T02:06:26.513" v="1981"/>
        <pc:sldMkLst>
          <pc:docMk/>
          <pc:sldMk cId="677593474" sldId="1084"/>
        </pc:sldMkLst>
      </pc:sldChg>
      <pc:sldChg chg="modSp mod ord">
        <pc:chgData name="전영진" userId="98df63d1-9780-4548-bf83-53aea51edba3" providerId="ADAL" clId="{24D175EC-DA1A-483C-B130-E77F4783C427}" dt="2023-08-16T09:10:46.572" v="10925"/>
        <pc:sldMkLst>
          <pc:docMk/>
          <pc:sldMk cId="2787067201" sldId="1089"/>
        </pc:sldMkLst>
      </pc:sldChg>
      <pc:sldChg chg="modSp ord">
        <pc:chgData name="전영진" userId="98df63d1-9780-4548-bf83-53aea51edba3" providerId="ADAL" clId="{24D175EC-DA1A-483C-B130-E77F4783C427}" dt="2023-08-16T06:31:30.851" v="6529"/>
        <pc:sldMkLst>
          <pc:docMk/>
          <pc:sldMk cId="4254382017" sldId="1090"/>
        </pc:sldMkLst>
      </pc:sldChg>
      <pc:sldChg chg="modSp del mod modShow">
        <pc:chgData name="전영진" userId="98df63d1-9780-4548-bf83-53aea51edba3" providerId="ADAL" clId="{24D175EC-DA1A-483C-B130-E77F4783C427}" dt="2023-08-17T06:36:21.845" v="21195" actId="47"/>
        <pc:sldMkLst>
          <pc:docMk/>
          <pc:sldMk cId="1247715150" sldId="1091"/>
        </pc:sldMkLst>
      </pc:sldChg>
      <pc:sldChg chg="addSp delSp modSp mod">
        <pc:chgData name="전영진" userId="98df63d1-9780-4548-bf83-53aea51edba3" providerId="ADAL" clId="{24D175EC-DA1A-483C-B130-E77F4783C427}" dt="2023-08-17T01:18:10.307" v="16585"/>
        <pc:sldMkLst>
          <pc:docMk/>
          <pc:sldMk cId="3773510590" sldId="1092"/>
        </pc:sldMkLst>
      </pc:sldChg>
      <pc:sldChg chg="modSp mod">
        <pc:chgData name="전영진" userId="98df63d1-9780-4548-bf83-53aea51edba3" providerId="ADAL" clId="{24D175EC-DA1A-483C-B130-E77F4783C427}" dt="2023-08-17T06:37:45.387" v="21199" actId="6549"/>
        <pc:sldMkLst>
          <pc:docMk/>
          <pc:sldMk cId="607192414" sldId="1093"/>
        </pc:sldMkLst>
      </pc:sldChg>
      <pc:sldChg chg="addSp modSp mod">
        <pc:chgData name="전영진" userId="98df63d1-9780-4548-bf83-53aea51edba3" providerId="ADAL" clId="{24D175EC-DA1A-483C-B130-E77F4783C427}" dt="2023-08-17T04:33:34.558" v="19637" actId="1076"/>
        <pc:sldMkLst>
          <pc:docMk/>
          <pc:sldMk cId="2517473366" sldId="1094"/>
        </pc:sldMkLst>
      </pc:sldChg>
      <pc:sldChg chg="modSp add mod ord">
        <pc:chgData name="전영진" userId="98df63d1-9780-4548-bf83-53aea51edba3" providerId="ADAL" clId="{24D175EC-DA1A-483C-B130-E77F4783C427}" dt="2023-08-17T06:16:22.179" v="21065"/>
        <pc:sldMkLst>
          <pc:docMk/>
          <pc:sldMk cId="3481049482" sldId="1095"/>
        </pc:sldMkLst>
      </pc:sldChg>
      <pc:sldChg chg="modSp add mod ord">
        <pc:chgData name="전영진" userId="98df63d1-9780-4548-bf83-53aea51edba3" providerId="ADAL" clId="{24D175EC-DA1A-483C-B130-E77F4783C427}" dt="2023-08-17T06:16:31.406" v="21067"/>
        <pc:sldMkLst>
          <pc:docMk/>
          <pc:sldMk cId="1981616143" sldId="1096"/>
        </pc:sldMkLst>
      </pc:sldChg>
      <pc:sldChg chg="addSp delSp modSp add del mod">
        <pc:chgData name="전영진" userId="98df63d1-9780-4548-bf83-53aea51edba3" providerId="ADAL" clId="{24D175EC-DA1A-483C-B130-E77F4783C427}" dt="2023-08-16T06:57:25.880" v="7591" actId="47"/>
        <pc:sldMkLst>
          <pc:docMk/>
          <pc:sldMk cId="1749761773" sldId="1097"/>
        </pc:sldMkLst>
      </pc:sldChg>
      <pc:sldChg chg="addSp modSp add mod ord">
        <pc:chgData name="전영진" userId="98df63d1-9780-4548-bf83-53aea51edba3" providerId="ADAL" clId="{24D175EC-DA1A-483C-B130-E77F4783C427}" dt="2023-08-17T06:15:07.860" v="21043"/>
        <pc:sldMkLst>
          <pc:docMk/>
          <pc:sldMk cId="602139444" sldId="1098"/>
        </pc:sldMkLst>
      </pc:sldChg>
      <pc:sldChg chg="delSp modSp add mod ord">
        <pc:chgData name="전영진" userId="98df63d1-9780-4548-bf83-53aea51edba3" providerId="ADAL" clId="{24D175EC-DA1A-483C-B130-E77F4783C427}" dt="2023-08-16T09:05:39.128" v="10651"/>
        <pc:sldMkLst>
          <pc:docMk/>
          <pc:sldMk cId="3431160930" sldId="1099"/>
        </pc:sldMkLst>
      </pc:sldChg>
      <pc:sldChg chg="addSp modSp mod">
        <pc:chgData name="전영진" userId="98df63d1-9780-4548-bf83-53aea51edba3" providerId="ADAL" clId="{24D175EC-DA1A-483C-B130-E77F4783C427}" dt="2023-08-17T05:04:33.075" v="20248"/>
        <pc:sldMkLst>
          <pc:docMk/>
          <pc:sldMk cId="54279850" sldId="1101"/>
        </pc:sldMkLst>
      </pc:sldChg>
      <pc:sldChg chg="addSp delSp modSp add mod ord">
        <pc:chgData name="전영진" userId="98df63d1-9780-4548-bf83-53aea51edba3" providerId="ADAL" clId="{24D175EC-DA1A-483C-B130-E77F4783C427}" dt="2023-08-17T06:12:26.750" v="21039"/>
        <pc:sldMkLst>
          <pc:docMk/>
          <pc:sldMk cId="648217494" sldId="1102"/>
        </pc:sldMkLst>
      </pc:sldChg>
      <pc:sldChg chg="addSp delSp modSp add mod ord">
        <pc:chgData name="전영진" userId="98df63d1-9780-4548-bf83-53aea51edba3" providerId="ADAL" clId="{24D175EC-DA1A-483C-B130-E77F4783C427}" dt="2023-08-17T06:12:26.750" v="21039"/>
        <pc:sldMkLst>
          <pc:docMk/>
          <pc:sldMk cId="1291548155" sldId="1103"/>
        </pc:sldMkLst>
      </pc:sldChg>
      <pc:sldChg chg="add del">
        <pc:chgData name="전영진" userId="98df63d1-9780-4548-bf83-53aea51edba3" providerId="ADAL" clId="{24D175EC-DA1A-483C-B130-E77F4783C427}" dt="2023-08-16T07:25:29.899" v="7860"/>
        <pc:sldMkLst>
          <pc:docMk/>
          <pc:sldMk cId="1774227146" sldId="1103"/>
        </pc:sldMkLst>
      </pc:sldChg>
      <pc:sldChg chg="addSp delSp modSp add mod ord">
        <pc:chgData name="전영진" userId="98df63d1-9780-4548-bf83-53aea51edba3" providerId="ADAL" clId="{24D175EC-DA1A-483C-B130-E77F4783C427}" dt="2023-08-17T06:12:26.750" v="21039"/>
        <pc:sldMkLst>
          <pc:docMk/>
          <pc:sldMk cId="1616295423" sldId="1104"/>
        </pc:sldMkLst>
      </pc:sldChg>
      <pc:sldChg chg="addSp delSp modSp add mod ord">
        <pc:chgData name="전영진" userId="98df63d1-9780-4548-bf83-53aea51edba3" providerId="ADAL" clId="{24D175EC-DA1A-483C-B130-E77F4783C427}" dt="2023-08-17T01:41:46.124" v="17150" actId="1035"/>
        <pc:sldMkLst>
          <pc:docMk/>
          <pc:sldMk cId="1256046946" sldId="1105"/>
        </pc:sldMkLst>
      </pc:sldChg>
      <pc:sldChg chg="modSp del mod modShow">
        <pc:chgData name="전영진" userId="98df63d1-9780-4548-bf83-53aea51edba3" providerId="ADAL" clId="{24D175EC-DA1A-483C-B130-E77F4783C427}" dt="2023-08-17T06:10:55.654" v="21017" actId="47"/>
        <pc:sldMkLst>
          <pc:docMk/>
          <pc:sldMk cId="3509175324" sldId="1107"/>
        </pc:sldMkLst>
      </pc:sldChg>
      <pc:sldChg chg="modSp add mod">
        <pc:chgData name="전영진" userId="98df63d1-9780-4548-bf83-53aea51edba3" providerId="ADAL" clId="{24D175EC-DA1A-483C-B130-E77F4783C427}" dt="2023-08-16T09:23:17.244" v="11051" actId="207"/>
        <pc:sldMkLst>
          <pc:docMk/>
          <pc:sldMk cId="3814942013" sldId="1108"/>
        </pc:sldMkLst>
      </pc:sldChg>
      <pc:sldChg chg="addSp delSp modSp add mod">
        <pc:chgData name="전영진" userId="98df63d1-9780-4548-bf83-53aea51edba3" providerId="ADAL" clId="{24D175EC-DA1A-483C-B130-E77F4783C427}" dt="2023-08-17T07:36:11.791" v="21376"/>
        <pc:sldMkLst>
          <pc:docMk/>
          <pc:sldMk cId="2000873802" sldId="1109"/>
        </pc:sldMkLst>
      </pc:sldChg>
      <pc:sldChg chg="addSp modSp add mod">
        <pc:chgData name="전영진" userId="98df63d1-9780-4548-bf83-53aea51edba3" providerId="ADAL" clId="{24D175EC-DA1A-483C-B130-E77F4783C427}" dt="2023-08-17T07:36:12.243" v="21377"/>
        <pc:sldMkLst>
          <pc:docMk/>
          <pc:sldMk cId="3453177226" sldId="1110"/>
        </pc:sldMkLst>
      </pc:sldChg>
      <pc:sldChg chg="addSp delSp modSp mod">
        <pc:chgData name="전영진" userId="98df63d1-9780-4548-bf83-53aea51edba3" providerId="ADAL" clId="{24D175EC-DA1A-483C-B130-E77F4783C427}" dt="2023-08-17T07:31:05.536" v="21329" actId="1036"/>
        <pc:sldMkLst>
          <pc:docMk/>
          <pc:sldMk cId="1682196292" sldId="1112"/>
        </pc:sldMkLst>
      </pc:sldChg>
      <pc:sldChg chg="addSp delSp modSp add mod">
        <pc:chgData name="전영진" userId="98df63d1-9780-4548-bf83-53aea51edba3" providerId="ADAL" clId="{24D175EC-DA1A-483C-B130-E77F4783C427}" dt="2023-08-17T04:30:53.751" v="19389" actId="113"/>
        <pc:sldMkLst>
          <pc:docMk/>
          <pc:sldMk cId="1755018600" sldId="1113"/>
        </pc:sldMkLst>
      </pc:sldChg>
      <pc:sldChg chg="modSp mod ord">
        <pc:chgData name="전영진" userId="98df63d1-9780-4548-bf83-53aea51edba3" providerId="ADAL" clId="{24D175EC-DA1A-483C-B130-E77F4783C427}" dt="2023-08-17T06:15:56.295" v="21061"/>
        <pc:sldMkLst>
          <pc:docMk/>
          <pc:sldMk cId="1325488425" sldId="1114"/>
        </pc:sldMkLst>
      </pc:sldChg>
      <pc:sldChg chg="addSp modSp add mod modShow">
        <pc:chgData name="전영진" userId="98df63d1-9780-4548-bf83-53aea51edba3" providerId="ADAL" clId="{24D175EC-DA1A-483C-B130-E77F4783C427}" dt="2023-08-17T01:25:42.546" v="16729" actId="20577"/>
        <pc:sldMkLst>
          <pc:docMk/>
          <pc:sldMk cId="293491255" sldId="1115"/>
        </pc:sldMkLst>
      </pc:sldChg>
      <pc:sldChg chg="addSp modSp mod ord">
        <pc:chgData name="전영진" userId="98df63d1-9780-4548-bf83-53aea51edba3" providerId="ADAL" clId="{24D175EC-DA1A-483C-B130-E77F4783C427}" dt="2023-08-17T02:35:40.421" v="18181" actId="20577"/>
        <pc:sldMkLst>
          <pc:docMk/>
          <pc:sldMk cId="826006322" sldId="1116"/>
        </pc:sldMkLst>
      </pc:sldChg>
      <pc:sldChg chg="modSp mod">
        <pc:chgData name="전영진" userId="98df63d1-9780-4548-bf83-53aea51edba3" providerId="ADAL" clId="{24D175EC-DA1A-483C-B130-E77F4783C427}" dt="2023-08-17T07:36:44.985" v="21378"/>
        <pc:sldMkLst>
          <pc:docMk/>
          <pc:sldMk cId="4025777241" sldId="1117"/>
        </pc:sldMkLst>
      </pc:sldChg>
      <pc:sldChg chg="delSp modSp add mod modClrScheme chgLayout">
        <pc:chgData name="전영진" userId="98df63d1-9780-4548-bf83-53aea51edba3" providerId="ADAL" clId="{24D175EC-DA1A-483C-B130-E77F4783C427}" dt="2023-08-17T02:45:51.714" v="18520"/>
        <pc:sldMkLst>
          <pc:docMk/>
          <pc:sldMk cId="1279181582" sldId="1118"/>
        </pc:sldMkLst>
      </pc:sldChg>
      <pc:sldChg chg="addSp delSp modSp add mod">
        <pc:chgData name="전영진" userId="98df63d1-9780-4548-bf83-53aea51edba3" providerId="ADAL" clId="{24D175EC-DA1A-483C-B130-E77F4783C427}" dt="2023-08-17T02:51:51.758" v="18708" actId="1037"/>
        <pc:sldMkLst>
          <pc:docMk/>
          <pc:sldMk cId="3928249130" sldId="1119"/>
        </pc:sldMkLst>
      </pc:sldChg>
      <pc:sldChg chg="modSp mod">
        <pc:chgData name="전영진" userId="98df63d1-9780-4548-bf83-53aea51edba3" providerId="ADAL" clId="{24D175EC-DA1A-483C-B130-E77F4783C427}" dt="2023-08-17T04:27:35.007" v="19352" actId="1076"/>
        <pc:sldMkLst>
          <pc:docMk/>
          <pc:sldMk cId="1403396095" sldId="1120"/>
        </pc:sldMkLst>
      </pc:sldChg>
      <pc:sldChg chg="addSp delSp modSp add mod ord">
        <pc:chgData name="전영진" userId="98df63d1-9780-4548-bf83-53aea51edba3" providerId="ADAL" clId="{24D175EC-DA1A-483C-B130-E77F4783C427}" dt="2023-08-17T04:45:20.724" v="20044"/>
        <pc:sldMkLst>
          <pc:docMk/>
          <pc:sldMk cId="3259520490" sldId="1122"/>
        </pc:sldMkLst>
      </pc:sldChg>
      <pc:sldChg chg="addSp delSp modSp add mod">
        <pc:chgData name="전영진" userId="98df63d1-9780-4548-bf83-53aea51edba3" providerId="ADAL" clId="{24D175EC-DA1A-483C-B130-E77F4783C427}" dt="2023-08-17T05:57:02.226" v="20923" actId="1076"/>
        <pc:sldMkLst>
          <pc:docMk/>
          <pc:sldMk cId="1390692487" sldId="1123"/>
        </pc:sldMkLst>
      </pc:sldChg>
      <pc:sldChg chg="modSp mod">
        <pc:chgData name="전영진" userId="98df63d1-9780-4548-bf83-53aea51edba3" providerId="ADAL" clId="{24D175EC-DA1A-483C-B130-E77F4783C427}" dt="2023-08-17T05:57:10.354" v="20924" actId="1076"/>
        <pc:sldMkLst>
          <pc:docMk/>
          <pc:sldMk cId="2274237381" sldId="1124"/>
        </pc:sldMkLst>
      </pc:sldChg>
      <pc:sldChg chg="addSp delSp modSp add del mod modClrScheme chgLayout">
        <pc:chgData name="전영진" userId="98df63d1-9780-4548-bf83-53aea51edba3" providerId="ADAL" clId="{24D175EC-DA1A-483C-B130-E77F4783C427}" dt="2023-08-17T05:49:42.107" v="20761" actId="47"/>
        <pc:sldMkLst>
          <pc:docMk/>
          <pc:sldMk cId="3579201673" sldId="1124"/>
        </pc:sldMkLst>
      </pc:sldChg>
      <pc:sldChg chg="modSp add mod">
        <pc:chgData name="전영진" userId="98df63d1-9780-4548-bf83-53aea51edba3" providerId="ADAL" clId="{24D175EC-DA1A-483C-B130-E77F4783C427}" dt="2023-08-17T07:54:17.009" v="21701" actId="20577"/>
        <pc:sldMkLst>
          <pc:docMk/>
          <pc:sldMk cId="135919947" sldId="1125"/>
        </pc:sldMkLst>
      </pc:sldChg>
      <pc:sldChg chg="addSp delSp modSp add del mod">
        <pc:chgData name="전영진" userId="98df63d1-9780-4548-bf83-53aea51edba3" providerId="ADAL" clId="{24D175EC-DA1A-483C-B130-E77F4783C427}" dt="2023-08-17T07:46:19.136" v="21555" actId="47"/>
        <pc:sldMkLst>
          <pc:docMk/>
          <pc:sldMk cId="1462573319" sldId="1125"/>
        </pc:sldMkLst>
      </pc:sldChg>
      <pc:sldChg chg="modSp add mod">
        <pc:chgData name="전영진" userId="98df63d1-9780-4548-bf83-53aea51edba3" providerId="ADAL" clId="{24D175EC-DA1A-483C-B130-E77F4783C427}" dt="2023-08-17T07:54:33.744" v="21747" actId="20577"/>
        <pc:sldMkLst>
          <pc:docMk/>
          <pc:sldMk cId="1460399550" sldId="1126"/>
        </pc:sldMkLst>
      </pc:sldChg>
      <pc:sldChg chg="modSp add mod">
        <pc:chgData name="전영진" userId="98df63d1-9780-4548-bf83-53aea51edba3" providerId="ADAL" clId="{24D175EC-DA1A-483C-B130-E77F4783C427}" dt="2023-08-17T07:54:51.897" v="21797" actId="20577"/>
        <pc:sldMkLst>
          <pc:docMk/>
          <pc:sldMk cId="1224921562" sldId="1127"/>
        </pc:sldMkLst>
      </pc:sldChg>
      <pc:sldChg chg="modSp add mod">
        <pc:chgData name="전영진" userId="98df63d1-9780-4548-bf83-53aea51edba3" providerId="ADAL" clId="{24D175EC-DA1A-483C-B130-E77F4783C427}" dt="2023-08-17T07:55:15.067" v="21871" actId="20577"/>
        <pc:sldMkLst>
          <pc:docMk/>
          <pc:sldMk cId="3884200639" sldId="1128"/>
        </pc:sldMkLst>
      </pc:sldChg>
      <pc:sldChg chg="modSp add mod">
        <pc:chgData name="전영진" userId="98df63d1-9780-4548-bf83-53aea51edba3" providerId="ADAL" clId="{24D175EC-DA1A-483C-B130-E77F4783C427}" dt="2023-08-17T07:55:29.999" v="21923" actId="20577"/>
        <pc:sldMkLst>
          <pc:docMk/>
          <pc:sldMk cId="2250175528" sldId="1129"/>
        </pc:sldMkLst>
      </pc:sldChg>
      <pc:sldMasterChg chg="modSp mod">
        <pc:chgData name="전영진" userId="98df63d1-9780-4548-bf83-53aea51edba3" providerId="ADAL" clId="{24D175EC-DA1A-483C-B130-E77F4783C427}" dt="2023-08-17T07:37:33.819" v="21448" actId="14100"/>
        <pc:sldMasterMkLst>
          <pc:docMk/>
          <pc:sldMasterMk cId="3730080836" sldId="2147483700"/>
        </pc:sldMasterMkLst>
      </pc:sldMasterChg>
    </pc:docChg>
  </pc:docChgLst>
  <pc:docChgLst>
    <pc:chgData name="박수범" userId="3305dbaa-60c9-45ad-ab9f-58e93c3f4902" providerId="ADAL" clId="{DE935BC2-D512-4290-B21C-5A2D16D3AF79}"/>
    <pc:docChg chg="undo custSel addSld delSld modSld sldOrd addSection delSection modSection">
      <pc:chgData name="박수범" userId="3305dbaa-60c9-45ad-ab9f-58e93c3f4902" providerId="ADAL" clId="{DE935BC2-D512-4290-B21C-5A2D16D3AF79}" dt="2025-09-12T04:20:10.072" v="5102"/>
      <pc:docMkLst>
        <pc:docMk/>
      </pc:docMkLst>
      <pc:sldChg chg="modSp mod">
        <pc:chgData name="박수범" userId="3305dbaa-60c9-45ad-ab9f-58e93c3f4902" providerId="ADAL" clId="{DE935BC2-D512-4290-B21C-5A2D16D3AF79}" dt="2025-09-08T01:32:19.108" v="10" actId="20577"/>
        <pc:sldMkLst>
          <pc:docMk/>
          <pc:sldMk cId="663090028" sldId="259"/>
        </pc:sldMkLst>
        <pc:spChg chg="mod">
          <ac:chgData name="박수범" userId="3305dbaa-60c9-45ad-ab9f-58e93c3f4902" providerId="ADAL" clId="{DE935BC2-D512-4290-B21C-5A2D16D3AF79}" dt="2025-09-08T01:32:19.108" v="10" actId="20577"/>
          <ac:spMkLst>
            <pc:docMk/>
            <pc:sldMk cId="663090028" sldId="259"/>
            <ac:spMk id="3" creationId="{95F57DC9-C93A-4186-A70B-EE25477B45C9}"/>
          </ac:spMkLst>
        </pc:spChg>
      </pc:sldChg>
      <pc:sldChg chg="modSp mod">
        <pc:chgData name="박수범" userId="3305dbaa-60c9-45ad-ab9f-58e93c3f4902" providerId="ADAL" clId="{DE935BC2-D512-4290-B21C-5A2D16D3AF79}" dt="2025-09-08T01:36:26.173" v="19" actId="255"/>
        <pc:sldMkLst>
          <pc:docMk/>
          <pc:sldMk cId="3396898265" sldId="905"/>
        </pc:sldMkLst>
        <pc:graphicFrameChg chg="mod modGraphic">
          <ac:chgData name="박수범" userId="3305dbaa-60c9-45ad-ab9f-58e93c3f4902" providerId="ADAL" clId="{DE935BC2-D512-4290-B21C-5A2D16D3AF79}" dt="2025-09-08T01:36:26.173" v="19" actId="255"/>
          <ac:graphicFrameMkLst>
            <pc:docMk/>
            <pc:sldMk cId="3396898265" sldId="905"/>
            <ac:graphicFrameMk id="11" creationId="{8F177D6C-0C5E-4BFE-9625-1B81973904C4}"/>
          </ac:graphicFrameMkLst>
        </pc:graphicFrameChg>
      </pc:sldChg>
      <pc:sldChg chg="addSp delSp modSp mod">
        <pc:chgData name="박수범" userId="3305dbaa-60c9-45ad-ab9f-58e93c3f4902" providerId="ADAL" clId="{DE935BC2-D512-4290-B21C-5A2D16D3AF79}" dt="2025-09-08T04:19:56.944" v="973" actId="478"/>
        <pc:sldMkLst>
          <pc:docMk/>
          <pc:sldMk cId="1325488425" sldId="1114"/>
        </pc:sldMkLst>
        <pc:spChg chg="mod">
          <ac:chgData name="박수범" userId="3305dbaa-60c9-45ad-ab9f-58e93c3f4902" providerId="ADAL" clId="{DE935BC2-D512-4290-B21C-5A2D16D3AF79}" dt="2025-09-08T01:57:57.052" v="78"/>
          <ac:spMkLst>
            <pc:docMk/>
            <pc:sldMk cId="1325488425" sldId="1114"/>
            <ac:spMk id="3" creationId="{B18D98F3-8773-4221-BE3B-E1C58A8C4DD6}"/>
          </ac:spMkLst>
        </pc:spChg>
        <pc:spChg chg="mod">
          <ac:chgData name="박수범" userId="3305dbaa-60c9-45ad-ab9f-58e93c3f4902" providerId="ADAL" clId="{DE935BC2-D512-4290-B21C-5A2D16D3AF79}" dt="2025-09-08T01:57:59.068" v="79"/>
          <ac:spMkLst>
            <pc:docMk/>
            <pc:sldMk cId="1325488425" sldId="1114"/>
            <ac:spMk id="4" creationId="{7BF1FD48-EA2C-4D9E-811C-AD91C9486F50}"/>
          </ac:spMkLst>
        </pc:spChg>
        <pc:spChg chg="mod">
          <ac:chgData name="박수범" userId="3305dbaa-60c9-45ad-ab9f-58e93c3f4902" providerId="ADAL" clId="{DE935BC2-D512-4290-B21C-5A2D16D3AF79}" dt="2025-09-08T02:17:12.809" v="160"/>
          <ac:spMkLst>
            <pc:docMk/>
            <pc:sldMk cId="1325488425" sldId="1114"/>
            <ac:spMk id="5" creationId="{2C4FD8BC-FD84-4792-9003-EE70E69AAC64}"/>
          </ac:spMkLst>
        </pc:spChg>
        <pc:spChg chg="mod">
          <ac:chgData name="박수범" userId="3305dbaa-60c9-45ad-ab9f-58e93c3f4902" providerId="ADAL" clId="{DE935BC2-D512-4290-B21C-5A2D16D3AF79}" dt="2025-09-08T02:17:21.724" v="162" actId="20577"/>
          <ac:spMkLst>
            <pc:docMk/>
            <pc:sldMk cId="1325488425" sldId="1114"/>
            <ac:spMk id="6" creationId="{3B1A671F-4B50-48C5-BB40-6F7DC56BC18C}"/>
          </ac:spMkLst>
        </pc:spChg>
        <pc:spChg chg="mod">
          <ac:chgData name="박수범" userId="3305dbaa-60c9-45ad-ab9f-58e93c3f4902" providerId="ADAL" clId="{DE935BC2-D512-4290-B21C-5A2D16D3AF79}" dt="2025-09-08T02:17:43.814" v="165"/>
          <ac:spMkLst>
            <pc:docMk/>
            <pc:sldMk cId="1325488425" sldId="1114"/>
            <ac:spMk id="7" creationId="{0C81DD60-D84B-4D3C-8F3E-7D0E22E11300}"/>
          </ac:spMkLst>
        </pc:spChg>
        <pc:spChg chg="mod">
          <ac:chgData name="박수범" userId="3305dbaa-60c9-45ad-ab9f-58e93c3f4902" providerId="ADAL" clId="{DE935BC2-D512-4290-B21C-5A2D16D3AF79}" dt="2025-09-08T02:17:54.570" v="167" actId="14100"/>
          <ac:spMkLst>
            <pc:docMk/>
            <pc:sldMk cId="1325488425" sldId="1114"/>
            <ac:spMk id="9" creationId="{1564A982-993B-4E87-7791-1FDE8C2B2036}"/>
          </ac:spMkLst>
        </pc:spChg>
        <pc:spChg chg="mod">
          <ac:chgData name="박수범" userId="3305dbaa-60c9-45ad-ab9f-58e93c3f4902" providerId="ADAL" clId="{DE935BC2-D512-4290-B21C-5A2D16D3AF79}" dt="2025-09-08T02:36:47.951" v="896"/>
          <ac:spMkLst>
            <pc:docMk/>
            <pc:sldMk cId="1325488425" sldId="1114"/>
            <ac:spMk id="11" creationId="{33AED81A-D887-37B3-9E76-061A68F60C7A}"/>
          </ac:spMkLst>
        </pc:spChg>
        <pc:spChg chg="mod">
          <ac:chgData name="박수범" userId="3305dbaa-60c9-45ad-ab9f-58e93c3f4902" providerId="ADAL" clId="{DE935BC2-D512-4290-B21C-5A2D16D3AF79}" dt="2025-09-08T02:37:55.006" v="968" actId="207"/>
          <ac:spMkLst>
            <pc:docMk/>
            <pc:sldMk cId="1325488425" sldId="1114"/>
            <ac:spMk id="12" creationId="{C459EC22-D322-40E1-0A03-B793555B9843}"/>
          </ac:spMkLst>
        </pc:spChg>
        <pc:spChg chg="mod">
          <ac:chgData name="박수범" userId="3305dbaa-60c9-45ad-ab9f-58e93c3f4902" providerId="ADAL" clId="{DE935BC2-D512-4290-B21C-5A2D16D3AF79}" dt="2025-09-08T02:26:22.108" v="499"/>
          <ac:spMkLst>
            <pc:docMk/>
            <pc:sldMk cId="1325488425" sldId="1114"/>
            <ac:spMk id="14" creationId="{85F6559E-89C7-771D-ABED-8D4090FD96E0}"/>
          </ac:spMkLst>
        </pc:spChg>
        <pc:spChg chg="mod">
          <ac:chgData name="박수범" userId="3305dbaa-60c9-45ad-ab9f-58e93c3f4902" providerId="ADAL" clId="{DE935BC2-D512-4290-B21C-5A2D16D3AF79}" dt="2025-09-08T02:36:54.292" v="897" actId="20577"/>
          <ac:spMkLst>
            <pc:docMk/>
            <pc:sldMk cId="1325488425" sldId="1114"/>
            <ac:spMk id="15" creationId="{D20174F5-919E-DBDF-154F-F511D65C34D8}"/>
          </ac:spMkLst>
        </pc:spChg>
        <pc:grpChg chg="mod">
          <ac:chgData name="박수범" userId="3305dbaa-60c9-45ad-ab9f-58e93c3f4902" providerId="ADAL" clId="{DE935BC2-D512-4290-B21C-5A2D16D3AF79}" dt="2025-09-08T02:36:47.951" v="896"/>
          <ac:grpSpMkLst>
            <pc:docMk/>
            <pc:sldMk cId="1325488425" sldId="1114"/>
            <ac:grpSpMk id="10" creationId="{63EFF535-2403-E051-BF10-37DFB5888756}"/>
          </ac:grpSpMkLst>
        </pc:grpChg>
        <pc:grpChg chg="mod">
          <ac:chgData name="박수범" userId="3305dbaa-60c9-45ad-ab9f-58e93c3f4902" providerId="ADAL" clId="{DE935BC2-D512-4290-B21C-5A2D16D3AF79}" dt="2025-09-08T02:38:12.058" v="970" actId="1076"/>
          <ac:grpSpMkLst>
            <pc:docMk/>
            <pc:sldMk cId="1325488425" sldId="1114"/>
            <ac:grpSpMk id="13" creationId="{693F0747-63E8-D51A-CDA9-D808B0B7E156}"/>
          </ac:grpSpMkLst>
        </pc:grpChg>
        <pc:picChg chg="add mod ord">
          <ac:chgData name="박수범" userId="3305dbaa-60c9-45ad-ab9f-58e93c3f4902" providerId="ADAL" clId="{DE935BC2-D512-4290-B21C-5A2D16D3AF79}" dt="2025-09-08T02:07:31.274" v="96" actId="167"/>
          <ac:picMkLst>
            <pc:docMk/>
            <pc:sldMk cId="1325488425" sldId="1114"/>
            <ac:picMk id="17" creationId="{8C40631C-FA92-1B59-9F5F-19234188B49D}"/>
          </ac:picMkLst>
        </pc:picChg>
      </pc:sldChg>
      <pc:sldChg chg="modSp mod">
        <pc:chgData name="박수범" userId="3305dbaa-60c9-45ad-ab9f-58e93c3f4902" providerId="ADAL" clId="{DE935BC2-D512-4290-B21C-5A2D16D3AF79}" dt="2025-09-08T01:37:12.214" v="24" actId="2165"/>
        <pc:sldMkLst>
          <pc:docMk/>
          <pc:sldMk cId="135919947" sldId="1125"/>
        </pc:sldMkLst>
        <pc:graphicFrameChg chg="mod modGraphic">
          <ac:chgData name="박수범" userId="3305dbaa-60c9-45ad-ab9f-58e93c3f4902" providerId="ADAL" clId="{DE935BC2-D512-4290-B21C-5A2D16D3AF79}" dt="2025-09-08T01:37:12.214" v="24" actId="2165"/>
          <ac:graphicFrameMkLst>
            <pc:docMk/>
            <pc:sldMk cId="135919947" sldId="1125"/>
            <ac:graphicFrameMk id="11" creationId="{8F177D6C-0C5E-4BFE-9625-1B81973904C4}"/>
          </ac:graphicFrameMkLst>
        </pc:graphicFrameChg>
      </pc:sldChg>
      <pc:sldChg chg="delSp modSp add mod ord">
        <pc:chgData name="박수범" userId="3305dbaa-60c9-45ad-ab9f-58e93c3f4902" providerId="ADAL" clId="{DE935BC2-D512-4290-B21C-5A2D16D3AF79}" dt="2025-09-08T06:19:00.353" v="1794"/>
        <pc:sldMkLst>
          <pc:docMk/>
          <pc:sldMk cId="781446513" sldId="1126"/>
        </pc:sldMkLst>
        <pc:spChg chg="mod">
          <ac:chgData name="박수범" userId="3305dbaa-60c9-45ad-ab9f-58e93c3f4902" providerId="ADAL" clId="{DE935BC2-D512-4290-B21C-5A2D16D3AF79}" dt="2025-09-08T06:18:54.965" v="1793"/>
          <ac:spMkLst>
            <pc:docMk/>
            <pc:sldMk cId="781446513" sldId="1126"/>
            <ac:spMk id="5" creationId="{68D56CAF-5C05-BED7-C8A3-24A491AC5971}"/>
          </ac:spMkLst>
        </pc:spChg>
        <pc:spChg chg="mod">
          <ac:chgData name="박수범" userId="3305dbaa-60c9-45ad-ab9f-58e93c3f4902" providerId="ADAL" clId="{DE935BC2-D512-4290-B21C-5A2D16D3AF79}" dt="2025-09-08T06:19:00.353" v="1794"/>
          <ac:spMkLst>
            <pc:docMk/>
            <pc:sldMk cId="781446513" sldId="1126"/>
            <ac:spMk id="6" creationId="{76B6F25B-0579-02E2-6436-615967C24705}"/>
          </ac:spMkLst>
        </pc:spChg>
        <pc:spChg chg="mod">
          <ac:chgData name="박수범" userId="3305dbaa-60c9-45ad-ab9f-58e93c3f4902" providerId="ADAL" clId="{DE935BC2-D512-4290-B21C-5A2D16D3AF79}" dt="2025-09-08T02:36:08.837" v="885" actId="313"/>
          <ac:spMkLst>
            <pc:docMk/>
            <pc:sldMk cId="781446513" sldId="1126"/>
            <ac:spMk id="7" creationId="{61EA48AB-A38D-CDD2-BAE1-8ECD38C657F7}"/>
          </ac:spMkLst>
        </pc:spChg>
        <pc:spChg chg="mod">
          <ac:chgData name="박수범" userId="3305dbaa-60c9-45ad-ab9f-58e93c3f4902" providerId="ADAL" clId="{DE935BC2-D512-4290-B21C-5A2D16D3AF79}" dt="2025-09-08T02:34:56.459" v="862"/>
          <ac:spMkLst>
            <pc:docMk/>
            <pc:sldMk cId="781446513" sldId="1126"/>
            <ac:spMk id="11" creationId="{7F0BBDA5-C300-B653-B6C9-588E7A9AD479}"/>
          </ac:spMkLst>
        </pc:spChg>
        <pc:spChg chg="mod">
          <ac:chgData name="박수범" userId="3305dbaa-60c9-45ad-ab9f-58e93c3f4902" providerId="ADAL" clId="{DE935BC2-D512-4290-B21C-5A2D16D3AF79}" dt="2025-09-08T02:35:35.695" v="879" actId="113"/>
          <ac:spMkLst>
            <pc:docMk/>
            <pc:sldMk cId="781446513" sldId="1126"/>
            <ac:spMk id="12" creationId="{7AF0C612-BA92-24EB-E651-8D97C4FB1A59}"/>
          </ac:spMkLst>
        </pc:spChg>
        <pc:spChg chg="mod">
          <ac:chgData name="박수범" userId="3305dbaa-60c9-45ad-ab9f-58e93c3f4902" providerId="ADAL" clId="{DE935BC2-D512-4290-B21C-5A2D16D3AF79}" dt="2025-09-08T02:34:15.428" v="806"/>
          <ac:spMkLst>
            <pc:docMk/>
            <pc:sldMk cId="781446513" sldId="1126"/>
            <ac:spMk id="14" creationId="{94CF7201-DF51-A5FA-B1E1-69E66C009074}"/>
          </ac:spMkLst>
        </pc:spChg>
        <pc:spChg chg="mod">
          <ac:chgData name="박수범" userId="3305dbaa-60c9-45ad-ab9f-58e93c3f4902" providerId="ADAL" clId="{DE935BC2-D512-4290-B21C-5A2D16D3AF79}" dt="2025-09-08T02:35:54.234" v="881" actId="113"/>
          <ac:spMkLst>
            <pc:docMk/>
            <pc:sldMk cId="781446513" sldId="1126"/>
            <ac:spMk id="15" creationId="{08C93531-0C72-0D1C-A92F-AC7FD8EF5FC1}"/>
          </ac:spMkLst>
        </pc:spChg>
        <pc:grpChg chg="mod">
          <ac:chgData name="박수범" userId="3305dbaa-60c9-45ad-ab9f-58e93c3f4902" providerId="ADAL" clId="{DE935BC2-D512-4290-B21C-5A2D16D3AF79}" dt="2025-09-08T02:34:56.459" v="862"/>
          <ac:grpSpMkLst>
            <pc:docMk/>
            <pc:sldMk cId="781446513" sldId="1126"/>
            <ac:grpSpMk id="10" creationId="{3A097E0B-85EF-84D7-3EF2-D5D5A1B224E0}"/>
          </ac:grpSpMkLst>
        </pc:grpChg>
        <pc:grpChg chg="mod">
          <ac:chgData name="박수범" userId="3305dbaa-60c9-45ad-ab9f-58e93c3f4902" providerId="ADAL" clId="{DE935BC2-D512-4290-B21C-5A2D16D3AF79}" dt="2025-09-08T02:34:15.428" v="806"/>
          <ac:grpSpMkLst>
            <pc:docMk/>
            <pc:sldMk cId="781446513" sldId="1126"/>
            <ac:grpSpMk id="13" creationId="{661B24F1-9F99-0CE8-2B91-93D86ADCD7B9}"/>
          </ac:grpSpMkLst>
        </pc:grpChg>
      </pc:sldChg>
      <pc:sldChg chg="del">
        <pc:chgData name="박수범" userId="3305dbaa-60c9-45ad-ab9f-58e93c3f4902" providerId="ADAL" clId="{DE935BC2-D512-4290-B21C-5A2D16D3AF79}" dt="2025-09-08T01:37:15.362" v="25" actId="47"/>
        <pc:sldMkLst>
          <pc:docMk/>
          <pc:sldMk cId="1460399550" sldId="1126"/>
        </pc:sldMkLst>
      </pc:sldChg>
      <pc:sldChg chg="addSp delSp modSp add mod">
        <pc:chgData name="박수범" userId="3305dbaa-60c9-45ad-ab9f-58e93c3f4902" providerId="ADAL" clId="{DE935BC2-D512-4290-B21C-5A2D16D3AF79}" dt="2025-09-08T05:15:05.971" v="1498" actId="5793"/>
        <pc:sldMkLst>
          <pc:docMk/>
          <pc:sldMk cId="306825873" sldId="1127"/>
        </pc:sldMkLst>
        <pc:spChg chg="mod">
          <ac:chgData name="박수범" userId="3305dbaa-60c9-45ad-ab9f-58e93c3f4902" providerId="ADAL" clId="{DE935BC2-D512-4290-B21C-5A2D16D3AF79}" dt="2025-09-08T04:36:40.674" v="1208"/>
          <ac:spMkLst>
            <pc:docMk/>
            <pc:sldMk cId="306825873" sldId="1127"/>
            <ac:spMk id="5" creationId="{7F9302BE-D9C0-2CAE-4AE9-E6F24A3B47E5}"/>
          </ac:spMkLst>
        </pc:spChg>
        <pc:spChg chg="mod">
          <ac:chgData name="박수범" userId="3305dbaa-60c9-45ad-ab9f-58e93c3f4902" providerId="ADAL" clId="{DE935BC2-D512-4290-B21C-5A2D16D3AF79}" dt="2025-09-08T04:36:47.787" v="1209"/>
          <ac:spMkLst>
            <pc:docMk/>
            <pc:sldMk cId="306825873" sldId="1127"/>
            <ac:spMk id="6" creationId="{A0091371-63A2-1719-7CD8-147A0CB48931}"/>
          </ac:spMkLst>
        </pc:spChg>
        <pc:spChg chg="mod">
          <ac:chgData name="박수범" userId="3305dbaa-60c9-45ad-ab9f-58e93c3f4902" providerId="ADAL" clId="{DE935BC2-D512-4290-B21C-5A2D16D3AF79}" dt="2025-09-08T05:15:05.971" v="1498" actId="5793"/>
          <ac:spMkLst>
            <pc:docMk/>
            <pc:sldMk cId="306825873" sldId="1127"/>
            <ac:spMk id="7" creationId="{8B570553-E66D-3B3E-A8C6-45BDEB6D831C}"/>
          </ac:spMkLst>
        </pc:spChg>
        <pc:spChg chg="add mod">
          <ac:chgData name="박수범" userId="3305dbaa-60c9-45ad-ab9f-58e93c3f4902" providerId="ADAL" clId="{DE935BC2-D512-4290-B21C-5A2D16D3AF79}" dt="2025-09-08T04:20:25.991" v="982" actId="1076"/>
          <ac:spMkLst>
            <pc:docMk/>
            <pc:sldMk cId="306825873" sldId="1127"/>
            <ac:spMk id="8" creationId="{9B19F334-BF1A-92D5-F8F6-EDED89B81160}"/>
          </ac:spMkLst>
        </pc:spChg>
        <pc:spChg chg="mod">
          <ac:chgData name="박수범" userId="3305dbaa-60c9-45ad-ab9f-58e93c3f4902" providerId="ADAL" clId="{DE935BC2-D512-4290-B21C-5A2D16D3AF79}" dt="2025-09-08T04:20:32.883" v="985" actId="1076"/>
          <ac:spMkLst>
            <pc:docMk/>
            <pc:sldMk cId="306825873" sldId="1127"/>
            <ac:spMk id="9" creationId="{65741806-5753-2FB9-7D74-A42641EF66B7}"/>
          </ac:spMkLst>
        </pc:spChg>
        <pc:spChg chg="mod">
          <ac:chgData name="박수범" userId="3305dbaa-60c9-45ad-ab9f-58e93c3f4902" providerId="ADAL" clId="{DE935BC2-D512-4290-B21C-5A2D16D3AF79}" dt="2025-09-08T04:41:49.175" v="1216"/>
          <ac:spMkLst>
            <pc:docMk/>
            <pc:sldMk cId="306825873" sldId="1127"/>
            <ac:spMk id="11" creationId="{17346998-3988-D20B-E327-44427FF93C19}"/>
          </ac:spMkLst>
        </pc:spChg>
        <pc:spChg chg="mod">
          <ac:chgData name="박수범" userId="3305dbaa-60c9-45ad-ab9f-58e93c3f4902" providerId="ADAL" clId="{DE935BC2-D512-4290-B21C-5A2D16D3AF79}" dt="2025-09-08T04:43:51.442" v="1219" actId="113"/>
          <ac:spMkLst>
            <pc:docMk/>
            <pc:sldMk cId="306825873" sldId="1127"/>
            <ac:spMk id="12" creationId="{0582D1DF-ED77-E6CA-D374-848BE91A9986}"/>
          </ac:spMkLst>
        </pc:spChg>
        <pc:spChg chg="mod">
          <ac:chgData name="박수범" userId="3305dbaa-60c9-45ad-ab9f-58e93c3f4902" providerId="ADAL" clId="{DE935BC2-D512-4290-B21C-5A2D16D3AF79}" dt="2025-09-08T04:53:56.525" v="1282"/>
          <ac:spMkLst>
            <pc:docMk/>
            <pc:sldMk cId="306825873" sldId="1127"/>
            <ac:spMk id="14" creationId="{EEE4CE06-D7F8-3482-9841-4F5E8815457F}"/>
          </ac:spMkLst>
        </pc:spChg>
        <pc:spChg chg="mod">
          <ac:chgData name="박수범" userId="3305dbaa-60c9-45ad-ab9f-58e93c3f4902" providerId="ADAL" clId="{DE935BC2-D512-4290-B21C-5A2D16D3AF79}" dt="2025-09-08T04:55:16.918" v="1364" actId="113"/>
          <ac:spMkLst>
            <pc:docMk/>
            <pc:sldMk cId="306825873" sldId="1127"/>
            <ac:spMk id="15" creationId="{6B115168-8EF9-01A5-C0E5-72D02E876045}"/>
          </ac:spMkLst>
        </pc:spChg>
        <pc:spChg chg="add mod">
          <ac:chgData name="박수범" userId="3305dbaa-60c9-45ad-ab9f-58e93c3f4902" providerId="ADAL" clId="{DE935BC2-D512-4290-B21C-5A2D16D3AF79}" dt="2025-09-08T04:20:29.284" v="983" actId="1076"/>
          <ac:spMkLst>
            <pc:docMk/>
            <pc:sldMk cId="306825873" sldId="1127"/>
            <ac:spMk id="16" creationId="{2E509244-309A-A6E3-D552-6257E9ABE37A}"/>
          </ac:spMkLst>
        </pc:spChg>
        <pc:grpChg chg="mod">
          <ac:chgData name="박수범" userId="3305dbaa-60c9-45ad-ab9f-58e93c3f4902" providerId="ADAL" clId="{DE935BC2-D512-4290-B21C-5A2D16D3AF79}" dt="2025-09-08T04:41:54.216" v="1217" actId="1076"/>
          <ac:grpSpMkLst>
            <pc:docMk/>
            <pc:sldMk cId="306825873" sldId="1127"/>
            <ac:grpSpMk id="10" creationId="{81AA4809-5B96-B353-45C3-85C97FED9E81}"/>
          </ac:grpSpMkLst>
        </pc:grpChg>
        <pc:grpChg chg="mod">
          <ac:chgData name="박수범" userId="3305dbaa-60c9-45ad-ab9f-58e93c3f4902" providerId="ADAL" clId="{DE935BC2-D512-4290-B21C-5A2D16D3AF79}" dt="2025-09-08T04:53:56.525" v="1282"/>
          <ac:grpSpMkLst>
            <pc:docMk/>
            <pc:sldMk cId="306825873" sldId="1127"/>
            <ac:grpSpMk id="13" creationId="{B7F8EC96-5CCD-E691-3853-3F584DFE8843}"/>
          </ac:grpSpMkLst>
        </pc:grpChg>
      </pc:sldChg>
      <pc:sldChg chg="del">
        <pc:chgData name="박수범" userId="3305dbaa-60c9-45ad-ab9f-58e93c3f4902" providerId="ADAL" clId="{DE935BC2-D512-4290-B21C-5A2D16D3AF79}" dt="2025-09-08T01:37:21.814" v="26" actId="47"/>
        <pc:sldMkLst>
          <pc:docMk/>
          <pc:sldMk cId="1224921562" sldId="1127"/>
        </pc:sldMkLst>
      </pc:sldChg>
      <pc:sldChg chg="addSp delSp modSp add mod">
        <pc:chgData name="박수범" userId="3305dbaa-60c9-45ad-ab9f-58e93c3f4902" providerId="ADAL" clId="{DE935BC2-D512-4290-B21C-5A2D16D3AF79}" dt="2025-09-08T06:02:00.859" v="1792" actId="478"/>
        <pc:sldMkLst>
          <pc:docMk/>
          <pc:sldMk cId="2491242646" sldId="1128"/>
        </pc:sldMkLst>
        <pc:spChg chg="mod">
          <ac:chgData name="박수범" userId="3305dbaa-60c9-45ad-ab9f-58e93c3f4902" providerId="ADAL" clId="{DE935BC2-D512-4290-B21C-5A2D16D3AF79}" dt="2025-09-08T05:49:19.672" v="1520"/>
          <ac:spMkLst>
            <pc:docMk/>
            <pc:sldMk cId="2491242646" sldId="1128"/>
            <ac:spMk id="6" creationId="{58C9835C-285D-4DEE-E3A7-3AF52B7DC8E5}"/>
          </ac:spMkLst>
        </pc:spChg>
        <pc:spChg chg="mod">
          <ac:chgData name="박수범" userId="3305dbaa-60c9-45ad-ab9f-58e93c3f4902" providerId="ADAL" clId="{DE935BC2-D512-4290-B21C-5A2D16D3AF79}" dt="2025-09-08T05:57:43.450" v="1781"/>
          <ac:spMkLst>
            <pc:docMk/>
            <pc:sldMk cId="2491242646" sldId="1128"/>
            <ac:spMk id="7" creationId="{DB9076AE-9773-2E5F-928A-C499C5A9BA90}"/>
          </ac:spMkLst>
        </pc:spChg>
        <pc:spChg chg="mod">
          <ac:chgData name="박수범" userId="3305dbaa-60c9-45ad-ab9f-58e93c3f4902" providerId="ADAL" clId="{DE935BC2-D512-4290-B21C-5A2D16D3AF79}" dt="2025-09-08T05:48:14.943" v="1519" actId="14100"/>
          <ac:spMkLst>
            <pc:docMk/>
            <pc:sldMk cId="2491242646" sldId="1128"/>
            <ac:spMk id="16" creationId="{1A645A51-6D90-517D-4D79-4EBC50275F84}"/>
          </ac:spMkLst>
        </pc:spChg>
        <pc:spChg chg="add">
          <ac:chgData name="박수범" userId="3305dbaa-60c9-45ad-ab9f-58e93c3f4902" providerId="ADAL" clId="{DE935BC2-D512-4290-B21C-5A2D16D3AF79}" dt="2025-09-08T05:46:57.460" v="1502"/>
          <ac:spMkLst>
            <pc:docMk/>
            <pc:sldMk cId="2491242646" sldId="1128"/>
            <ac:spMk id="18" creationId="{DE0E4F0F-AAE9-24A1-7CCC-F60830080ABF}"/>
          </ac:spMkLst>
        </pc:spChg>
        <pc:picChg chg="add mod ord">
          <ac:chgData name="박수범" userId="3305dbaa-60c9-45ad-ab9f-58e93c3f4902" providerId="ADAL" clId="{DE935BC2-D512-4290-B21C-5A2D16D3AF79}" dt="2025-09-08T05:47:57.577" v="1514" actId="167"/>
          <ac:picMkLst>
            <pc:docMk/>
            <pc:sldMk cId="2491242646" sldId="1128"/>
            <ac:picMk id="21" creationId="{8A810993-D530-D96A-AE35-50D5AED492FE}"/>
          </ac:picMkLst>
        </pc:picChg>
      </pc:sldChg>
      <pc:sldChg chg="del">
        <pc:chgData name="박수범" userId="3305dbaa-60c9-45ad-ab9f-58e93c3f4902" providerId="ADAL" clId="{DE935BC2-D512-4290-B21C-5A2D16D3AF79}" dt="2025-09-08T01:37:23.176" v="27" actId="47"/>
        <pc:sldMkLst>
          <pc:docMk/>
          <pc:sldMk cId="3884200639" sldId="1128"/>
        </pc:sldMkLst>
      </pc:sldChg>
      <pc:sldChg chg="addSp delSp modSp add mod ord">
        <pc:chgData name="박수범" userId="3305dbaa-60c9-45ad-ab9f-58e93c3f4902" providerId="ADAL" clId="{DE935BC2-D512-4290-B21C-5A2D16D3AF79}" dt="2025-09-08T07:12:57.664" v="1835" actId="20577"/>
        <pc:sldMkLst>
          <pc:docMk/>
          <pc:sldMk cId="1438074443" sldId="1129"/>
        </pc:sldMkLst>
        <pc:spChg chg="mod">
          <ac:chgData name="박수범" userId="3305dbaa-60c9-45ad-ab9f-58e93c3f4902" providerId="ADAL" clId="{DE935BC2-D512-4290-B21C-5A2D16D3AF79}" dt="2025-09-08T06:39:27.053" v="1819"/>
          <ac:spMkLst>
            <pc:docMk/>
            <pc:sldMk cId="1438074443" sldId="1129"/>
            <ac:spMk id="5" creationId="{EEB7015D-22AA-ABA0-D071-6D9CE0717AD4}"/>
          </ac:spMkLst>
        </pc:spChg>
        <pc:spChg chg="mod">
          <ac:chgData name="박수범" userId="3305dbaa-60c9-45ad-ab9f-58e93c3f4902" providerId="ADAL" clId="{DE935BC2-D512-4290-B21C-5A2D16D3AF79}" dt="2025-09-08T06:39:33.826" v="1820"/>
          <ac:spMkLst>
            <pc:docMk/>
            <pc:sldMk cId="1438074443" sldId="1129"/>
            <ac:spMk id="6" creationId="{38656307-9CD1-157F-DE2E-99B2986DE85E}"/>
          </ac:spMkLst>
        </pc:spChg>
        <pc:spChg chg="mod">
          <ac:chgData name="박수범" userId="3305dbaa-60c9-45ad-ab9f-58e93c3f4902" providerId="ADAL" clId="{DE935BC2-D512-4290-B21C-5A2D16D3AF79}" dt="2025-09-08T07:12:57.664" v="1835" actId="20577"/>
          <ac:spMkLst>
            <pc:docMk/>
            <pc:sldMk cId="1438074443" sldId="1129"/>
            <ac:spMk id="7" creationId="{D30FC231-B9CC-13A8-7BDF-08D6F5B865EE}"/>
          </ac:spMkLst>
        </pc:spChg>
        <pc:spChg chg="mod">
          <ac:chgData name="박수범" userId="3305dbaa-60c9-45ad-ab9f-58e93c3f4902" providerId="ADAL" clId="{DE935BC2-D512-4290-B21C-5A2D16D3AF79}" dt="2025-09-08T06:30:04.559" v="1818" actId="14100"/>
          <ac:spMkLst>
            <pc:docMk/>
            <pc:sldMk cId="1438074443" sldId="1129"/>
            <ac:spMk id="9" creationId="{D0A67F93-21E8-65DB-EF68-2D19D6BF8D50}"/>
          </ac:spMkLst>
        </pc:spChg>
        <pc:spChg chg="mod">
          <ac:chgData name="박수범" userId="3305dbaa-60c9-45ad-ab9f-58e93c3f4902" providerId="ADAL" clId="{DE935BC2-D512-4290-B21C-5A2D16D3AF79}" dt="2025-09-08T06:49:20.418" v="1824"/>
          <ac:spMkLst>
            <pc:docMk/>
            <pc:sldMk cId="1438074443" sldId="1129"/>
            <ac:spMk id="11" creationId="{BF2AD164-888D-701B-78CE-D5C267720977}"/>
          </ac:spMkLst>
        </pc:spChg>
        <pc:spChg chg="mod">
          <ac:chgData name="박수범" userId="3305dbaa-60c9-45ad-ab9f-58e93c3f4902" providerId="ADAL" clId="{DE935BC2-D512-4290-B21C-5A2D16D3AF79}" dt="2025-09-08T06:49:38.078" v="1834"/>
          <ac:spMkLst>
            <pc:docMk/>
            <pc:sldMk cId="1438074443" sldId="1129"/>
            <ac:spMk id="12" creationId="{1ABD556E-808C-0410-D2E1-38623308377A}"/>
          </ac:spMkLst>
        </pc:spChg>
        <pc:spChg chg="mod">
          <ac:chgData name="박수범" userId="3305dbaa-60c9-45ad-ab9f-58e93c3f4902" providerId="ADAL" clId="{DE935BC2-D512-4290-B21C-5A2D16D3AF79}" dt="2025-09-08T06:47:40.276" v="1822"/>
          <ac:spMkLst>
            <pc:docMk/>
            <pc:sldMk cId="1438074443" sldId="1129"/>
            <ac:spMk id="14" creationId="{66EB8CE3-6A98-05C9-8351-014D95146C20}"/>
          </ac:spMkLst>
        </pc:spChg>
        <pc:spChg chg="mod">
          <ac:chgData name="박수범" userId="3305dbaa-60c9-45ad-ab9f-58e93c3f4902" providerId="ADAL" clId="{DE935BC2-D512-4290-B21C-5A2D16D3AF79}" dt="2025-09-08T06:47:40.276" v="1822"/>
          <ac:spMkLst>
            <pc:docMk/>
            <pc:sldMk cId="1438074443" sldId="1129"/>
            <ac:spMk id="15" creationId="{62C4EC8F-1D5D-7ABD-0AB2-985A5BB9C156}"/>
          </ac:spMkLst>
        </pc:spChg>
        <pc:grpChg chg="mod">
          <ac:chgData name="박수범" userId="3305dbaa-60c9-45ad-ab9f-58e93c3f4902" providerId="ADAL" clId="{DE935BC2-D512-4290-B21C-5A2D16D3AF79}" dt="2025-09-08T06:49:20.418" v="1824"/>
          <ac:grpSpMkLst>
            <pc:docMk/>
            <pc:sldMk cId="1438074443" sldId="1129"/>
            <ac:grpSpMk id="10" creationId="{8DB15CCA-3B81-6559-73E3-756A757BA867}"/>
          </ac:grpSpMkLst>
        </pc:grpChg>
        <pc:grpChg chg="mod">
          <ac:chgData name="박수범" userId="3305dbaa-60c9-45ad-ab9f-58e93c3f4902" providerId="ADAL" clId="{DE935BC2-D512-4290-B21C-5A2D16D3AF79}" dt="2025-09-08T06:47:40.276" v="1822"/>
          <ac:grpSpMkLst>
            <pc:docMk/>
            <pc:sldMk cId="1438074443" sldId="1129"/>
            <ac:grpSpMk id="13" creationId="{48D00BD0-E809-DAB0-02D2-17B9115A76A1}"/>
          </ac:grpSpMkLst>
        </pc:grpChg>
        <pc:picChg chg="add del mod ord">
          <ac:chgData name="박수범" userId="3305dbaa-60c9-45ad-ab9f-58e93c3f4902" providerId="ADAL" clId="{DE935BC2-D512-4290-B21C-5A2D16D3AF79}" dt="2025-09-08T06:29:58.718" v="1817" actId="1076"/>
          <ac:picMkLst>
            <pc:docMk/>
            <pc:sldMk cId="1438074443" sldId="1129"/>
            <ac:picMk id="19" creationId="{18AF59EB-6E90-10A8-23F0-F45C4049BF3B}"/>
          </ac:picMkLst>
        </pc:picChg>
      </pc:sldChg>
      <pc:sldChg chg="del">
        <pc:chgData name="박수범" userId="3305dbaa-60c9-45ad-ab9f-58e93c3f4902" providerId="ADAL" clId="{DE935BC2-D512-4290-B21C-5A2D16D3AF79}" dt="2025-09-08T01:37:24.140" v="28" actId="47"/>
        <pc:sldMkLst>
          <pc:docMk/>
          <pc:sldMk cId="2250175528" sldId="1129"/>
        </pc:sldMkLst>
      </pc:sldChg>
      <pc:sldChg chg="add del">
        <pc:chgData name="박수범" userId="3305dbaa-60c9-45ad-ab9f-58e93c3f4902" providerId="ADAL" clId="{DE935BC2-D512-4290-B21C-5A2D16D3AF79}" dt="2025-09-08T06:29:11.840" v="1796" actId="2890"/>
        <pc:sldMkLst>
          <pc:docMk/>
          <pc:sldMk cId="3297423989" sldId="1129"/>
        </pc:sldMkLst>
      </pc:sldChg>
      <pc:sldChg chg="addSp delSp modSp add mod">
        <pc:chgData name="박수범" userId="3305dbaa-60c9-45ad-ab9f-58e93c3f4902" providerId="ADAL" clId="{DE935BC2-D512-4290-B21C-5A2D16D3AF79}" dt="2025-09-08T08:44:14.871" v="2369" actId="20577"/>
        <pc:sldMkLst>
          <pc:docMk/>
          <pc:sldMk cId="2274307401" sldId="1130"/>
        </pc:sldMkLst>
        <pc:spChg chg="mod">
          <ac:chgData name="박수범" userId="3305dbaa-60c9-45ad-ab9f-58e93c3f4902" providerId="ADAL" clId="{DE935BC2-D512-4290-B21C-5A2D16D3AF79}" dt="2025-09-08T08:27:21.528" v="1885"/>
          <ac:spMkLst>
            <pc:docMk/>
            <pc:sldMk cId="2274307401" sldId="1130"/>
            <ac:spMk id="3" creationId="{A4CD8AC6-E2B6-2675-A2C3-B6B67C3D176B}"/>
          </ac:spMkLst>
        </pc:spChg>
        <pc:spChg chg="mod">
          <ac:chgData name="박수범" userId="3305dbaa-60c9-45ad-ab9f-58e93c3f4902" providerId="ADAL" clId="{DE935BC2-D512-4290-B21C-5A2D16D3AF79}" dt="2025-09-08T07:48:02.932" v="1884" actId="20577"/>
          <ac:spMkLst>
            <pc:docMk/>
            <pc:sldMk cId="2274307401" sldId="1130"/>
            <ac:spMk id="4" creationId="{40F3A809-0960-70AB-6C39-23E95826F037}"/>
          </ac:spMkLst>
        </pc:spChg>
        <pc:spChg chg="mod">
          <ac:chgData name="박수범" userId="3305dbaa-60c9-45ad-ab9f-58e93c3f4902" providerId="ADAL" clId="{DE935BC2-D512-4290-B21C-5A2D16D3AF79}" dt="2025-09-08T08:37:09.303" v="1899"/>
          <ac:spMkLst>
            <pc:docMk/>
            <pc:sldMk cId="2274307401" sldId="1130"/>
            <ac:spMk id="6" creationId="{A89FA22F-8CB6-7F5B-D0DA-4CED504FB808}"/>
          </ac:spMkLst>
        </pc:spChg>
        <pc:spChg chg="mod">
          <ac:chgData name="박수범" userId="3305dbaa-60c9-45ad-ab9f-58e93c3f4902" providerId="ADAL" clId="{DE935BC2-D512-4290-B21C-5A2D16D3AF79}" dt="2025-09-08T08:44:14.871" v="2369" actId="20577"/>
          <ac:spMkLst>
            <pc:docMk/>
            <pc:sldMk cId="2274307401" sldId="1130"/>
            <ac:spMk id="7" creationId="{48453472-0FD9-13D7-A7F6-150A6F0D61CD}"/>
          </ac:spMkLst>
        </pc:spChg>
        <pc:spChg chg="mod">
          <ac:chgData name="박수범" userId="3305dbaa-60c9-45ad-ab9f-58e93c3f4902" providerId="ADAL" clId="{DE935BC2-D512-4290-B21C-5A2D16D3AF79}" dt="2025-09-08T08:37:22.325" v="1904" actId="14100"/>
          <ac:spMkLst>
            <pc:docMk/>
            <pc:sldMk cId="2274307401" sldId="1130"/>
            <ac:spMk id="9" creationId="{1F9270C3-7744-7AE9-FB5A-94FBD572F0B7}"/>
          </ac:spMkLst>
        </pc:spChg>
        <pc:spChg chg="mod">
          <ac:chgData name="박수범" userId="3305dbaa-60c9-45ad-ab9f-58e93c3f4902" providerId="ADAL" clId="{DE935BC2-D512-4290-B21C-5A2D16D3AF79}" dt="2025-09-08T08:40:05.608" v="2266"/>
          <ac:spMkLst>
            <pc:docMk/>
            <pc:sldMk cId="2274307401" sldId="1130"/>
            <ac:spMk id="11" creationId="{B063A77D-37D3-ECFC-D029-642343BD1C6F}"/>
          </ac:spMkLst>
        </pc:spChg>
        <pc:spChg chg="mod">
          <ac:chgData name="박수범" userId="3305dbaa-60c9-45ad-ab9f-58e93c3f4902" providerId="ADAL" clId="{DE935BC2-D512-4290-B21C-5A2D16D3AF79}" dt="2025-09-08T08:42:56.622" v="2290" actId="113"/>
          <ac:spMkLst>
            <pc:docMk/>
            <pc:sldMk cId="2274307401" sldId="1130"/>
            <ac:spMk id="12" creationId="{51B4647F-5E43-FD6B-3966-1C2383482E33}"/>
          </ac:spMkLst>
        </pc:spChg>
        <pc:spChg chg="mod">
          <ac:chgData name="박수범" userId="3305dbaa-60c9-45ad-ab9f-58e93c3f4902" providerId="ADAL" clId="{DE935BC2-D512-4290-B21C-5A2D16D3AF79}" dt="2025-09-08T08:39:47.607" v="2263"/>
          <ac:spMkLst>
            <pc:docMk/>
            <pc:sldMk cId="2274307401" sldId="1130"/>
            <ac:spMk id="14" creationId="{360E2508-56E0-B0DA-D710-D5B05CDAD7EF}"/>
          </ac:spMkLst>
        </pc:spChg>
        <pc:spChg chg="mod">
          <ac:chgData name="박수범" userId="3305dbaa-60c9-45ad-ab9f-58e93c3f4902" providerId="ADAL" clId="{DE935BC2-D512-4290-B21C-5A2D16D3AF79}" dt="2025-09-08T08:42:43.949" v="2284" actId="20577"/>
          <ac:spMkLst>
            <pc:docMk/>
            <pc:sldMk cId="2274307401" sldId="1130"/>
            <ac:spMk id="15" creationId="{5A428F9F-EDA0-ADD6-35A0-B5875849FFE5}"/>
          </ac:spMkLst>
        </pc:spChg>
        <pc:grpChg chg="mod">
          <ac:chgData name="박수범" userId="3305dbaa-60c9-45ad-ab9f-58e93c3f4902" providerId="ADAL" clId="{DE935BC2-D512-4290-B21C-5A2D16D3AF79}" dt="2025-09-08T08:40:05.608" v="2266"/>
          <ac:grpSpMkLst>
            <pc:docMk/>
            <pc:sldMk cId="2274307401" sldId="1130"/>
            <ac:grpSpMk id="10" creationId="{2884B24D-5C67-EB34-467A-2CB38D48B61A}"/>
          </ac:grpSpMkLst>
        </pc:grpChg>
        <pc:grpChg chg="mod">
          <ac:chgData name="박수범" userId="3305dbaa-60c9-45ad-ab9f-58e93c3f4902" providerId="ADAL" clId="{DE935BC2-D512-4290-B21C-5A2D16D3AF79}" dt="2025-09-08T08:39:47.607" v="2263"/>
          <ac:grpSpMkLst>
            <pc:docMk/>
            <pc:sldMk cId="2274307401" sldId="1130"/>
            <ac:grpSpMk id="13" creationId="{4BC4EC0B-4BBD-D697-C563-06B14CE2EFFA}"/>
          </ac:grpSpMkLst>
        </pc:grpChg>
        <pc:picChg chg="add mod ord">
          <ac:chgData name="박수범" userId="3305dbaa-60c9-45ad-ab9f-58e93c3f4902" providerId="ADAL" clId="{DE935BC2-D512-4290-B21C-5A2D16D3AF79}" dt="2025-09-08T08:37:16.348" v="1902" actId="1076"/>
          <ac:picMkLst>
            <pc:docMk/>
            <pc:sldMk cId="2274307401" sldId="1130"/>
            <ac:picMk id="16" creationId="{C0FD02AD-0835-2F10-F68A-66FFFBCBF428}"/>
          </ac:picMkLst>
        </pc:picChg>
      </pc:sldChg>
      <pc:sldChg chg="modSp add ord">
        <pc:chgData name="박수범" userId="3305dbaa-60c9-45ad-ab9f-58e93c3f4902" providerId="ADAL" clId="{DE935BC2-D512-4290-B21C-5A2D16D3AF79}" dt="2025-09-12T04:20:10.072" v="5102"/>
        <pc:sldMkLst>
          <pc:docMk/>
          <pc:sldMk cId="3534304933" sldId="1131"/>
        </pc:sldMkLst>
        <pc:spChg chg="mod">
          <ac:chgData name="박수범" userId="3305dbaa-60c9-45ad-ab9f-58e93c3f4902" providerId="ADAL" clId="{DE935BC2-D512-4290-B21C-5A2D16D3AF79}" dt="2025-09-08T09:09:54.656" v="2372"/>
          <ac:spMkLst>
            <pc:docMk/>
            <pc:sldMk cId="3534304933" sldId="1131"/>
            <ac:spMk id="3" creationId="{5F9D1880-0D9D-E6AE-067A-5D4393D9F57A}"/>
          </ac:spMkLst>
        </pc:spChg>
        <pc:spChg chg="mod">
          <ac:chgData name="박수범" userId="3305dbaa-60c9-45ad-ab9f-58e93c3f4902" providerId="ADAL" clId="{DE935BC2-D512-4290-B21C-5A2D16D3AF79}" dt="2025-09-08T09:09:52.536" v="2371"/>
          <ac:spMkLst>
            <pc:docMk/>
            <pc:sldMk cId="3534304933" sldId="1131"/>
            <ac:spMk id="5" creationId="{4DD937BD-8F54-917E-DB0F-2AD0919D111D}"/>
          </ac:spMkLst>
        </pc:spChg>
      </pc:sldChg>
      <pc:sldChg chg="addSp delSp modSp mod modClrScheme chgLayout">
        <pc:chgData name="박수범" userId="3305dbaa-60c9-45ad-ab9f-58e93c3f4902" providerId="ADAL" clId="{DE935BC2-D512-4290-B21C-5A2D16D3AF79}" dt="2025-09-11T00:47:59.612" v="3724" actId="700"/>
        <pc:sldMkLst>
          <pc:docMk/>
          <pc:sldMk cId="4089567184" sldId="1141"/>
        </pc:sldMkLst>
        <pc:spChg chg="mod ord">
          <ac:chgData name="박수범" userId="3305dbaa-60c9-45ad-ab9f-58e93c3f4902" providerId="ADAL" clId="{DE935BC2-D512-4290-B21C-5A2D16D3AF79}" dt="2025-09-11T00:47:59.612" v="3724" actId="700"/>
          <ac:spMkLst>
            <pc:docMk/>
            <pc:sldMk cId="4089567184" sldId="1141"/>
            <ac:spMk id="2" creationId="{45BACCA8-8700-D8D8-0100-1EFB061148B1}"/>
          </ac:spMkLst>
        </pc:spChg>
        <pc:spChg chg="mod ord">
          <ac:chgData name="박수범" userId="3305dbaa-60c9-45ad-ab9f-58e93c3f4902" providerId="ADAL" clId="{DE935BC2-D512-4290-B21C-5A2D16D3AF79}" dt="2025-09-11T00:47:59.612" v="3724" actId="700"/>
          <ac:spMkLst>
            <pc:docMk/>
            <pc:sldMk cId="4089567184" sldId="1141"/>
            <ac:spMk id="3" creationId="{5501A4B0-828B-813A-472A-DD0FBDD0B0BD}"/>
          </ac:spMkLst>
        </pc:spChg>
        <pc:spChg chg="mod ord">
          <ac:chgData name="박수범" userId="3305dbaa-60c9-45ad-ab9f-58e93c3f4902" providerId="ADAL" clId="{DE935BC2-D512-4290-B21C-5A2D16D3AF79}" dt="2025-09-11T00:47:59.612" v="3724" actId="700"/>
          <ac:spMkLst>
            <pc:docMk/>
            <pc:sldMk cId="4089567184" sldId="1141"/>
            <ac:spMk id="4" creationId="{02E1D6E1-1009-A7F5-2088-7D975D49450E}"/>
          </ac:spMkLst>
        </pc:spChg>
        <pc:spChg chg="mod ord">
          <ac:chgData name="박수범" userId="3305dbaa-60c9-45ad-ab9f-58e93c3f4902" providerId="ADAL" clId="{DE935BC2-D512-4290-B21C-5A2D16D3AF79}" dt="2025-09-11T00:47:59.612" v="3724" actId="700"/>
          <ac:spMkLst>
            <pc:docMk/>
            <pc:sldMk cId="4089567184" sldId="1141"/>
            <ac:spMk id="5" creationId="{34F7BB43-E9A5-0E22-7841-201BB93418C1}"/>
          </ac:spMkLst>
        </pc:spChg>
        <pc:spChg chg="mod ord">
          <ac:chgData name="박수범" userId="3305dbaa-60c9-45ad-ab9f-58e93c3f4902" providerId="ADAL" clId="{DE935BC2-D512-4290-B21C-5A2D16D3AF79}" dt="2025-09-11T00:47:59.612" v="3724" actId="700"/>
          <ac:spMkLst>
            <pc:docMk/>
            <pc:sldMk cId="4089567184" sldId="1141"/>
            <ac:spMk id="6" creationId="{F4EC2782-40DF-3E7A-A1D9-C4826AF31954}"/>
          </ac:spMkLst>
        </pc:spChg>
        <pc:spChg chg="mod ord">
          <ac:chgData name="박수범" userId="3305dbaa-60c9-45ad-ab9f-58e93c3f4902" providerId="ADAL" clId="{DE935BC2-D512-4290-B21C-5A2D16D3AF79}" dt="2025-09-11T00:47:59.612" v="3724" actId="700"/>
          <ac:spMkLst>
            <pc:docMk/>
            <pc:sldMk cId="4089567184" sldId="1141"/>
            <ac:spMk id="7" creationId="{E6A4B078-8B3C-F2BA-6CC2-95B0D7A4786E}"/>
          </ac:spMkLst>
        </pc:spChg>
        <pc:spChg chg="mod">
          <ac:chgData name="박수범" userId="3305dbaa-60c9-45ad-ab9f-58e93c3f4902" providerId="ADAL" clId="{DE935BC2-D512-4290-B21C-5A2D16D3AF79}" dt="2025-09-10T01:15:30.168" v="2398"/>
          <ac:spMkLst>
            <pc:docMk/>
            <pc:sldMk cId="4089567184" sldId="1141"/>
            <ac:spMk id="18" creationId="{80D207FC-F9DE-CF2A-C945-6590BFEE041C}"/>
          </ac:spMkLst>
        </pc:spChg>
        <pc:spChg chg="mod">
          <ac:chgData name="박수범" userId="3305dbaa-60c9-45ad-ab9f-58e93c3f4902" providerId="ADAL" clId="{DE935BC2-D512-4290-B21C-5A2D16D3AF79}" dt="2025-09-10T01:13:24.880" v="2394" actId="14100"/>
          <ac:spMkLst>
            <pc:docMk/>
            <pc:sldMk cId="4089567184" sldId="1141"/>
            <ac:spMk id="19" creationId="{6026BC2D-B913-0E04-5A5C-E9B424E82E9C}"/>
          </ac:spMkLst>
        </pc:spChg>
        <pc:spChg chg="mod">
          <ac:chgData name="박수범" userId="3305dbaa-60c9-45ad-ab9f-58e93c3f4902" providerId="ADAL" clId="{DE935BC2-D512-4290-B21C-5A2D16D3AF79}" dt="2025-09-10T01:15:48.504" v="2405" actId="113"/>
          <ac:spMkLst>
            <pc:docMk/>
            <pc:sldMk cId="4089567184" sldId="1141"/>
            <ac:spMk id="20" creationId="{06194AE2-1F52-3899-ABD5-ADEA0F5E15C3}"/>
          </ac:spMkLst>
        </pc:spChg>
        <pc:spChg chg="mod">
          <ac:chgData name="박수범" userId="3305dbaa-60c9-45ad-ab9f-58e93c3f4902" providerId="ADAL" clId="{DE935BC2-D512-4290-B21C-5A2D16D3AF79}" dt="2025-09-10T01:15:30.168" v="2398"/>
          <ac:spMkLst>
            <pc:docMk/>
            <pc:sldMk cId="4089567184" sldId="1141"/>
            <ac:spMk id="22" creationId="{05F2CA04-482E-A2B8-0726-E39AE6C62A51}"/>
          </ac:spMkLst>
        </pc:spChg>
        <pc:spChg chg="mod">
          <ac:chgData name="박수범" userId="3305dbaa-60c9-45ad-ab9f-58e93c3f4902" providerId="ADAL" clId="{DE935BC2-D512-4290-B21C-5A2D16D3AF79}" dt="2025-09-10T01:15:37.021" v="2400" actId="113"/>
          <ac:spMkLst>
            <pc:docMk/>
            <pc:sldMk cId="4089567184" sldId="1141"/>
            <ac:spMk id="23" creationId="{AC78D9F3-B0B3-4FB3-1EAB-F70CE4EAA9E5}"/>
          </ac:spMkLst>
        </pc:spChg>
        <pc:grpChg chg="add mod">
          <ac:chgData name="박수범" userId="3305dbaa-60c9-45ad-ab9f-58e93c3f4902" providerId="ADAL" clId="{DE935BC2-D512-4290-B21C-5A2D16D3AF79}" dt="2025-09-10T01:15:30.168" v="2398"/>
          <ac:grpSpMkLst>
            <pc:docMk/>
            <pc:sldMk cId="4089567184" sldId="1141"/>
            <ac:grpSpMk id="17" creationId="{41EA714F-ECD9-7681-554E-EBBB5A808E8C}"/>
          </ac:grpSpMkLst>
        </pc:grpChg>
        <pc:grpChg chg="add mod">
          <ac:chgData name="박수범" userId="3305dbaa-60c9-45ad-ab9f-58e93c3f4902" providerId="ADAL" clId="{DE935BC2-D512-4290-B21C-5A2D16D3AF79}" dt="2025-09-10T01:15:30.168" v="2398"/>
          <ac:grpSpMkLst>
            <pc:docMk/>
            <pc:sldMk cId="4089567184" sldId="1141"/>
            <ac:grpSpMk id="21" creationId="{B54FBEE8-4A7B-CE21-2DC6-5CE2DCC4DEE2}"/>
          </ac:grpSpMkLst>
        </pc:grpChg>
        <pc:picChg chg="add mod ord">
          <ac:chgData name="박수범" userId="3305dbaa-60c9-45ad-ab9f-58e93c3f4902" providerId="ADAL" clId="{DE935BC2-D512-4290-B21C-5A2D16D3AF79}" dt="2025-09-10T01:13:16.545" v="2391" actId="167"/>
          <ac:picMkLst>
            <pc:docMk/>
            <pc:sldMk cId="4089567184" sldId="1141"/>
            <ac:picMk id="16" creationId="{F6B779D3-76F7-5B07-D759-C7F71B9D9094}"/>
          </ac:picMkLst>
        </pc:picChg>
      </pc:sldChg>
      <pc:sldChg chg="addSp delSp modSp add mod modClrScheme chgLayout">
        <pc:chgData name="박수범" userId="3305dbaa-60c9-45ad-ab9f-58e93c3f4902" providerId="ADAL" clId="{DE935BC2-D512-4290-B21C-5A2D16D3AF79}" dt="2025-09-11T00:47:59.612" v="3724" actId="700"/>
        <pc:sldMkLst>
          <pc:docMk/>
          <pc:sldMk cId="3762377890" sldId="1142"/>
        </pc:sldMkLst>
        <pc:spChg chg="mod ord">
          <ac:chgData name="박수범" userId="3305dbaa-60c9-45ad-ab9f-58e93c3f4902" providerId="ADAL" clId="{DE935BC2-D512-4290-B21C-5A2D16D3AF79}" dt="2025-09-11T00:47:59.612" v="3724" actId="700"/>
          <ac:spMkLst>
            <pc:docMk/>
            <pc:sldMk cId="3762377890" sldId="1142"/>
            <ac:spMk id="2" creationId="{EE82A239-2047-8620-88BB-45AD3EE7D0BF}"/>
          </ac:spMkLst>
        </pc:spChg>
        <pc:spChg chg="mod ord">
          <ac:chgData name="박수범" userId="3305dbaa-60c9-45ad-ab9f-58e93c3f4902" providerId="ADAL" clId="{DE935BC2-D512-4290-B21C-5A2D16D3AF79}" dt="2025-09-11T00:47:59.612" v="3724" actId="700"/>
          <ac:spMkLst>
            <pc:docMk/>
            <pc:sldMk cId="3762377890" sldId="1142"/>
            <ac:spMk id="3" creationId="{29AC1804-8F1C-9AB7-6BC9-422459585D5D}"/>
          </ac:spMkLst>
        </pc:spChg>
        <pc:spChg chg="mod ord">
          <ac:chgData name="박수범" userId="3305dbaa-60c9-45ad-ab9f-58e93c3f4902" providerId="ADAL" clId="{DE935BC2-D512-4290-B21C-5A2D16D3AF79}" dt="2025-09-11T00:47:59.612" v="3724" actId="700"/>
          <ac:spMkLst>
            <pc:docMk/>
            <pc:sldMk cId="3762377890" sldId="1142"/>
            <ac:spMk id="4" creationId="{617C6B61-B7FE-2C45-25C2-F01862E2CF24}"/>
          </ac:spMkLst>
        </pc:spChg>
        <pc:spChg chg="mod ord">
          <ac:chgData name="박수범" userId="3305dbaa-60c9-45ad-ab9f-58e93c3f4902" providerId="ADAL" clId="{DE935BC2-D512-4290-B21C-5A2D16D3AF79}" dt="2025-09-11T00:47:59.612" v="3724" actId="700"/>
          <ac:spMkLst>
            <pc:docMk/>
            <pc:sldMk cId="3762377890" sldId="1142"/>
            <ac:spMk id="5" creationId="{D673EF28-A7D9-9837-193D-16C2492D301A}"/>
          </ac:spMkLst>
        </pc:spChg>
        <pc:spChg chg="mod ord">
          <ac:chgData name="박수범" userId="3305dbaa-60c9-45ad-ab9f-58e93c3f4902" providerId="ADAL" clId="{DE935BC2-D512-4290-B21C-5A2D16D3AF79}" dt="2025-09-11T00:47:59.612" v="3724" actId="700"/>
          <ac:spMkLst>
            <pc:docMk/>
            <pc:sldMk cId="3762377890" sldId="1142"/>
            <ac:spMk id="6" creationId="{1797FAD9-C6DB-FB74-EE94-51F9C68BCE6E}"/>
          </ac:spMkLst>
        </pc:spChg>
        <pc:spChg chg="mod ord">
          <ac:chgData name="박수범" userId="3305dbaa-60c9-45ad-ab9f-58e93c3f4902" providerId="ADAL" clId="{DE935BC2-D512-4290-B21C-5A2D16D3AF79}" dt="2025-09-11T00:47:59.612" v="3724" actId="700"/>
          <ac:spMkLst>
            <pc:docMk/>
            <pc:sldMk cId="3762377890" sldId="1142"/>
            <ac:spMk id="7" creationId="{C94B2CBA-8FEA-71B9-D6CA-136ADDA8129F}"/>
          </ac:spMkLst>
        </pc:spChg>
        <pc:spChg chg="add mod">
          <ac:chgData name="박수범" userId="3305dbaa-60c9-45ad-ab9f-58e93c3f4902" providerId="ADAL" clId="{DE935BC2-D512-4290-B21C-5A2D16D3AF79}" dt="2025-09-10T01:55:35.190" v="2427" actId="1076"/>
          <ac:spMkLst>
            <pc:docMk/>
            <pc:sldMk cId="3762377890" sldId="1142"/>
            <ac:spMk id="10" creationId="{6B345516-2BA5-6D15-67AB-6B194A8FEC8A}"/>
          </ac:spMkLst>
        </pc:spChg>
        <pc:spChg chg="mod">
          <ac:chgData name="박수범" userId="3305dbaa-60c9-45ad-ab9f-58e93c3f4902" providerId="ADAL" clId="{DE935BC2-D512-4290-B21C-5A2D16D3AF79}" dt="2025-09-10T01:55:31.800" v="2425" actId="14100"/>
          <ac:spMkLst>
            <pc:docMk/>
            <pc:sldMk cId="3762377890" sldId="1142"/>
            <ac:spMk id="19" creationId="{23B9F813-4184-D749-9EC8-49971B22680D}"/>
          </ac:spMkLst>
        </pc:spChg>
        <pc:picChg chg="add mod ord">
          <ac:chgData name="박수범" userId="3305dbaa-60c9-45ad-ab9f-58e93c3f4902" providerId="ADAL" clId="{DE935BC2-D512-4290-B21C-5A2D16D3AF79}" dt="2025-09-10T01:55:24.191" v="2423" actId="1076"/>
          <ac:picMkLst>
            <pc:docMk/>
            <pc:sldMk cId="3762377890" sldId="1142"/>
            <ac:picMk id="9" creationId="{CD331EC6-AB29-43B7-6D13-B44B5A3EC36F}"/>
          </ac:picMkLst>
        </pc:picChg>
      </pc:sldChg>
      <pc:sldChg chg="addSp delSp modSp add mod modClrScheme chgLayout">
        <pc:chgData name="박수범" userId="3305dbaa-60c9-45ad-ab9f-58e93c3f4902" providerId="ADAL" clId="{DE935BC2-D512-4290-B21C-5A2D16D3AF79}" dt="2025-09-11T00:47:59.612" v="3724" actId="700"/>
        <pc:sldMkLst>
          <pc:docMk/>
          <pc:sldMk cId="2643972919" sldId="1143"/>
        </pc:sldMkLst>
        <pc:spChg chg="mod ord">
          <ac:chgData name="박수범" userId="3305dbaa-60c9-45ad-ab9f-58e93c3f4902" providerId="ADAL" clId="{DE935BC2-D512-4290-B21C-5A2D16D3AF79}" dt="2025-09-11T00:47:59.612" v="3724" actId="700"/>
          <ac:spMkLst>
            <pc:docMk/>
            <pc:sldMk cId="2643972919" sldId="1143"/>
            <ac:spMk id="2" creationId="{0C11C347-E16B-1CC9-EF49-240DB844D192}"/>
          </ac:spMkLst>
        </pc:spChg>
        <pc:spChg chg="mod ord">
          <ac:chgData name="박수범" userId="3305dbaa-60c9-45ad-ab9f-58e93c3f4902" providerId="ADAL" clId="{DE935BC2-D512-4290-B21C-5A2D16D3AF79}" dt="2025-09-11T00:47:59.612" v="3724" actId="700"/>
          <ac:spMkLst>
            <pc:docMk/>
            <pc:sldMk cId="2643972919" sldId="1143"/>
            <ac:spMk id="3" creationId="{4B975753-2E24-E41C-BF75-90EF5B6BBC8C}"/>
          </ac:spMkLst>
        </pc:spChg>
        <pc:spChg chg="mod ord">
          <ac:chgData name="박수범" userId="3305dbaa-60c9-45ad-ab9f-58e93c3f4902" providerId="ADAL" clId="{DE935BC2-D512-4290-B21C-5A2D16D3AF79}" dt="2025-09-11T00:47:59.612" v="3724" actId="700"/>
          <ac:spMkLst>
            <pc:docMk/>
            <pc:sldMk cId="2643972919" sldId="1143"/>
            <ac:spMk id="4" creationId="{B22BEBCE-E7EA-14EA-EC65-7D49BD4899B0}"/>
          </ac:spMkLst>
        </pc:spChg>
        <pc:spChg chg="mod ord">
          <ac:chgData name="박수범" userId="3305dbaa-60c9-45ad-ab9f-58e93c3f4902" providerId="ADAL" clId="{DE935BC2-D512-4290-B21C-5A2D16D3AF79}" dt="2025-09-11T00:47:59.612" v="3724" actId="700"/>
          <ac:spMkLst>
            <pc:docMk/>
            <pc:sldMk cId="2643972919" sldId="1143"/>
            <ac:spMk id="5" creationId="{EC51D60E-6ED4-2A3C-1D38-9F2292A9CC14}"/>
          </ac:spMkLst>
        </pc:spChg>
        <pc:spChg chg="mod ord">
          <ac:chgData name="박수범" userId="3305dbaa-60c9-45ad-ab9f-58e93c3f4902" providerId="ADAL" clId="{DE935BC2-D512-4290-B21C-5A2D16D3AF79}" dt="2025-09-11T00:47:59.612" v="3724" actId="700"/>
          <ac:spMkLst>
            <pc:docMk/>
            <pc:sldMk cId="2643972919" sldId="1143"/>
            <ac:spMk id="6" creationId="{413A0E0A-F01D-9AD3-A431-C277FDE9AE30}"/>
          </ac:spMkLst>
        </pc:spChg>
        <pc:spChg chg="mod ord">
          <ac:chgData name="박수범" userId="3305dbaa-60c9-45ad-ab9f-58e93c3f4902" providerId="ADAL" clId="{DE935BC2-D512-4290-B21C-5A2D16D3AF79}" dt="2025-09-11T00:47:59.612" v="3724" actId="700"/>
          <ac:spMkLst>
            <pc:docMk/>
            <pc:sldMk cId="2643972919" sldId="1143"/>
            <ac:spMk id="7" creationId="{E9F15CA9-3E77-9993-B6CA-42C4033B7C1C}"/>
          </ac:spMkLst>
        </pc:spChg>
        <pc:spChg chg="mod">
          <ac:chgData name="박수범" userId="3305dbaa-60c9-45ad-ab9f-58e93c3f4902" providerId="ADAL" clId="{DE935BC2-D512-4290-B21C-5A2D16D3AF79}" dt="2025-09-10T02:36:21.644" v="2906"/>
          <ac:spMkLst>
            <pc:docMk/>
            <pc:sldMk cId="2643972919" sldId="1143"/>
            <ac:spMk id="13" creationId="{5652CA6D-CB5C-8381-238F-47C2ACC48A1C}"/>
          </ac:spMkLst>
        </pc:spChg>
        <pc:spChg chg="mod">
          <ac:chgData name="박수범" userId="3305dbaa-60c9-45ad-ab9f-58e93c3f4902" providerId="ADAL" clId="{DE935BC2-D512-4290-B21C-5A2D16D3AF79}" dt="2025-09-10T02:36:36.350" v="2954" actId="113"/>
          <ac:spMkLst>
            <pc:docMk/>
            <pc:sldMk cId="2643972919" sldId="1143"/>
            <ac:spMk id="14" creationId="{C796D6AB-1426-1A48-0B11-1301603AE681}"/>
          </ac:spMkLst>
        </pc:spChg>
        <pc:spChg chg="mod">
          <ac:chgData name="박수범" userId="3305dbaa-60c9-45ad-ab9f-58e93c3f4902" providerId="ADAL" clId="{DE935BC2-D512-4290-B21C-5A2D16D3AF79}" dt="2025-09-10T02:23:18.242" v="2900"/>
          <ac:spMkLst>
            <pc:docMk/>
            <pc:sldMk cId="2643972919" sldId="1143"/>
            <ac:spMk id="16" creationId="{FDE25FA1-A40B-864A-C7DC-F337F95A1A7C}"/>
          </ac:spMkLst>
        </pc:spChg>
        <pc:spChg chg="mod">
          <ac:chgData name="박수범" userId="3305dbaa-60c9-45ad-ab9f-58e93c3f4902" providerId="ADAL" clId="{DE935BC2-D512-4290-B21C-5A2D16D3AF79}" dt="2025-09-10T02:36:12.707" v="2903"/>
          <ac:spMkLst>
            <pc:docMk/>
            <pc:sldMk cId="2643972919" sldId="1143"/>
            <ac:spMk id="17" creationId="{950E083E-C01E-FA6F-14A3-8A269F639071}"/>
          </ac:spMkLst>
        </pc:spChg>
        <pc:spChg chg="mod">
          <ac:chgData name="박수범" userId="3305dbaa-60c9-45ad-ab9f-58e93c3f4902" providerId="ADAL" clId="{DE935BC2-D512-4290-B21C-5A2D16D3AF79}" dt="2025-09-10T02:18:19.239" v="2893" actId="14100"/>
          <ac:spMkLst>
            <pc:docMk/>
            <pc:sldMk cId="2643972919" sldId="1143"/>
            <ac:spMk id="19" creationId="{967E1AD2-72D7-E998-B274-FA9563C80A4E}"/>
          </ac:spMkLst>
        </pc:spChg>
        <pc:grpChg chg="add mod">
          <ac:chgData name="박수범" userId="3305dbaa-60c9-45ad-ab9f-58e93c3f4902" providerId="ADAL" clId="{DE935BC2-D512-4290-B21C-5A2D16D3AF79}" dt="2025-09-10T02:36:21.644" v="2906"/>
          <ac:grpSpMkLst>
            <pc:docMk/>
            <pc:sldMk cId="2643972919" sldId="1143"/>
            <ac:grpSpMk id="12" creationId="{E8E19E38-B1DD-E053-55F6-5DD1EDBA1316}"/>
          </ac:grpSpMkLst>
        </pc:grpChg>
        <pc:grpChg chg="add mod">
          <ac:chgData name="박수범" userId="3305dbaa-60c9-45ad-ab9f-58e93c3f4902" providerId="ADAL" clId="{DE935BC2-D512-4290-B21C-5A2D16D3AF79}" dt="2025-09-10T02:36:17.031" v="2904" actId="1076"/>
          <ac:grpSpMkLst>
            <pc:docMk/>
            <pc:sldMk cId="2643972919" sldId="1143"/>
            <ac:grpSpMk id="15" creationId="{7D88E911-7560-2165-0EEA-FA58C78F82CD}"/>
          </ac:grpSpMkLst>
        </pc:grpChg>
        <pc:picChg chg="add mod ord">
          <ac:chgData name="박수범" userId="3305dbaa-60c9-45ad-ab9f-58e93c3f4902" providerId="ADAL" clId="{DE935BC2-D512-4290-B21C-5A2D16D3AF79}" dt="2025-09-10T02:18:23.717" v="2896" actId="1582"/>
          <ac:picMkLst>
            <pc:docMk/>
            <pc:sldMk cId="2643972919" sldId="1143"/>
            <ac:picMk id="11" creationId="{3629B4B9-9B41-81C1-A5E6-BDCF77E98BE7}"/>
          </ac:picMkLst>
        </pc:picChg>
      </pc:sldChg>
      <pc:sldChg chg="modSp add del mod">
        <pc:chgData name="박수범" userId="3305dbaa-60c9-45ad-ab9f-58e93c3f4902" providerId="ADAL" clId="{DE935BC2-D512-4290-B21C-5A2D16D3AF79}" dt="2025-09-10T04:45:21.719" v="2962" actId="47"/>
        <pc:sldMkLst>
          <pc:docMk/>
          <pc:sldMk cId="1106000626" sldId="1144"/>
        </pc:sldMkLst>
      </pc:sldChg>
      <pc:sldChg chg="addSp delSp modSp add mod modClrScheme chgLayout">
        <pc:chgData name="박수범" userId="3305dbaa-60c9-45ad-ab9f-58e93c3f4902" providerId="ADAL" clId="{DE935BC2-D512-4290-B21C-5A2D16D3AF79}" dt="2025-09-11T00:47:27.676" v="3723" actId="700"/>
        <pc:sldMkLst>
          <pc:docMk/>
          <pc:sldMk cId="2767125593" sldId="1144"/>
        </pc:sldMkLst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767125593" sldId="1144"/>
            <ac:spMk id="2" creationId="{4108015D-4841-FF0D-433B-29DC01CE119B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767125593" sldId="1144"/>
            <ac:spMk id="3" creationId="{7FEA80A2-E2CA-8D7B-34DB-324E74EE278F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767125593" sldId="1144"/>
            <ac:spMk id="4" creationId="{748E85F7-F770-F5D0-3F3B-5D30A986A8F2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767125593" sldId="1144"/>
            <ac:spMk id="5" creationId="{FB2E27A4-0F69-3F91-8C1C-9D0205D8C96F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767125593" sldId="1144"/>
            <ac:spMk id="6" creationId="{3D2653C4-E007-3AC0-7C94-6433B101BD2A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767125593" sldId="1144"/>
            <ac:spMk id="7" creationId="{38500E26-3A78-CC1A-8AA3-8D29870F3AAF}"/>
          </ac:spMkLst>
        </pc:spChg>
        <pc:spChg chg="mod">
          <ac:chgData name="박수범" userId="3305dbaa-60c9-45ad-ab9f-58e93c3f4902" providerId="ADAL" clId="{DE935BC2-D512-4290-B21C-5A2D16D3AF79}" dt="2025-09-10T05:21:40.839" v="3006"/>
          <ac:spMkLst>
            <pc:docMk/>
            <pc:sldMk cId="2767125593" sldId="1144"/>
            <ac:spMk id="13" creationId="{D3C65E5A-867B-312C-75E1-020AC7BC9A93}"/>
          </ac:spMkLst>
        </pc:spChg>
        <pc:spChg chg="mod">
          <ac:chgData name="박수범" userId="3305dbaa-60c9-45ad-ab9f-58e93c3f4902" providerId="ADAL" clId="{DE935BC2-D512-4290-B21C-5A2D16D3AF79}" dt="2025-09-10T05:21:51.184" v="3008" actId="113"/>
          <ac:spMkLst>
            <pc:docMk/>
            <pc:sldMk cId="2767125593" sldId="1144"/>
            <ac:spMk id="14" creationId="{D024C55D-FCD5-97B7-5EEE-4176985E89FB}"/>
          </ac:spMkLst>
        </pc:spChg>
        <pc:spChg chg="mod">
          <ac:chgData name="박수범" userId="3305dbaa-60c9-45ad-ab9f-58e93c3f4902" providerId="ADAL" clId="{DE935BC2-D512-4290-B21C-5A2D16D3AF79}" dt="2025-09-10T05:15:45.117" v="3005"/>
          <ac:spMkLst>
            <pc:docMk/>
            <pc:sldMk cId="2767125593" sldId="1144"/>
            <ac:spMk id="16" creationId="{C5C2DDAC-5503-387E-7CF5-AB1A9AE7835F}"/>
          </ac:spMkLst>
        </pc:spChg>
        <pc:spChg chg="mod">
          <ac:chgData name="박수범" userId="3305dbaa-60c9-45ad-ab9f-58e93c3f4902" providerId="ADAL" clId="{DE935BC2-D512-4290-B21C-5A2D16D3AF79}" dt="2025-09-10T05:22:00.795" v="3009"/>
          <ac:spMkLst>
            <pc:docMk/>
            <pc:sldMk cId="2767125593" sldId="1144"/>
            <ac:spMk id="17" creationId="{DD66C13B-6DB7-7BAC-B230-ECF89459AFF5}"/>
          </ac:spMkLst>
        </pc:spChg>
        <pc:spChg chg="mod">
          <ac:chgData name="박수범" userId="3305dbaa-60c9-45ad-ab9f-58e93c3f4902" providerId="ADAL" clId="{DE935BC2-D512-4290-B21C-5A2D16D3AF79}" dt="2025-09-10T05:14:59.877" v="2981" actId="1076"/>
          <ac:spMkLst>
            <pc:docMk/>
            <pc:sldMk cId="2767125593" sldId="1144"/>
            <ac:spMk id="19" creationId="{02598BA7-C411-A782-DB7C-68931C49AFCD}"/>
          </ac:spMkLst>
        </pc:spChg>
        <pc:grpChg chg="mod">
          <ac:chgData name="박수범" userId="3305dbaa-60c9-45ad-ab9f-58e93c3f4902" providerId="ADAL" clId="{DE935BC2-D512-4290-B21C-5A2D16D3AF79}" dt="2025-09-10T05:21:40.839" v="3006"/>
          <ac:grpSpMkLst>
            <pc:docMk/>
            <pc:sldMk cId="2767125593" sldId="1144"/>
            <ac:grpSpMk id="12" creationId="{11387796-ED54-1C14-B06F-8ADD5A6FB920}"/>
          </ac:grpSpMkLst>
        </pc:grpChg>
        <pc:grpChg chg="mod">
          <ac:chgData name="박수범" userId="3305dbaa-60c9-45ad-ab9f-58e93c3f4902" providerId="ADAL" clId="{DE935BC2-D512-4290-B21C-5A2D16D3AF79}" dt="2025-09-10T05:15:45.117" v="3005"/>
          <ac:grpSpMkLst>
            <pc:docMk/>
            <pc:sldMk cId="2767125593" sldId="1144"/>
            <ac:grpSpMk id="15" creationId="{A8D8E919-FACE-673E-78FE-58141B9D7B14}"/>
          </ac:grpSpMkLst>
        </pc:grpChg>
        <pc:picChg chg="add mod ord">
          <ac:chgData name="박수범" userId="3305dbaa-60c9-45ad-ab9f-58e93c3f4902" providerId="ADAL" clId="{DE935BC2-D512-4290-B21C-5A2D16D3AF79}" dt="2025-09-10T05:14:40.765" v="2974" actId="167"/>
          <ac:picMkLst>
            <pc:docMk/>
            <pc:sldMk cId="2767125593" sldId="1144"/>
            <ac:picMk id="9" creationId="{42480F1B-DDE1-972D-139B-45A2251F8254}"/>
          </ac:picMkLst>
        </pc:picChg>
      </pc:sldChg>
      <pc:sldChg chg="modSp add mod modClrScheme chgLayout">
        <pc:chgData name="박수범" userId="3305dbaa-60c9-45ad-ab9f-58e93c3f4902" providerId="ADAL" clId="{DE935BC2-D512-4290-B21C-5A2D16D3AF79}" dt="2025-09-12T00:45:33.734" v="5096" actId="20577"/>
        <pc:sldMkLst>
          <pc:docMk/>
          <pc:sldMk cId="663995706" sldId="1145"/>
        </pc:sldMkLst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663995706" sldId="1145"/>
            <ac:spMk id="2" creationId="{6D587ACD-0ADD-68BE-4476-24323BB29494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663995706" sldId="1145"/>
            <ac:spMk id="3" creationId="{7E90730C-FE05-C7A3-65F5-DF98B2FD6D4B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663995706" sldId="1145"/>
            <ac:spMk id="4" creationId="{BE805E44-4D9D-F59E-1D9A-F1125150A62F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663995706" sldId="1145"/>
            <ac:spMk id="5" creationId="{87764BB4-E339-FF10-662D-4C42AEC9CC90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663995706" sldId="1145"/>
            <ac:spMk id="6" creationId="{499B0E69-BD93-4A62-6418-9256B5128479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663995706" sldId="1145"/>
            <ac:spMk id="7" creationId="{0F80F470-457B-D06D-1344-FF9F64574127}"/>
          </ac:spMkLst>
        </pc:spChg>
        <pc:spChg chg="mod">
          <ac:chgData name="박수범" userId="3305dbaa-60c9-45ad-ab9f-58e93c3f4902" providerId="ADAL" clId="{DE935BC2-D512-4290-B21C-5A2D16D3AF79}" dt="2025-09-10T06:17:30.951" v="3073" actId="1076"/>
          <ac:spMkLst>
            <pc:docMk/>
            <pc:sldMk cId="663995706" sldId="1145"/>
            <ac:spMk id="13" creationId="{06B26159-140E-35E1-CFE9-C4270C8D957B}"/>
          </ac:spMkLst>
        </pc:spChg>
        <pc:spChg chg="mod">
          <ac:chgData name="박수범" userId="3305dbaa-60c9-45ad-ab9f-58e93c3f4902" providerId="ADAL" clId="{DE935BC2-D512-4290-B21C-5A2D16D3AF79}" dt="2025-09-12T00:45:33.734" v="5096" actId="20577"/>
          <ac:spMkLst>
            <pc:docMk/>
            <pc:sldMk cId="663995706" sldId="1145"/>
            <ac:spMk id="14" creationId="{E1FB5545-3F23-2A43-66BC-8DB0D25E839D}"/>
          </ac:spMkLst>
        </pc:spChg>
        <pc:spChg chg="mod">
          <ac:chgData name="박수범" userId="3305dbaa-60c9-45ad-ab9f-58e93c3f4902" providerId="ADAL" clId="{DE935BC2-D512-4290-B21C-5A2D16D3AF79}" dt="2025-09-10T06:01:46.902" v="3066"/>
          <ac:spMkLst>
            <pc:docMk/>
            <pc:sldMk cId="663995706" sldId="1145"/>
            <ac:spMk id="16" creationId="{7C9808DE-1E90-7DF6-CD0D-A3DE01E48EAB}"/>
          </ac:spMkLst>
        </pc:spChg>
        <pc:spChg chg="mod">
          <ac:chgData name="박수범" userId="3305dbaa-60c9-45ad-ab9f-58e93c3f4902" providerId="ADAL" clId="{DE935BC2-D512-4290-B21C-5A2D16D3AF79}" dt="2025-09-10T06:45:38.901" v="3076" actId="113"/>
          <ac:spMkLst>
            <pc:docMk/>
            <pc:sldMk cId="663995706" sldId="1145"/>
            <ac:spMk id="17" creationId="{FF5771BF-2A77-0FAA-1A11-8FE91F86336B}"/>
          </ac:spMkLst>
        </pc:spChg>
        <pc:spChg chg="mod">
          <ac:chgData name="박수범" userId="3305dbaa-60c9-45ad-ab9f-58e93c3f4902" providerId="ADAL" clId="{DE935BC2-D512-4290-B21C-5A2D16D3AF79}" dt="2025-09-10T06:01:36.685" v="3064" actId="14100"/>
          <ac:spMkLst>
            <pc:docMk/>
            <pc:sldMk cId="663995706" sldId="1145"/>
            <ac:spMk id="19" creationId="{CDD610D1-4671-A999-0C42-BE3ACAC2BFAB}"/>
          </ac:spMkLst>
        </pc:spChg>
        <pc:grpChg chg="mod">
          <ac:chgData name="박수범" userId="3305dbaa-60c9-45ad-ab9f-58e93c3f4902" providerId="ADAL" clId="{DE935BC2-D512-4290-B21C-5A2D16D3AF79}" dt="2025-09-10T06:17:32.886" v="3074" actId="1076"/>
          <ac:grpSpMkLst>
            <pc:docMk/>
            <pc:sldMk cId="663995706" sldId="1145"/>
            <ac:grpSpMk id="12" creationId="{7E8AB3D1-5F4F-6CB9-5647-F6AF6013E73E}"/>
          </ac:grpSpMkLst>
        </pc:grpChg>
        <pc:grpChg chg="mod">
          <ac:chgData name="박수범" userId="3305dbaa-60c9-45ad-ab9f-58e93c3f4902" providerId="ADAL" clId="{DE935BC2-D512-4290-B21C-5A2D16D3AF79}" dt="2025-09-10T06:01:46.902" v="3066"/>
          <ac:grpSpMkLst>
            <pc:docMk/>
            <pc:sldMk cId="663995706" sldId="1145"/>
            <ac:grpSpMk id="15" creationId="{B294FB71-E745-FD16-B28A-B220E819816F}"/>
          </ac:grpSpMkLst>
        </pc:grpChg>
      </pc:sldChg>
      <pc:sldChg chg="addSp delSp modSp add mod modClrScheme chgLayout">
        <pc:chgData name="박수범" userId="3305dbaa-60c9-45ad-ab9f-58e93c3f4902" providerId="ADAL" clId="{DE935BC2-D512-4290-B21C-5A2D16D3AF79}" dt="2025-09-11T00:47:27.676" v="3723" actId="700"/>
        <pc:sldMkLst>
          <pc:docMk/>
          <pc:sldMk cId="1254829874" sldId="1146"/>
        </pc:sldMkLst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1254829874" sldId="1146"/>
            <ac:spMk id="2" creationId="{03D289D2-531C-C25D-1C0A-87467652ADE7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1254829874" sldId="1146"/>
            <ac:spMk id="3" creationId="{FD761FFC-8D72-A25F-90D5-304E50C03E94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1254829874" sldId="1146"/>
            <ac:spMk id="4" creationId="{E3886B0A-7119-2C0C-4168-8BB9597E9773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1254829874" sldId="1146"/>
            <ac:spMk id="5" creationId="{E634A840-CE78-B034-6E24-8CA5661E7BA5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1254829874" sldId="1146"/>
            <ac:spMk id="6" creationId="{7E4437B4-1A46-B8CB-B091-9BD88A6B8FE2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1254829874" sldId="1146"/>
            <ac:spMk id="7" creationId="{319EB085-C249-0CD9-DA02-8611CCF3E55A}"/>
          </ac:spMkLst>
        </pc:spChg>
        <pc:spChg chg="mod">
          <ac:chgData name="박수범" userId="3305dbaa-60c9-45ad-ab9f-58e93c3f4902" providerId="ADAL" clId="{DE935BC2-D512-4290-B21C-5A2D16D3AF79}" dt="2025-09-10T06:58:35.122" v="3104"/>
          <ac:spMkLst>
            <pc:docMk/>
            <pc:sldMk cId="1254829874" sldId="1146"/>
            <ac:spMk id="18" creationId="{D18F83A5-2AEB-74C8-0D33-EAA2986D5EE0}"/>
          </ac:spMkLst>
        </pc:spChg>
        <pc:spChg chg="mod">
          <ac:chgData name="박수범" userId="3305dbaa-60c9-45ad-ab9f-58e93c3f4902" providerId="ADAL" clId="{DE935BC2-D512-4290-B21C-5A2D16D3AF79}" dt="2025-09-10T06:51:20.520" v="3095" actId="14100"/>
          <ac:spMkLst>
            <pc:docMk/>
            <pc:sldMk cId="1254829874" sldId="1146"/>
            <ac:spMk id="19" creationId="{418AFE4A-6138-5C78-E68F-14FDB067CFBE}"/>
          </ac:spMkLst>
        </pc:spChg>
        <pc:spChg chg="mod">
          <ac:chgData name="박수범" userId="3305dbaa-60c9-45ad-ab9f-58e93c3f4902" providerId="ADAL" clId="{DE935BC2-D512-4290-B21C-5A2D16D3AF79}" dt="2025-09-10T06:58:35.122" v="3104"/>
          <ac:spMkLst>
            <pc:docMk/>
            <pc:sldMk cId="1254829874" sldId="1146"/>
            <ac:spMk id="20" creationId="{02D2A1B5-2942-3DE8-44F8-33949C56C4BB}"/>
          </ac:spMkLst>
        </pc:spChg>
        <pc:spChg chg="mod">
          <ac:chgData name="박수범" userId="3305dbaa-60c9-45ad-ab9f-58e93c3f4902" providerId="ADAL" clId="{DE935BC2-D512-4290-B21C-5A2D16D3AF79}" dt="2025-09-10T06:58:35.122" v="3104"/>
          <ac:spMkLst>
            <pc:docMk/>
            <pc:sldMk cId="1254829874" sldId="1146"/>
            <ac:spMk id="22" creationId="{B4B92128-5BB9-3717-372A-8737AE668221}"/>
          </ac:spMkLst>
        </pc:spChg>
        <pc:spChg chg="mod">
          <ac:chgData name="박수범" userId="3305dbaa-60c9-45ad-ab9f-58e93c3f4902" providerId="ADAL" clId="{DE935BC2-D512-4290-B21C-5A2D16D3AF79}" dt="2025-09-10T06:58:35.122" v="3104"/>
          <ac:spMkLst>
            <pc:docMk/>
            <pc:sldMk cId="1254829874" sldId="1146"/>
            <ac:spMk id="23" creationId="{3EF39E42-67A2-9540-6CD9-22F9691C0CE8}"/>
          </ac:spMkLst>
        </pc:spChg>
        <pc:grpChg chg="add mod">
          <ac:chgData name="박수범" userId="3305dbaa-60c9-45ad-ab9f-58e93c3f4902" providerId="ADAL" clId="{DE935BC2-D512-4290-B21C-5A2D16D3AF79}" dt="2025-09-10T06:58:35.122" v="3104"/>
          <ac:grpSpMkLst>
            <pc:docMk/>
            <pc:sldMk cId="1254829874" sldId="1146"/>
            <ac:grpSpMk id="11" creationId="{91B2CA44-D298-5861-1F9E-81B30B98D728}"/>
          </ac:grpSpMkLst>
        </pc:grpChg>
        <pc:grpChg chg="add mod">
          <ac:chgData name="박수범" userId="3305dbaa-60c9-45ad-ab9f-58e93c3f4902" providerId="ADAL" clId="{DE935BC2-D512-4290-B21C-5A2D16D3AF79}" dt="2025-09-10T06:58:35.122" v="3104"/>
          <ac:grpSpMkLst>
            <pc:docMk/>
            <pc:sldMk cId="1254829874" sldId="1146"/>
            <ac:grpSpMk id="21" creationId="{8767B252-6E48-B54E-51C8-50B9059D3E9A}"/>
          </ac:grpSpMkLst>
        </pc:grpChg>
        <pc:picChg chg="add mod ord">
          <ac:chgData name="박수범" userId="3305dbaa-60c9-45ad-ab9f-58e93c3f4902" providerId="ADAL" clId="{DE935BC2-D512-4290-B21C-5A2D16D3AF79}" dt="2025-09-10T06:51:07.898" v="3090" actId="1582"/>
          <ac:picMkLst>
            <pc:docMk/>
            <pc:sldMk cId="1254829874" sldId="1146"/>
            <ac:picMk id="10" creationId="{7E45437A-729B-BF39-0794-022A639697F0}"/>
          </ac:picMkLst>
        </pc:picChg>
      </pc:sldChg>
      <pc:sldChg chg="addSp delSp modSp add mod modClrScheme chgLayout">
        <pc:chgData name="박수범" userId="3305dbaa-60c9-45ad-ab9f-58e93c3f4902" providerId="ADAL" clId="{DE935BC2-D512-4290-B21C-5A2D16D3AF79}" dt="2025-09-11T00:47:27.676" v="3723" actId="700"/>
        <pc:sldMkLst>
          <pc:docMk/>
          <pc:sldMk cId="2096424227" sldId="1147"/>
        </pc:sldMkLst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096424227" sldId="1147"/>
            <ac:spMk id="2" creationId="{E40CED0F-5042-3C77-6D3F-C804BCED0CB7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096424227" sldId="1147"/>
            <ac:spMk id="3" creationId="{F18A2D87-6D94-3C00-0ECD-386EF7C4CDD6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096424227" sldId="1147"/>
            <ac:spMk id="4" creationId="{09C1930A-2200-53E3-6B7C-7CB89F1D4E17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096424227" sldId="1147"/>
            <ac:spMk id="5" creationId="{00E5916B-75E4-FE5B-D4E6-69A7F25A662C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096424227" sldId="1147"/>
            <ac:spMk id="6" creationId="{366F73A4-8BEA-CE57-423D-324B951032A5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096424227" sldId="1147"/>
            <ac:spMk id="7" creationId="{301F9C54-E04E-F84C-5723-86FCEC82EACB}"/>
          </ac:spMkLst>
        </pc:spChg>
        <pc:spChg chg="mod">
          <ac:chgData name="박수범" userId="3305dbaa-60c9-45ad-ab9f-58e93c3f4902" providerId="ADAL" clId="{DE935BC2-D512-4290-B21C-5A2D16D3AF79}" dt="2025-09-10T07:00:28.168" v="3107" actId="14100"/>
          <ac:spMkLst>
            <pc:docMk/>
            <pc:sldMk cId="2096424227" sldId="1147"/>
            <ac:spMk id="19" creationId="{82388953-BAFD-21E5-ABF6-2BB6CACF1F28}"/>
          </ac:spMkLst>
        </pc:spChg>
        <pc:picChg chg="add mod">
          <ac:chgData name="박수범" userId="3305dbaa-60c9-45ad-ab9f-58e93c3f4902" providerId="ADAL" clId="{DE935BC2-D512-4290-B21C-5A2D16D3AF79}" dt="2025-09-10T07:02:30.567" v="3168" actId="1582"/>
          <ac:picMkLst>
            <pc:docMk/>
            <pc:sldMk cId="2096424227" sldId="1147"/>
            <ac:picMk id="9" creationId="{E237A75F-A720-F3EF-364F-008D85AABFAF}"/>
          </ac:picMkLst>
        </pc:picChg>
      </pc:sldChg>
      <pc:sldChg chg="addSp delSp modSp add mod modClrScheme chgLayout">
        <pc:chgData name="박수범" userId="3305dbaa-60c9-45ad-ab9f-58e93c3f4902" providerId="ADAL" clId="{DE935BC2-D512-4290-B21C-5A2D16D3AF79}" dt="2025-09-12T00:50:31.454" v="5097" actId="20577"/>
        <pc:sldMkLst>
          <pc:docMk/>
          <pc:sldMk cId="970436054" sldId="1148"/>
        </pc:sldMkLst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970436054" sldId="1148"/>
            <ac:spMk id="2" creationId="{11B1A19F-8447-E88C-ADD5-68A1BCA7C6E2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970436054" sldId="1148"/>
            <ac:spMk id="3" creationId="{6242936A-FEE6-8AB3-22F8-6D6AB5AF789B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970436054" sldId="1148"/>
            <ac:spMk id="4" creationId="{EFAFA2A4-77E6-CEC6-BA39-582FB11D0BEC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970436054" sldId="1148"/>
            <ac:spMk id="5" creationId="{5CE3DE3A-6E13-E543-2F7A-66778D3CC60B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970436054" sldId="1148"/>
            <ac:spMk id="6" creationId="{717CE9C5-F549-7E1A-9D91-FCAE04E24B9B}"/>
          </ac:spMkLst>
        </pc:spChg>
        <pc:spChg chg="mod">
          <ac:chgData name="박수범" userId="3305dbaa-60c9-45ad-ab9f-58e93c3f4902" providerId="ADAL" clId="{DE935BC2-D512-4290-B21C-5A2D16D3AF79}" dt="2025-09-10T07:32:37.671" v="3199" actId="14100"/>
          <ac:spMkLst>
            <pc:docMk/>
            <pc:sldMk cId="970436054" sldId="1148"/>
            <ac:spMk id="19" creationId="{AE2ADF40-92B8-6177-23E2-970E95428E11}"/>
          </ac:spMkLst>
        </pc:spChg>
        <pc:spChg chg="add 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970436054" sldId="1148"/>
            <ac:spMk id="30" creationId="{A5E07160-3639-3D86-9902-513D56045D5F}"/>
          </ac:spMkLst>
        </pc:spChg>
        <pc:spChg chg="mod">
          <ac:chgData name="박수범" userId="3305dbaa-60c9-45ad-ab9f-58e93c3f4902" providerId="ADAL" clId="{DE935BC2-D512-4290-B21C-5A2D16D3AF79}" dt="2025-09-10T07:31:50.995" v="3185"/>
          <ac:spMkLst>
            <pc:docMk/>
            <pc:sldMk cId="970436054" sldId="1148"/>
            <ac:spMk id="32" creationId="{59A2DBEA-ADCA-A8A6-D4F1-C391410902C0}"/>
          </ac:spMkLst>
        </pc:spChg>
        <pc:spChg chg="mod">
          <ac:chgData name="박수범" userId="3305dbaa-60c9-45ad-ab9f-58e93c3f4902" providerId="ADAL" clId="{DE935BC2-D512-4290-B21C-5A2D16D3AF79}" dt="2025-09-12T00:50:31.454" v="5097" actId="20577"/>
          <ac:spMkLst>
            <pc:docMk/>
            <pc:sldMk cId="970436054" sldId="1148"/>
            <ac:spMk id="33" creationId="{A1947486-F745-1856-C32D-D9B3B2914CA0}"/>
          </ac:spMkLst>
        </pc:spChg>
        <pc:spChg chg="mod">
          <ac:chgData name="박수범" userId="3305dbaa-60c9-45ad-ab9f-58e93c3f4902" providerId="ADAL" clId="{DE935BC2-D512-4290-B21C-5A2D16D3AF79}" dt="2025-09-10T07:31:50.995" v="3185"/>
          <ac:spMkLst>
            <pc:docMk/>
            <pc:sldMk cId="970436054" sldId="1148"/>
            <ac:spMk id="35" creationId="{2DE04C46-2015-F3CC-295A-35BC3CC43838}"/>
          </ac:spMkLst>
        </pc:spChg>
        <pc:spChg chg="mod">
          <ac:chgData name="박수범" userId="3305dbaa-60c9-45ad-ab9f-58e93c3f4902" providerId="ADAL" clId="{DE935BC2-D512-4290-B21C-5A2D16D3AF79}" dt="2025-09-10T07:31:50.995" v="3185"/>
          <ac:spMkLst>
            <pc:docMk/>
            <pc:sldMk cId="970436054" sldId="1148"/>
            <ac:spMk id="36" creationId="{6EAF68C5-A65B-C86B-052C-3BE9A7C12E10}"/>
          </ac:spMkLst>
        </pc:spChg>
        <pc:grpChg chg="add mod">
          <ac:chgData name="박수범" userId="3305dbaa-60c9-45ad-ab9f-58e93c3f4902" providerId="ADAL" clId="{DE935BC2-D512-4290-B21C-5A2D16D3AF79}" dt="2025-09-10T07:31:50.995" v="3185"/>
          <ac:grpSpMkLst>
            <pc:docMk/>
            <pc:sldMk cId="970436054" sldId="1148"/>
            <ac:grpSpMk id="31" creationId="{C675D6C5-AAA5-52B3-4CDD-4E8BD59B0952}"/>
          </ac:grpSpMkLst>
        </pc:grpChg>
        <pc:grpChg chg="add mod">
          <ac:chgData name="박수범" userId="3305dbaa-60c9-45ad-ab9f-58e93c3f4902" providerId="ADAL" clId="{DE935BC2-D512-4290-B21C-5A2D16D3AF79}" dt="2025-09-10T07:31:50.995" v="3185"/>
          <ac:grpSpMkLst>
            <pc:docMk/>
            <pc:sldMk cId="970436054" sldId="1148"/>
            <ac:grpSpMk id="34" creationId="{5EC4668B-DAB6-1169-8DE8-7086B30FC580}"/>
          </ac:grpSpMkLst>
        </pc:grpChg>
        <pc:picChg chg="add mod ord">
          <ac:chgData name="박수범" userId="3305dbaa-60c9-45ad-ab9f-58e93c3f4902" providerId="ADAL" clId="{DE935BC2-D512-4290-B21C-5A2D16D3AF79}" dt="2025-09-10T07:32:32.273" v="3196" actId="1076"/>
          <ac:picMkLst>
            <pc:docMk/>
            <pc:sldMk cId="970436054" sldId="1148"/>
            <ac:picMk id="38" creationId="{86F98754-912F-883D-B57A-1DE2FAC4B95E}"/>
          </ac:picMkLst>
        </pc:picChg>
      </pc:sldChg>
      <pc:sldChg chg="addSp delSp modSp add mod modClrScheme chgLayout">
        <pc:chgData name="박수범" userId="3305dbaa-60c9-45ad-ab9f-58e93c3f4902" providerId="ADAL" clId="{DE935BC2-D512-4290-B21C-5A2D16D3AF79}" dt="2025-09-11T00:47:27.676" v="3723" actId="700"/>
        <pc:sldMkLst>
          <pc:docMk/>
          <pc:sldMk cId="1363262398" sldId="1149"/>
        </pc:sldMkLst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1363262398" sldId="1149"/>
            <ac:spMk id="2" creationId="{2CDFF467-0708-5C06-89E8-E6388F015A8B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1363262398" sldId="1149"/>
            <ac:spMk id="3" creationId="{99E993FB-9615-E8EC-56AC-A193FC2A9BD9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1363262398" sldId="1149"/>
            <ac:spMk id="4" creationId="{0A5717A8-8440-EC40-CE44-AAB373723DB8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1363262398" sldId="1149"/>
            <ac:spMk id="5" creationId="{87874B9A-A17C-105A-4609-C24B509F025D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1363262398" sldId="1149"/>
            <ac:spMk id="6" creationId="{395AC38A-A671-400F-1A51-7F4B236FF8B6}"/>
          </ac:spMkLst>
        </pc:spChg>
        <pc:spChg chg="mod">
          <ac:chgData name="박수범" userId="3305dbaa-60c9-45ad-ab9f-58e93c3f4902" providerId="ADAL" clId="{DE935BC2-D512-4290-B21C-5A2D16D3AF79}" dt="2025-09-10T07:49:13.481" v="3248"/>
          <ac:spMkLst>
            <pc:docMk/>
            <pc:sldMk cId="1363262398" sldId="1149"/>
            <ac:spMk id="8" creationId="{7CC63636-A12C-02E8-5CC6-756281F61E3D}"/>
          </ac:spMkLst>
        </pc:spChg>
        <pc:spChg chg="mod">
          <ac:chgData name="박수범" userId="3305dbaa-60c9-45ad-ab9f-58e93c3f4902" providerId="ADAL" clId="{DE935BC2-D512-4290-B21C-5A2D16D3AF79}" dt="2025-09-10T07:49:13.481" v="3248"/>
          <ac:spMkLst>
            <pc:docMk/>
            <pc:sldMk cId="1363262398" sldId="1149"/>
            <ac:spMk id="9" creationId="{855AB00B-20B6-574E-D72D-D5248D5E4497}"/>
          </ac:spMkLst>
        </pc:spChg>
        <pc:spChg chg="mod">
          <ac:chgData name="박수범" userId="3305dbaa-60c9-45ad-ab9f-58e93c3f4902" providerId="ADAL" clId="{DE935BC2-D512-4290-B21C-5A2D16D3AF79}" dt="2025-09-10T07:34:42.213" v="3201" actId="1076"/>
          <ac:spMkLst>
            <pc:docMk/>
            <pc:sldMk cId="1363262398" sldId="1149"/>
            <ac:spMk id="19" creationId="{770FF35B-9837-6B42-20B4-ECD799108E7D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1363262398" sldId="1149"/>
            <ac:spMk id="30" creationId="{A94BEA44-93C7-B33E-7748-F28E6DD6EAFE}"/>
          </ac:spMkLst>
        </pc:spChg>
        <pc:grpChg chg="add mod">
          <ac:chgData name="박수범" userId="3305dbaa-60c9-45ad-ab9f-58e93c3f4902" providerId="ADAL" clId="{DE935BC2-D512-4290-B21C-5A2D16D3AF79}" dt="2025-09-10T07:49:13.481" v="3248"/>
          <ac:grpSpMkLst>
            <pc:docMk/>
            <pc:sldMk cId="1363262398" sldId="1149"/>
            <ac:grpSpMk id="7" creationId="{09851EC9-3E6F-B189-E999-75E28E73D28A}"/>
          </ac:grpSpMkLst>
        </pc:grpChg>
      </pc:sldChg>
      <pc:sldChg chg="addSp delSp modSp add mod modClrScheme chgLayout">
        <pc:chgData name="박수범" userId="3305dbaa-60c9-45ad-ab9f-58e93c3f4902" providerId="ADAL" clId="{DE935BC2-D512-4290-B21C-5A2D16D3AF79}" dt="2025-09-11T04:50:21.344" v="4432"/>
        <pc:sldMkLst>
          <pc:docMk/>
          <pc:sldMk cId="3162123901" sldId="1150"/>
        </pc:sldMkLst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162123901" sldId="1150"/>
            <ac:spMk id="2" creationId="{E18B3579-A009-E22E-B093-590578FC74E6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162123901" sldId="1150"/>
            <ac:spMk id="3" creationId="{9AABCCAF-644B-BB43-BFE6-5161804053FD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162123901" sldId="1150"/>
            <ac:spMk id="4" creationId="{6217D370-CCC2-D399-6FD3-5AA617B4EA51}"/>
          </ac:spMkLst>
        </pc:spChg>
        <pc:spChg chg="mod ord">
          <ac:chgData name="박수범" userId="3305dbaa-60c9-45ad-ab9f-58e93c3f4902" providerId="ADAL" clId="{DE935BC2-D512-4290-B21C-5A2D16D3AF79}" dt="2025-09-11T04:50:06" v="4431"/>
          <ac:spMkLst>
            <pc:docMk/>
            <pc:sldMk cId="3162123901" sldId="1150"/>
            <ac:spMk id="5" creationId="{E18EC6A5-8038-7860-BD94-931E670ADEB0}"/>
          </ac:spMkLst>
        </pc:spChg>
        <pc:spChg chg="mod ord">
          <ac:chgData name="박수범" userId="3305dbaa-60c9-45ad-ab9f-58e93c3f4902" providerId="ADAL" clId="{DE935BC2-D512-4290-B21C-5A2D16D3AF79}" dt="2025-09-11T04:50:21.344" v="4432"/>
          <ac:spMkLst>
            <pc:docMk/>
            <pc:sldMk cId="3162123901" sldId="1150"/>
            <ac:spMk id="6" creationId="{D180F0BE-F1A1-04BF-71CC-18DEC6C73FD7}"/>
          </ac:spMkLst>
        </pc:spChg>
        <pc:spChg chg="mod">
          <ac:chgData name="박수범" userId="3305dbaa-60c9-45ad-ab9f-58e93c3f4902" providerId="ADAL" clId="{DE935BC2-D512-4290-B21C-5A2D16D3AF79}" dt="2025-09-10T07:37:40.641" v="3213"/>
          <ac:spMkLst>
            <pc:docMk/>
            <pc:sldMk cId="3162123901" sldId="1150"/>
            <ac:spMk id="17" creationId="{DD9BD71A-BA97-EF82-3422-265A2BBB27D4}"/>
          </ac:spMkLst>
        </pc:spChg>
        <pc:spChg chg="mod">
          <ac:chgData name="박수범" userId="3305dbaa-60c9-45ad-ab9f-58e93c3f4902" providerId="ADAL" clId="{DE935BC2-D512-4290-B21C-5A2D16D3AF79}" dt="2025-09-10T07:37:40.641" v="3213"/>
          <ac:spMkLst>
            <pc:docMk/>
            <pc:sldMk cId="3162123901" sldId="1150"/>
            <ac:spMk id="18" creationId="{B53C102F-DB89-12BD-C08D-153FAE5EA29F}"/>
          </ac:spMkLst>
        </pc:spChg>
        <pc:spChg chg="mod">
          <ac:chgData name="박수범" userId="3305dbaa-60c9-45ad-ab9f-58e93c3f4902" providerId="ADAL" clId="{DE935BC2-D512-4290-B21C-5A2D16D3AF79}" dt="2025-09-10T08:03:23.460" v="3338" actId="14100"/>
          <ac:spMkLst>
            <pc:docMk/>
            <pc:sldMk cId="3162123901" sldId="1150"/>
            <ac:spMk id="19" creationId="{D9B75831-D791-F0FE-C704-FCB9D880308D}"/>
          </ac:spMkLst>
        </pc:spChg>
        <pc:spChg chg="mod">
          <ac:chgData name="박수범" userId="3305dbaa-60c9-45ad-ab9f-58e93c3f4902" providerId="ADAL" clId="{DE935BC2-D512-4290-B21C-5A2D16D3AF79}" dt="2025-09-10T07:37:40.641" v="3213"/>
          <ac:spMkLst>
            <pc:docMk/>
            <pc:sldMk cId="3162123901" sldId="1150"/>
            <ac:spMk id="21" creationId="{98D5CB8D-3BC1-B5D0-1F0E-47312B5ABF6A}"/>
          </ac:spMkLst>
        </pc:spChg>
        <pc:spChg chg="mod">
          <ac:chgData name="박수범" userId="3305dbaa-60c9-45ad-ab9f-58e93c3f4902" providerId="ADAL" clId="{DE935BC2-D512-4290-B21C-5A2D16D3AF79}" dt="2025-09-10T07:37:40.641" v="3213"/>
          <ac:spMkLst>
            <pc:docMk/>
            <pc:sldMk cId="3162123901" sldId="1150"/>
            <ac:spMk id="22" creationId="{4B383AD7-7E1E-B596-D9C6-E7305C5389D6}"/>
          </ac:spMkLst>
        </pc:spChg>
        <pc:spChg chg="add mod">
          <ac:chgData name="박수범" userId="3305dbaa-60c9-45ad-ab9f-58e93c3f4902" providerId="ADAL" clId="{DE935BC2-D512-4290-B21C-5A2D16D3AF79}" dt="2025-09-10T08:03:27.320" v="3340" actId="1076"/>
          <ac:spMkLst>
            <pc:docMk/>
            <pc:sldMk cId="3162123901" sldId="1150"/>
            <ac:spMk id="27" creationId="{8B639BF7-1E9F-5E03-0C3E-735E675AA994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162123901" sldId="1150"/>
            <ac:spMk id="30" creationId="{24593032-B043-CB3D-DF03-1F187604B1EC}"/>
          </ac:spMkLst>
        </pc:spChg>
        <pc:grpChg chg="add mod">
          <ac:chgData name="박수범" userId="3305dbaa-60c9-45ad-ab9f-58e93c3f4902" providerId="ADAL" clId="{DE935BC2-D512-4290-B21C-5A2D16D3AF79}" dt="2025-09-10T07:37:40.641" v="3213"/>
          <ac:grpSpMkLst>
            <pc:docMk/>
            <pc:sldMk cId="3162123901" sldId="1150"/>
            <ac:grpSpMk id="16" creationId="{C6823D49-F6E3-5B29-FD47-3D4CDF52302C}"/>
          </ac:grpSpMkLst>
        </pc:grpChg>
        <pc:grpChg chg="add mod">
          <ac:chgData name="박수범" userId="3305dbaa-60c9-45ad-ab9f-58e93c3f4902" providerId="ADAL" clId="{DE935BC2-D512-4290-B21C-5A2D16D3AF79}" dt="2025-09-10T08:02:58.472" v="3327" actId="1076"/>
          <ac:grpSpMkLst>
            <pc:docMk/>
            <pc:sldMk cId="3162123901" sldId="1150"/>
            <ac:grpSpMk id="20" creationId="{01D53786-82BF-B5BF-A0A0-729EA30E8955}"/>
          </ac:grpSpMkLst>
        </pc:grpChg>
        <pc:picChg chg="add mod ord">
          <ac:chgData name="박수범" userId="3305dbaa-60c9-45ad-ab9f-58e93c3f4902" providerId="ADAL" clId="{DE935BC2-D512-4290-B21C-5A2D16D3AF79}" dt="2025-09-10T08:03:16.731" v="3336" actId="1582"/>
          <ac:picMkLst>
            <pc:docMk/>
            <pc:sldMk cId="3162123901" sldId="1150"/>
            <ac:picMk id="24" creationId="{B554C09D-EE8E-C5B1-18E9-ED8827FF0CF0}"/>
          </ac:picMkLst>
        </pc:picChg>
        <pc:picChg chg="add mod ord">
          <ac:chgData name="박수범" userId="3305dbaa-60c9-45ad-ab9f-58e93c3f4902" providerId="ADAL" clId="{DE935BC2-D512-4290-B21C-5A2D16D3AF79}" dt="2025-09-10T08:03:11.445" v="3334" actId="1582"/>
          <ac:picMkLst>
            <pc:docMk/>
            <pc:sldMk cId="3162123901" sldId="1150"/>
            <ac:picMk id="26" creationId="{D08BA2BA-65CA-A40F-1C95-321F5E505CD9}"/>
          </ac:picMkLst>
        </pc:picChg>
      </pc:sldChg>
      <pc:sldChg chg="addSp delSp modSp add mod modClrScheme chgLayout">
        <pc:chgData name="박수범" userId="3305dbaa-60c9-45ad-ab9f-58e93c3f4902" providerId="ADAL" clId="{DE935BC2-D512-4290-B21C-5A2D16D3AF79}" dt="2025-09-11T00:47:27.676" v="3723" actId="700"/>
        <pc:sldMkLst>
          <pc:docMk/>
          <pc:sldMk cId="537216723" sldId="1151"/>
        </pc:sldMkLst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537216723" sldId="1151"/>
            <ac:spMk id="2" creationId="{230E3634-F9D9-2CC1-8089-6FA00B74248F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537216723" sldId="1151"/>
            <ac:spMk id="3" creationId="{B31C0068-858F-40BF-3AC5-96B8FC78C75C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537216723" sldId="1151"/>
            <ac:spMk id="4" creationId="{7E424765-1046-B527-E671-7104691A440C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537216723" sldId="1151"/>
            <ac:spMk id="5" creationId="{C76C5CC6-0DC6-FEB6-B3E9-FBAFCCAE0E06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537216723" sldId="1151"/>
            <ac:spMk id="6" creationId="{16F37E9F-E01F-FFE6-C7B3-FA3CA111532D}"/>
          </ac:spMkLst>
        </pc:spChg>
        <pc:spChg chg="mod">
          <ac:chgData name="박수범" userId="3305dbaa-60c9-45ad-ab9f-58e93c3f4902" providerId="ADAL" clId="{DE935BC2-D512-4290-B21C-5A2D16D3AF79}" dt="2025-09-10T07:49:40.993" v="3253"/>
          <ac:spMkLst>
            <pc:docMk/>
            <pc:sldMk cId="537216723" sldId="1151"/>
            <ac:spMk id="17" creationId="{29D3FF9B-91D9-09E1-331B-FC2319991F7C}"/>
          </ac:spMkLst>
        </pc:spChg>
        <pc:spChg chg="mod">
          <ac:chgData name="박수범" userId="3305dbaa-60c9-45ad-ab9f-58e93c3f4902" providerId="ADAL" clId="{DE935BC2-D512-4290-B21C-5A2D16D3AF79}" dt="2025-09-10T07:49:46.415" v="3256" actId="400"/>
          <ac:spMkLst>
            <pc:docMk/>
            <pc:sldMk cId="537216723" sldId="1151"/>
            <ac:spMk id="18" creationId="{276F4FEC-4F6C-5B97-428C-B31C37B1C36C}"/>
          </ac:spMkLst>
        </pc:spChg>
        <pc:spChg chg="mod">
          <ac:chgData name="박수범" userId="3305dbaa-60c9-45ad-ab9f-58e93c3f4902" providerId="ADAL" clId="{DE935BC2-D512-4290-B21C-5A2D16D3AF79}" dt="2025-09-10T07:45:38.240" v="3228" actId="1076"/>
          <ac:spMkLst>
            <pc:docMk/>
            <pc:sldMk cId="537216723" sldId="1151"/>
            <ac:spMk id="19" creationId="{96B45A03-4053-A5EC-BB1D-769D0C5BD314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537216723" sldId="1151"/>
            <ac:spMk id="30" creationId="{B6C5CF1A-C05B-832F-9239-516DB41F4A58}"/>
          </ac:spMkLst>
        </pc:spChg>
        <pc:grpChg chg="mod">
          <ac:chgData name="박수범" userId="3305dbaa-60c9-45ad-ab9f-58e93c3f4902" providerId="ADAL" clId="{DE935BC2-D512-4290-B21C-5A2D16D3AF79}" dt="2025-09-10T07:49:50.675" v="3257" actId="1076"/>
          <ac:grpSpMkLst>
            <pc:docMk/>
            <pc:sldMk cId="537216723" sldId="1151"/>
            <ac:grpSpMk id="16" creationId="{65AA0E75-0AE9-4B23-EFD6-AC336EDADAB6}"/>
          </ac:grpSpMkLst>
        </pc:grpChg>
        <pc:picChg chg="add mod ord">
          <ac:chgData name="박수범" userId="3305dbaa-60c9-45ad-ab9f-58e93c3f4902" providerId="ADAL" clId="{DE935BC2-D512-4290-B21C-5A2D16D3AF79}" dt="2025-09-10T07:45:34.330" v="3227" actId="167"/>
          <ac:picMkLst>
            <pc:docMk/>
            <pc:sldMk cId="537216723" sldId="1151"/>
            <ac:picMk id="8" creationId="{FA1DB239-8AA5-F5A9-2CEE-6714D849FBE7}"/>
          </ac:picMkLst>
        </pc:picChg>
      </pc:sldChg>
      <pc:sldChg chg="addSp delSp modSp add mod modClrScheme chgLayout">
        <pc:chgData name="박수범" userId="3305dbaa-60c9-45ad-ab9f-58e93c3f4902" providerId="ADAL" clId="{DE935BC2-D512-4290-B21C-5A2D16D3AF79}" dt="2025-09-11T00:47:27.676" v="3723" actId="700"/>
        <pc:sldMkLst>
          <pc:docMk/>
          <pc:sldMk cId="2567143869" sldId="1152"/>
        </pc:sldMkLst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567143869" sldId="1152"/>
            <ac:spMk id="2" creationId="{D62E1569-E6AA-6D59-A1B6-AB876B0675C4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567143869" sldId="1152"/>
            <ac:spMk id="3" creationId="{78DDEBF1-4C82-490C-20CB-CADE9AB16097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567143869" sldId="1152"/>
            <ac:spMk id="4" creationId="{0A9AE194-C6DF-1936-F409-EB26539DADA4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567143869" sldId="1152"/>
            <ac:spMk id="5" creationId="{88C00CDE-3AA7-6663-14DD-DFDEEB6D6A05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567143869" sldId="1152"/>
            <ac:spMk id="6" creationId="{146A04C1-70F1-4888-0072-E4B8E3A1D59E}"/>
          </ac:spMkLst>
        </pc:spChg>
        <pc:spChg chg="mod">
          <ac:chgData name="박수범" userId="3305dbaa-60c9-45ad-ab9f-58e93c3f4902" providerId="ADAL" clId="{DE935BC2-D512-4290-B21C-5A2D16D3AF79}" dt="2025-09-10T07:52:46.122" v="3266"/>
          <ac:spMkLst>
            <pc:docMk/>
            <pc:sldMk cId="2567143869" sldId="1152"/>
            <ac:spMk id="9" creationId="{C1742118-1BC4-9033-AF77-D8ACB2364614}"/>
          </ac:spMkLst>
        </pc:spChg>
        <pc:spChg chg="mod">
          <ac:chgData name="박수범" userId="3305dbaa-60c9-45ad-ab9f-58e93c3f4902" providerId="ADAL" clId="{DE935BC2-D512-4290-B21C-5A2D16D3AF79}" dt="2025-09-10T07:53:21.593" v="3306" actId="20577"/>
          <ac:spMkLst>
            <pc:docMk/>
            <pc:sldMk cId="2567143869" sldId="1152"/>
            <ac:spMk id="10" creationId="{6C7569CE-7A9D-28BB-2C5E-4B84F26B46AE}"/>
          </ac:spMkLst>
        </pc:spChg>
        <pc:spChg chg="mod">
          <ac:chgData name="박수범" userId="3305dbaa-60c9-45ad-ab9f-58e93c3f4902" providerId="ADAL" clId="{DE935BC2-D512-4290-B21C-5A2D16D3AF79}" dt="2025-09-10T07:53:35.676" v="3309" actId="14100"/>
          <ac:spMkLst>
            <pc:docMk/>
            <pc:sldMk cId="2567143869" sldId="1152"/>
            <ac:spMk id="19" creationId="{F5617CA8-5429-BE63-645E-1ABB3B56CC17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567143869" sldId="1152"/>
            <ac:spMk id="30" creationId="{6DEAE3AE-C2C2-4779-3016-CD8BE48B20C8}"/>
          </ac:spMkLst>
        </pc:spChg>
        <pc:grpChg chg="add mod">
          <ac:chgData name="박수범" userId="3305dbaa-60c9-45ad-ab9f-58e93c3f4902" providerId="ADAL" clId="{DE935BC2-D512-4290-B21C-5A2D16D3AF79}" dt="2025-09-10T07:52:46.122" v="3266"/>
          <ac:grpSpMkLst>
            <pc:docMk/>
            <pc:sldMk cId="2567143869" sldId="1152"/>
            <ac:grpSpMk id="7" creationId="{327367D6-A8B2-21B2-BD06-A8AC3744170B}"/>
          </ac:grpSpMkLst>
        </pc:grpChg>
      </pc:sldChg>
      <pc:sldChg chg="modSp add del mod modClrScheme chgLayout">
        <pc:chgData name="박수범" userId="3305dbaa-60c9-45ad-ab9f-58e93c3f4902" providerId="ADAL" clId="{DE935BC2-D512-4290-B21C-5A2D16D3AF79}" dt="2025-09-11T09:29:19.523" v="5095" actId="47"/>
        <pc:sldMkLst>
          <pc:docMk/>
          <pc:sldMk cId="672951864" sldId="1153"/>
        </pc:sldMkLst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672951864" sldId="1153"/>
            <ac:spMk id="2" creationId="{E69A432B-93FD-4E06-34BC-3FBC455BB222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672951864" sldId="1153"/>
            <ac:spMk id="3" creationId="{360455AE-41B8-B348-7867-42D83FA8CA8C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672951864" sldId="1153"/>
            <ac:spMk id="4" creationId="{B21963D1-231D-0EB1-DC9C-E4BDBD6828E9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672951864" sldId="1153"/>
            <ac:spMk id="5" creationId="{8D0610AE-5709-B2B2-30D8-026C8C2DBEA8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672951864" sldId="1153"/>
            <ac:spMk id="6" creationId="{8E32E285-6854-9882-6F48-A76193604345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672951864" sldId="1153"/>
            <ac:spMk id="30" creationId="{91D3BB19-B772-13A0-7811-9A04E5AF854A}"/>
          </ac:spMkLst>
        </pc:spChg>
      </pc:sldChg>
      <pc:sldChg chg="addSp delSp modSp add mod modClrScheme chgLayout">
        <pc:chgData name="박수범" userId="3305dbaa-60c9-45ad-ab9f-58e93c3f4902" providerId="ADAL" clId="{DE935BC2-D512-4290-B21C-5A2D16D3AF79}" dt="2025-09-11T00:47:27.676" v="3723" actId="700"/>
        <pc:sldMkLst>
          <pc:docMk/>
          <pc:sldMk cId="1726764375" sldId="1154"/>
        </pc:sldMkLst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1726764375" sldId="1154"/>
            <ac:spMk id="2" creationId="{1FD50DFC-7A96-697F-1DD7-7817AC2F26BA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1726764375" sldId="1154"/>
            <ac:spMk id="3" creationId="{C3633431-865E-7413-F97D-FFC0E1FAB0C5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1726764375" sldId="1154"/>
            <ac:spMk id="4" creationId="{91864137-3627-CB5F-A1BC-7D00064D3BA5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1726764375" sldId="1154"/>
            <ac:spMk id="5" creationId="{39ACFE5B-71D7-9A70-9950-DF59E7CC8A62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1726764375" sldId="1154"/>
            <ac:spMk id="6" creationId="{8707C6CB-2F4D-C0B6-4E0B-8A6D6C8EE11C}"/>
          </ac:spMkLst>
        </pc:spChg>
        <pc:spChg chg="mod">
          <ac:chgData name="박수범" userId="3305dbaa-60c9-45ad-ab9f-58e93c3f4902" providerId="ADAL" clId="{DE935BC2-D512-4290-B21C-5A2D16D3AF79}" dt="2025-09-10T08:18:04.161" v="3361" actId="1076"/>
          <ac:spMkLst>
            <pc:docMk/>
            <pc:sldMk cId="1726764375" sldId="1154"/>
            <ac:spMk id="19" creationId="{0D802652-95BC-62CF-C2B6-166E089CBC7B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1726764375" sldId="1154"/>
            <ac:spMk id="30" creationId="{71752C92-4E4D-1391-2F9B-B8719669F7AD}"/>
          </ac:spMkLst>
        </pc:spChg>
        <pc:picChg chg="add mod ord">
          <ac:chgData name="박수범" userId="3305dbaa-60c9-45ad-ab9f-58e93c3f4902" providerId="ADAL" clId="{DE935BC2-D512-4290-B21C-5A2D16D3AF79}" dt="2025-09-10T08:17:59.602" v="3360" actId="1582"/>
          <ac:picMkLst>
            <pc:docMk/>
            <pc:sldMk cId="1726764375" sldId="1154"/>
            <ac:picMk id="13" creationId="{3D0414E3-E519-CB61-A0C0-9951F27CA418}"/>
          </ac:picMkLst>
        </pc:picChg>
      </pc:sldChg>
      <pc:sldChg chg="addSp delSp modSp add mod modClrScheme chgLayout">
        <pc:chgData name="박수범" userId="3305dbaa-60c9-45ad-ab9f-58e93c3f4902" providerId="ADAL" clId="{DE935BC2-D512-4290-B21C-5A2D16D3AF79}" dt="2025-09-11T02:11:29.376" v="4273" actId="20577"/>
        <pc:sldMkLst>
          <pc:docMk/>
          <pc:sldMk cId="2476639104" sldId="1155"/>
        </pc:sldMkLst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476639104" sldId="1155"/>
            <ac:spMk id="2" creationId="{77FD5725-4184-344E-4FE9-C7E70BD387ED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476639104" sldId="1155"/>
            <ac:spMk id="3" creationId="{09D14F54-F983-BA63-0DEA-7BEE24C85CB6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476639104" sldId="1155"/>
            <ac:spMk id="4" creationId="{7D0DF667-D593-CC14-A028-ACD0BFAEC845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476639104" sldId="1155"/>
            <ac:spMk id="5" creationId="{6EC84234-179A-EB1B-F849-F413FAF5C91A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476639104" sldId="1155"/>
            <ac:spMk id="6" creationId="{E0A1FB8A-C876-787C-56E6-496005330F0B}"/>
          </ac:spMkLst>
        </pc:spChg>
        <pc:spChg chg="mod">
          <ac:chgData name="박수범" userId="3305dbaa-60c9-45ad-ab9f-58e93c3f4902" providerId="ADAL" clId="{DE935BC2-D512-4290-B21C-5A2D16D3AF79}" dt="2025-09-10T08:23:05.165" v="3492"/>
          <ac:spMkLst>
            <pc:docMk/>
            <pc:sldMk cId="2476639104" sldId="1155"/>
            <ac:spMk id="10" creationId="{5CD6DD6D-F40C-56E4-D8CC-F39F473888E1}"/>
          </ac:spMkLst>
        </pc:spChg>
        <pc:spChg chg="mod">
          <ac:chgData name="박수범" userId="3305dbaa-60c9-45ad-ab9f-58e93c3f4902" providerId="ADAL" clId="{DE935BC2-D512-4290-B21C-5A2D16D3AF79}" dt="2025-09-10T08:23:34.325" v="3499" actId="113"/>
          <ac:spMkLst>
            <pc:docMk/>
            <pc:sldMk cId="2476639104" sldId="1155"/>
            <ac:spMk id="11" creationId="{C03CFCF7-10FD-8245-EE2B-E5A0DF8DE35D}"/>
          </ac:spMkLst>
        </pc:spChg>
        <pc:spChg chg="mod">
          <ac:chgData name="박수범" userId="3305dbaa-60c9-45ad-ab9f-58e93c3f4902" providerId="ADAL" clId="{DE935BC2-D512-4290-B21C-5A2D16D3AF79}" dt="2025-09-10T08:21:40.059" v="3383"/>
          <ac:spMkLst>
            <pc:docMk/>
            <pc:sldMk cId="2476639104" sldId="1155"/>
            <ac:spMk id="14" creationId="{3F4506F0-50E3-9B55-A42A-0FE44351D641}"/>
          </ac:spMkLst>
        </pc:spChg>
        <pc:spChg chg="mod">
          <ac:chgData name="박수범" userId="3305dbaa-60c9-45ad-ab9f-58e93c3f4902" providerId="ADAL" clId="{DE935BC2-D512-4290-B21C-5A2D16D3AF79}" dt="2025-09-10T08:21:40.059" v="3383"/>
          <ac:spMkLst>
            <pc:docMk/>
            <pc:sldMk cId="2476639104" sldId="1155"/>
            <ac:spMk id="15" creationId="{0929A98F-F6B7-F024-EEA4-6B61FB868634}"/>
          </ac:spMkLst>
        </pc:spChg>
        <pc:spChg chg="mod">
          <ac:chgData name="박수범" userId="3305dbaa-60c9-45ad-ab9f-58e93c3f4902" providerId="ADAL" clId="{DE935BC2-D512-4290-B21C-5A2D16D3AF79}" dt="2025-09-10T08:20:34.633" v="3380" actId="14100"/>
          <ac:spMkLst>
            <pc:docMk/>
            <pc:sldMk cId="2476639104" sldId="1155"/>
            <ac:spMk id="19" creationId="{0FA72913-3F04-C700-E11F-13D73280B073}"/>
          </ac:spMkLst>
        </pc:spChg>
        <pc:spChg chg="mod ord">
          <ac:chgData name="박수범" userId="3305dbaa-60c9-45ad-ab9f-58e93c3f4902" providerId="ADAL" clId="{DE935BC2-D512-4290-B21C-5A2D16D3AF79}" dt="2025-09-11T02:11:29.376" v="4273" actId="20577"/>
          <ac:spMkLst>
            <pc:docMk/>
            <pc:sldMk cId="2476639104" sldId="1155"/>
            <ac:spMk id="30" creationId="{76EE0AA1-6BAE-4857-9306-BE22FF4F6246}"/>
          </ac:spMkLst>
        </pc:spChg>
        <pc:grpChg chg="add mod">
          <ac:chgData name="박수범" userId="3305dbaa-60c9-45ad-ab9f-58e93c3f4902" providerId="ADAL" clId="{DE935BC2-D512-4290-B21C-5A2D16D3AF79}" dt="2025-09-10T08:23:05.165" v="3492"/>
          <ac:grpSpMkLst>
            <pc:docMk/>
            <pc:sldMk cId="2476639104" sldId="1155"/>
            <ac:grpSpMk id="9" creationId="{E8DC3A35-623A-CFF0-AEEE-5F224C57B103}"/>
          </ac:grpSpMkLst>
        </pc:grpChg>
        <pc:grpChg chg="add mod">
          <ac:chgData name="박수범" userId="3305dbaa-60c9-45ad-ab9f-58e93c3f4902" providerId="ADAL" clId="{DE935BC2-D512-4290-B21C-5A2D16D3AF79}" dt="2025-09-10T08:22:30.130" v="3491" actId="1076"/>
          <ac:grpSpMkLst>
            <pc:docMk/>
            <pc:sldMk cId="2476639104" sldId="1155"/>
            <ac:grpSpMk id="12" creationId="{1A1BA42C-10CB-8F75-923C-C885309CCC33}"/>
          </ac:grpSpMkLst>
        </pc:grpChg>
        <pc:picChg chg="add mod ord">
          <ac:chgData name="박수범" userId="3305dbaa-60c9-45ad-ab9f-58e93c3f4902" providerId="ADAL" clId="{DE935BC2-D512-4290-B21C-5A2D16D3AF79}" dt="2025-09-10T08:20:29.388" v="3378" actId="167"/>
          <ac:picMkLst>
            <pc:docMk/>
            <pc:sldMk cId="2476639104" sldId="1155"/>
            <ac:picMk id="8" creationId="{9B7A7961-A57A-A3D0-B108-583851637E4E}"/>
          </ac:picMkLst>
        </pc:picChg>
      </pc:sldChg>
      <pc:sldChg chg="modSp add del mod">
        <pc:chgData name="박수범" userId="3305dbaa-60c9-45ad-ab9f-58e93c3f4902" providerId="ADAL" clId="{DE935BC2-D512-4290-B21C-5A2D16D3AF79}" dt="2025-09-10T08:26:12.282" v="3503" actId="47"/>
        <pc:sldMkLst>
          <pc:docMk/>
          <pc:sldMk cId="980678604" sldId="1156"/>
        </pc:sldMkLst>
      </pc:sldChg>
      <pc:sldChg chg="addSp delSp modSp add mod modClrScheme chgLayout">
        <pc:chgData name="박수범" userId="3305dbaa-60c9-45ad-ab9f-58e93c3f4902" providerId="ADAL" clId="{DE935BC2-D512-4290-B21C-5A2D16D3AF79}" dt="2025-09-11T00:47:27.676" v="3723" actId="700"/>
        <pc:sldMkLst>
          <pc:docMk/>
          <pc:sldMk cId="3992973557" sldId="1156"/>
        </pc:sldMkLst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992973557" sldId="1156"/>
            <ac:spMk id="2" creationId="{421E112B-0F4A-BEBC-D289-8E9A60F095F1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992973557" sldId="1156"/>
            <ac:spMk id="3" creationId="{D6B78BFA-FADD-F5EE-9F7D-7B51A3BBB809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992973557" sldId="1156"/>
            <ac:spMk id="4" creationId="{47901C99-D97E-3588-4EC8-67D26034113B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992973557" sldId="1156"/>
            <ac:spMk id="5" creationId="{59E78ADA-0BBF-9A5D-656F-9B178D9E2EA9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992973557" sldId="1156"/>
            <ac:spMk id="6" creationId="{8A00E197-70A8-47B2-5561-B47501CAF22C}"/>
          </ac:spMkLst>
        </pc:spChg>
        <pc:spChg chg="mod">
          <ac:chgData name="박수범" userId="3305dbaa-60c9-45ad-ab9f-58e93c3f4902" providerId="ADAL" clId="{DE935BC2-D512-4290-B21C-5A2D16D3AF79}" dt="2025-09-10T08:48:05.473" v="3518" actId="14100"/>
          <ac:spMkLst>
            <pc:docMk/>
            <pc:sldMk cId="3992973557" sldId="1156"/>
            <ac:spMk id="19" creationId="{542E6E4C-BFA9-497C-4683-CDE4EF9C91E5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992973557" sldId="1156"/>
            <ac:spMk id="30" creationId="{BD1561E4-9697-91EE-5154-43BC3FC3C6CB}"/>
          </ac:spMkLst>
        </pc:spChg>
        <pc:picChg chg="add mod ord">
          <ac:chgData name="박수범" userId="3305dbaa-60c9-45ad-ab9f-58e93c3f4902" providerId="ADAL" clId="{DE935BC2-D512-4290-B21C-5A2D16D3AF79}" dt="2025-09-10T08:47:46.221" v="3516" actId="167"/>
          <ac:picMkLst>
            <pc:docMk/>
            <pc:sldMk cId="3992973557" sldId="1156"/>
            <ac:picMk id="13" creationId="{166EBDBA-5C0A-5759-6D00-FBF251DF92E1}"/>
          </ac:picMkLst>
        </pc:picChg>
      </pc:sldChg>
      <pc:sldChg chg="addSp delSp modSp add mod modClrScheme chgLayout">
        <pc:chgData name="박수범" userId="3305dbaa-60c9-45ad-ab9f-58e93c3f4902" providerId="ADAL" clId="{DE935BC2-D512-4290-B21C-5A2D16D3AF79}" dt="2025-09-11T00:47:27.676" v="3723" actId="700"/>
        <pc:sldMkLst>
          <pc:docMk/>
          <pc:sldMk cId="3706314659" sldId="1157"/>
        </pc:sldMkLst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706314659" sldId="1157"/>
            <ac:spMk id="2" creationId="{FA181F7F-6FA8-131E-C038-9A28165DD614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706314659" sldId="1157"/>
            <ac:spMk id="3" creationId="{58DF6DAD-587C-0794-8CFB-4A580FC6C1C7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706314659" sldId="1157"/>
            <ac:spMk id="4" creationId="{5765458D-021A-F86B-4E65-3D1CCF92FD5C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706314659" sldId="1157"/>
            <ac:spMk id="5" creationId="{A736BBB2-C09C-A3EB-91B1-126DE88DB5FD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706314659" sldId="1157"/>
            <ac:spMk id="6" creationId="{712E8975-2AD0-B59A-106E-5A531677074B}"/>
          </ac:spMkLst>
        </pc:spChg>
        <pc:spChg chg="mod">
          <ac:chgData name="박수범" userId="3305dbaa-60c9-45ad-ab9f-58e93c3f4902" providerId="ADAL" clId="{DE935BC2-D512-4290-B21C-5A2D16D3AF79}" dt="2025-09-10T08:50:39.956" v="3615"/>
          <ac:spMkLst>
            <pc:docMk/>
            <pc:sldMk cId="3706314659" sldId="1157"/>
            <ac:spMk id="8" creationId="{3D4443B2-9017-A9F7-B8BF-D38EB35214D8}"/>
          </ac:spMkLst>
        </pc:spChg>
        <pc:spChg chg="mod">
          <ac:chgData name="박수범" userId="3305dbaa-60c9-45ad-ab9f-58e93c3f4902" providerId="ADAL" clId="{DE935BC2-D512-4290-B21C-5A2D16D3AF79}" dt="2025-09-10T08:50:39.956" v="3615"/>
          <ac:spMkLst>
            <pc:docMk/>
            <pc:sldMk cId="3706314659" sldId="1157"/>
            <ac:spMk id="9" creationId="{45186670-E369-ABE5-7E33-BEC0826E99CE}"/>
          </ac:spMkLst>
        </pc:spChg>
        <pc:spChg chg="mod">
          <ac:chgData name="박수범" userId="3305dbaa-60c9-45ad-ab9f-58e93c3f4902" providerId="ADAL" clId="{DE935BC2-D512-4290-B21C-5A2D16D3AF79}" dt="2025-09-10T08:50:39.956" v="3615"/>
          <ac:spMkLst>
            <pc:docMk/>
            <pc:sldMk cId="3706314659" sldId="1157"/>
            <ac:spMk id="11" creationId="{7197733D-EF2B-A393-728A-21360C15DC66}"/>
          </ac:spMkLst>
        </pc:spChg>
        <pc:spChg chg="mod">
          <ac:chgData name="박수범" userId="3305dbaa-60c9-45ad-ab9f-58e93c3f4902" providerId="ADAL" clId="{DE935BC2-D512-4290-B21C-5A2D16D3AF79}" dt="2025-09-10T08:50:39.956" v="3615"/>
          <ac:spMkLst>
            <pc:docMk/>
            <pc:sldMk cId="3706314659" sldId="1157"/>
            <ac:spMk id="12" creationId="{33B01448-25AC-D5EB-DE41-B9D13FB0A81F}"/>
          </ac:spMkLst>
        </pc:spChg>
        <pc:spChg chg="mod">
          <ac:chgData name="박수범" userId="3305dbaa-60c9-45ad-ab9f-58e93c3f4902" providerId="ADAL" clId="{DE935BC2-D512-4290-B21C-5A2D16D3AF79}" dt="2025-09-10T08:52:21.108" v="3628" actId="14100"/>
          <ac:spMkLst>
            <pc:docMk/>
            <pc:sldMk cId="3706314659" sldId="1157"/>
            <ac:spMk id="19" creationId="{4E51C455-540B-0FAA-0E0B-513C1AB8A15D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706314659" sldId="1157"/>
            <ac:spMk id="30" creationId="{48088A5D-2707-44DA-20C9-EFCAF9585F47}"/>
          </ac:spMkLst>
        </pc:spChg>
        <pc:grpChg chg="add mod">
          <ac:chgData name="박수범" userId="3305dbaa-60c9-45ad-ab9f-58e93c3f4902" providerId="ADAL" clId="{DE935BC2-D512-4290-B21C-5A2D16D3AF79}" dt="2025-09-10T08:50:39.956" v="3615"/>
          <ac:grpSpMkLst>
            <pc:docMk/>
            <pc:sldMk cId="3706314659" sldId="1157"/>
            <ac:grpSpMk id="7" creationId="{84939EEB-76F0-A6A2-B14B-C96BBF61F8B7}"/>
          </ac:grpSpMkLst>
        </pc:grpChg>
        <pc:grpChg chg="add mod">
          <ac:chgData name="박수범" userId="3305dbaa-60c9-45ad-ab9f-58e93c3f4902" providerId="ADAL" clId="{DE935BC2-D512-4290-B21C-5A2D16D3AF79}" dt="2025-09-10T08:50:39.956" v="3615"/>
          <ac:grpSpMkLst>
            <pc:docMk/>
            <pc:sldMk cId="3706314659" sldId="1157"/>
            <ac:grpSpMk id="10" creationId="{482B603B-2D83-FA69-A012-3D93504735A4}"/>
          </ac:grpSpMkLst>
        </pc:grpChg>
        <pc:picChg chg="add mod ord">
          <ac:chgData name="박수범" userId="3305dbaa-60c9-45ad-ab9f-58e93c3f4902" providerId="ADAL" clId="{DE935BC2-D512-4290-B21C-5A2D16D3AF79}" dt="2025-09-10T08:52:14.314" v="3626" actId="1582"/>
          <ac:picMkLst>
            <pc:docMk/>
            <pc:sldMk cId="3706314659" sldId="1157"/>
            <ac:picMk id="15" creationId="{3FCABEFE-6274-B587-85B3-B19871782A4A}"/>
          </ac:picMkLst>
        </pc:picChg>
      </pc:sldChg>
      <pc:sldChg chg="addSp delSp modSp add mod modClrScheme chgLayout">
        <pc:chgData name="박수범" userId="3305dbaa-60c9-45ad-ab9f-58e93c3f4902" providerId="ADAL" clId="{DE935BC2-D512-4290-B21C-5A2D16D3AF79}" dt="2025-09-12T00:55:55.849" v="5100" actId="207"/>
        <pc:sldMkLst>
          <pc:docMk/>
          <pc:sldMk cId="3035672788" sldId="1158"/>
        </pc:sldMkLst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035672788" sldId="1158"/>
            <ac:spMk id="2" creationId="{21238C4A-1030-AA81-034A-49FEB27CFC71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035672788" sldId="1158"/>
            <ac:spMk id="3" creationId="{421FEEBC-636B-6258-D3D7-97972134075B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035672788" sldId="1158"/>
            <ac:spMk id="4" creationId="{BEF2F677-BA65-0373-E047-E8FD13890AF7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035672788" sldId="1158"/>
            <ac:spMk id="5" creationId="{0CA01B82-F940-37C6-01AA-96F5019226F2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035672788" sldId="1158"/>
            <ac:spMk id="6" creationId="{85A0A752-F2E5-BFA6-601F-1000C626A2FF}"/>
          </ac:spMkLst>
        </pc:spChg>
        <pc:spChg chg="mod">
          <ac:chgData name="박수범" userId="3305dbaa-60c9-45ad-ab9f-58e93c3f4902" providerId="ADAL" clId="{DE935BC2-D512-4290-B21C-5A2D16D3AF79}" dt="2025-09-12T00:55:55.849" v="5100" actId="207"/>
          <ac:spMkLst>
            <pc:docMk/>
            <pc:sldMk cId="3035672788" sldId="1158"/>
            <ac:spMk id="9" creationId="{B6A542F6-6F7C-7AD0-6531-1D34D0DD2A28}"/>
          </ac:spMkLst>
        </pc:spChg>
        <pc:spChg chg="mod">
          <ac:chgData name="박수범" userId="3305dbaa-60c9-45ad-ab9f-58e93c3f4902" providerId="ADAL" clId="{DE935BC2-D512-4290-B21C-5A2D16D3AF79}" dt="2025-09-10T09:08:37.732" v="3660"/>
          <ac:spMkLst>
            <pc:docMk/>
            <pc:sldMk cId="3035672788" sldId="1158"/>
            <ac:spMk id="11" creationId="{B0E8D24D-4F06-E883-6C2F-69351FF4FA58}"/>
          </ac:spMkLst>
        </pc:spChg>
        <pc:spChg chg="mod">
          <ac:chgData name="박수범" userId="3305dbaa-60c9-45ad-ab9f-58e93c3f4902" providerId="ADAL" clId="{DE935BC2-D512-4290-B21C-5A2D16D3AF79}" dt="2025-09-10T09:08:37.732" v="3660"/>
          <ac:spMkLst>
            <pc:docMk/>
            <pc:sldMk cId="3035672788" sldId="1158"/>
            <ac:spMk id="12" creationId="{AD10E35F-E8C8-677D-C174-BE9BCC2FEB90}"/>
          </ac:spMkLst>
        </pc:spChg>
        <pc:spChg chg="mod">
          <ac:chgData name="박수범" userId="3305dbaa-60c9-45ad-ab9f-58e93c3f4902" providerId="ADAL" clId="{DE935BC2-D512-4290-B21C-5A2D16D3AF79}" dt="2025-09-10T09:08:08.650" v="3656" actId="14100"/>
          <ac:spMkLst>
            <pc:docMk/>
            <pc:sldMk cId="3035672788" sldId="1158"/>
            <ac:spMk id="19" creationId="{49A5A6FD-FAE7-D106-4EB5-9F64CACCC3A2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035672788" sldId="1158"/>
            <ac:spMk id="30" creationId="{DDDDB258-F29C-36A2-639D-3FD9ACF358F4}"/>
          </ac:spMkLst>
        </pc:spChg>
        <pc:grpChg chg="mod">
          <ac:chgData name="박수범" userId="3305dbaa-60c9-45ad-ab9f-58e93c3f4902" providerId="ADAL" clId="{DE935BC2-D512-4290-B21C-5A2D16D3AF79}" dt="2025-09-12T00:55:48.141" v="5098" actId="1076"/>
          <ac:grpSpMkLst>
            <pc:docMk/>
            <pc:sldMk cId="3035672788" sldId="1158"/>
            <ac:grpSpMk id="7" creationId="{BAE9388E-C8C9-14AA-5A39-D46D9A6B89A6}"/>
          </ac:grpSpMkLst>
        </pc:grpChg>
        <pc:grpChg chg="mod">
          <ac:chgData name="박수범" userId="3305dbaa-60c9-45ad-ab9f-58e93c3f4902" providerId="ADAL" clId="{DE935BC2-D512-4290-B21C-5A2D16D3AF79}" dt="2025-09-10T09:08:43.307" v="3662" actId="1076"/>
          <ac:grpSpMkLst>
            <pc:docMk/>
            <pc:sldMk cId="3035672788" sldId="1158"/>
            <ac:grpSpMk id="10" creationId="{7A8E3E56-82B0-DA7A-80CA-F52C96A8D095}"/>
          </ac:grpSpMkLst>
        </pc:grpChg>
        <pc:picChg chg="add mod ord">
          <ac:chgData name="박수범" userId="3305dbaa-60c9-45ad-ab9f-58e93c3f4902" providerId="ADAL" clId="{DE935BC2-D512-4290-B21C-5A2D16D3AF79}" dt="2025-09-10T09:07:59.727" v="3653" actId="167"/>
          <ac:picMkLst>
            <pc:docMk/>
            <pc:sldMk cId="3035672788" sldId="1158"/>
            <ac:picMk id="17" creationId="{15F44E8F-BA38-36A4-ACAD-DECC665EBD7D}"/>
          </ac:picMkLst>
        </pc:picChg>
      </pc:sldChg>
      <pc:sldChg chg="modSp add del mod">
        <pc:chgData name="박수범" userId="3305dbaa-60c9-45ad-ab9f-58e93c3f4902" providerId="ADAL" clId="{DE935BC2-D512-4290-B21C-5A2D16D3AF79}" dt="2025-09-10T09:20:48.376" v="3674" actId="47"/>
        <pc:sldMkLst>
          <pc:docMk/>
          <pc:sldMk cId="3086623074" sldId="1159"/>
        </pc:sldMkLst>
      </pc:sldChg>
      <pc:sldChg chg="addSp delSp modSp add mod modClrScheme chgLayout">
        <pc:chgData name="박수범" userId="3305dbaa-60c9-45ad-ab9f-58e93c3f4902" providerId="ADAL" clId="{DE935BC2-D512-4290-B21C-5A2D16D3AF79}" dt="2025-09-11T00:47:27.676" v="3723" actId="700"/>
        <pc:sldMkLst>
          <pc:docMk/>
          <pc:sldMk cId="3697737714" sldId="1159"/>
        </pc:sldMkLst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697737714" sldId="1159"/>
            <ac:spMk id="2" creationId="{1188FE79-9A03-5FD7-2052-5CE251207EF8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697737714" sldId="1159"/>
            <ac:spMk id="3" creationId="{CE62F649-2884-3231-F020-7F7D7290F634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697737714" sldId="1159"/>
            <ac:spMk id="4" creationId="{360F0961-225F-FD25-F355-614505483992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697737714" sldId="1159"/>
            <ac:spMk id="5" creationId="{FED9264B-BBCA-E07E-B776-424C41B6CA0B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697737714" sldId="1159"/>
            <ac:spMk id="6" creationId="{D31E7807-68AC-98E6-F01B-1C46CB3A4422}"/>
          </ac:spMkLst>
        </pc:spChg>
        <pc:spChg chg="mod">
          <ac:chgData name="박수범" userId="3305dbaa-60c9-45ad-ab9f-58e93c3f4902" providerId="ADAL" clId="{DE935BC2-D512-4290-B21C-5A2D16D3AF79}" dt="2025-09-10T09:25:25.818" v="3690"/>
          <ac:spMkLst>
            <pc:docMk/>
            <pc:sldMk cId="3697737714" sldId="1159"/>
            <ac:spMk id="8" creationId="{9325757A-F160-772E-527F-525888EFF49D}"/>
          </ac:spMkLst>
        </pc:spChg>
        <pc:spChg chg="mod">
          <ac:chgData name="박수범" userId="3305dbaa-60c9-45ad-ab9f-58e93c3f4902" providerId="ADAL" clId="{DE935BC2-D512-4290-B21C-5A2D16D3AF79}" dt="2025-09-10T09:25:44.600" v="3693" actId="400"/>
          <ac:spMkLst>
            <pc:docMk/>
            <pc:sldMk cId="3697737714" sldId="1159"/>
            <ac:spMk id="9" creationId="{77F018EA-E875-80AE-077C-9BBC8ADBE77E}"/>
          </ac:spMkLst>
        </pc:spChg>
        <pc:spChg chg="mod">
          <ac:chgData name="박수범" userId="3305dbaa-60c9-45ad-ab9f-58e93c3f4902" providerId="ADAL" clId="{DE935BC2-D512-4290-B21C-5A2D16D3AF79}" dt="2025-09-10T09:24:02.238" v="3680"/>
          <ac:spMkLst>
            <pc:docMk/>
            <pc:sldMk cId="3697737714" sldId="1159"/>
            <ac:spMk id="11" creationId="{FCABF158-9106-0BB9-BD2D-B3C924FDE98E}"/>
          </ac:spMkLst>
        </pc:spChg>
        <pc:spChg chg="mod">
          <ac:chgData name="박수범" userId="3305dbaa-60c9-45ad-ab9f-58e93c3f4902" providerId="ADAL" clId="{DE935BC2-D512-4290-B21C-5A2D16D3AF79}" dt="2025-09-10T09:25:49.211" v="3695" actId="113"/>
          <ac:spMkLst>
            <pc:docMk/>
            <pc:sldMk cId="3697737714" sldId="1159"/>
            <ac:spMk id="12" creationId="{C0E14E0C-B152-D7BF-5E4B-7851D726E536}"/>
          </ac:spMkLst>
        </pc:spChg>
        <pc:spChg chg="mod">
          <ac:chgData name="박수범" userId="3305dbaa-60c9-45ad-ab9f-58e93c3f4902" providerId="ADAL" clId="{DE935BC2-D512-4290-B21C-5A2D16D3AF79}" dt="2025-09-10T09:25:23.435" v="3689" actId="14100"/>
          <ac:spMkLst>
            <pc:docMk/>
            <pc:sldMk cId="3697737714" sldId="1159"/>
            <ac:spMk id="19" creationId="{BEB5110F-A9E4-835D-CEF2-AA8BCFDFA7CC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3697737714" sldId="1159"/>
            <ac:spMk id="30" creationId="{1DB4D08A-35EF-19CF-A895-F70593600B64}"/>
          </ac:spMkLst>
        </pc:spChg>
        <pc:grpChg chg="mod">
          <ac:chgData name="박수범" userId="3305dbaa-60c9-45ad-ab9f-58e93c3f4902" providerId="ADAL" clId="{DE935BC2-D512-4290-B21C-5A2D16D3AF79}" dt="2025-09-10T09:25:25.818" v="3690"/>
          <ac:grpSpMkLst>
            <pc:docMk/>
            <pc:sldMk cId="3697737714" sldId="1159"/>
            <ac:grpSpMk id="7" creationId="{F8FB9936-22A4-C10E-DFF1-37485C4C29C0}"/>
          </ac:grpSpMkLst>
        </pc:grpChg>
        <pc:grpChg chg="mod">
          <ac:chgData name="박수범" userId="3305dbaa-60c9-45ad-ab9f-58e93c3f4902" providerId="ADAL" clId="{DE935BC2-D512-4290-B21C-5A2D16D3AF79}" dt="2025-09-10T09:24:02.238" v="3680"/>
          <ac:grpSpMkLst>
            <pc:docMk/>
            <pc:sldMk cId="3697737714" sldId="1159"/>
            <ac:grpSpMk id="10" creationId="{CC184E94-4F3B-2A27-546C-3AA9F14843A9}"/>
          </ac:grpSpMkLst>
        </pc:grpChg>
        <pc:picChg chg="add mod ord">
          <ac:chgData name="박수범" userId="3305dbaa-60c9-45ad-ab9f-58e93c3f4902" providerId="ADAL" clId="{DE935BC2-D512-4290-B21C-5A2D16D3AF79}" dt="2025-09-10T09:25:15.995" v="3687" actId="167"/>
          <ac:picMkLst>
            <pc:docMk/>
            <pc:sldMk cId="3697737714" sldId="1159"/>
            <ac:picMk id="14" creationId="{1BD66465-8F89-118E-FBC2-C7F29EB085E8}"/>
          </ac:picMkLst>
        </pc:picChg>
      </pc:sldChg>
      <pc:sldChg chg="addSp delSp modSp add mod modClrScheme chgLayout">
        <pc:chgData name="박수범" userId="3305dbaa-60c9-45ad-ab9f-58e93c3f4902" providerId="ADAL" clId="{DE935BC2-D512-4290-B21C-5A2D16D3AF79}" dt="2025-09-11T00:47:27.676" v="3723" actId="700"/>
        <pc:sldMkLst>
          <pc:docMk/>
          <pc:sldMk cId="2752551532" sldId="1160"/>
        </pc:sldMkLst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752551532" sldId="1160"/>
            <ac:spMk id="2" creationId="{9DF09761-E012-1FB8-7A7C-9DEBBEBE9EAD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752551532" sldId="1160"/>
            <ac:spMk id="3" creationId="{51D69BA4-4E77-03F0-083C-3374E143EFE1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752551532" sldId="1160"/>
            <ac:spMk id="4" creationId="{34181FCC-8961-1966-6123-275EF8436959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752551532" sldId="1160"/>
            <ac:spMk id="5" creationId="{1530EB90-D689-1A19-AA43-7B469F135AC7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752551532" sldId="1160"/>
            <ac:spMk id="6" creationId="{269F0957-7F2E-125B-5935-3124DED41351}"/>
          </ac:spMkLst>
        </pc:spChg>
        <pc:spChg chg="add 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2752551532" sldId="1160"/>
            <ac:spMk id="16" creationId="{8774264D-AAA5-28A5-87F2-E9E727CAA6E5}"/>
          </ac:spMkLst>
        </pc:spChg>
        <pc:spChg chg="mod">
          <ac:chgData name="박수범" userId="3305dbaa-60c9-45ad-ab9f-58e93c3f4902" providerId="ADAL" clId="{DE935BC2-D512-4290-B21C-5A2D16D3AF79}" dt="2025-09-10T09:26:04.127" v="3699" actId="14100"/>
          <ac:spMkLst>
            <pc:docMk/>
            <pc:sldMk cId="2752551532" sldId="1160"/>
            <ac:spMk id="19" creationId="{714D8A21-5612-01AE-1385-9AFB44C7B57E}"/>
          </ac:spMkLst>
        </pc:spChg>
        <pc:picChg chg="add mod">
          <ac:chgData name="박수범" userId="3305dbaa-60c9-45ad-ab9f-58e93c3f4902" providerId="ADAL" clId="{DE935BC2-D512-4290-B21C-5A2D16D3AF79}" dt="2025-09-10T09:26:21.790" v="3704"/>
          <ac:picMkLst>
            <pc:docMk/>
            <pc:sldMk cId="2752551532" sldId="1160"/>
            <ac:picMk id="17" creationId="{C52B90B0-754A-AB58-4060-448B0DCB2658}"/>
          </ac:picMkLst>
        </pc:picChg>
      </pc:sldChg>
      <pc:sldChg chg="addSp delSp modSp add mod modClrScheme chgLayout">
        <pc:chgData name="박수범" userId="3305dbaa-60c9-45ad-ab9f-58e93c3f4902" providerId="ADAL" clId="{DE935BC2-D512-4290-B21C-5A2D16D3AF79}" dt="2025-09-11T00:48:38.544" v="3736" actId="1076"/>
        <pc:sldMkLst>
          <pc:docMk/>
          <pc:sldMk cId="183240510" sldId="1161"/>
        </pc:sldMkLst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183240510" sldId="1161"/>
            <ac:spMk id="2" creationId="{64EF5279-D987-B5C0-7F4D-039FE39D5E92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183240510" sldId="1161"/>
            <ac:spMk id="3" creationId="{33103DB2-9629-FF49-29E7-021FE39E1570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183240510" sldId="1161"/>
            <ac:spMk id="4" creationId="{D7C4B438-3DD1-3862-2CC6-4B84D62DE6D3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183240510" sldId="1161"/>
            <ac:spMk id="5" creationId="{CC3A8E18-91BC-B8F9-51F6-944A80A3B79E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183240510" sldId="1161"/>
            <ac:spMk id="6" creationId="{7E99CA0C-EADB-6762-7FA1-18666CFD0223}"/>
          </ac:spMkLst>
        </pc:spChg>
        <pc:spChg chg="mod ord">
          <ac:chgData name="박수범" userId="3305dbaa-60c9-45ad-ab9f-58e93c3f4902" providerId="ADAL" clId="{DE935BC2-D512-4290-B21C-5A2D16D3AF79}" dt="2025-09-11T00:47:27.676" v="3723" actId="700"/>
          <ac:spMkLst>
            <pc:docMk/>
            <pc:sldMk cId="183240510" sldId="1161"/>
            <ac:spMk id="16" creationId="{9C69B10F-D786-ABF2-D386-9B87C13D6899}"/>
          </ac:spMkLst>
        </pc:spChg>
        <pc:spChg chg="mod">
          <ac:chgData name="박수범" userId="3305dbaa-60c9-45ad-ab9f-58e93c3f4902" providerId="ADAL" clId="{DE935BC2-D512-4290-B21C-5A2D16D3AF79}" dt="2025-09-11T00:48:38.544" v="3736" actId="1076"/>
          <ac:spMkLst>
            <pc:docMk/>
            <pc:sldMk cId="183240510" sldId="1161"/>
            <ac:spMk id="19" creationId="{629246BE-B3EC-95AA-3EC1-7E4CA6C30D5E}"/>
          </ac:spMkLst>
        </pc:spChg>
        <pc:picChg chg="add mod ord">
          <ac:chgData name="박수범" userId="3305dbaa-60c9-45ad-ab9f-58e93c3f4902" providerId="ADAL" clId="{DE935BC2-D512-4290-B21C-5A2D16D3AF79}" dt="2025-09-11T00:48:34.715" v="3735" actId="1582"/>
          <ac:picMkLst>
            <pc:docMk/>
            <pc:sldMk cId="183240510" sldId="1161"/>
            <ac:picMk id="8" creationId="{44C9918C-7131-05C9-7A9C-5E93F96E2CCF}"/>
          </ac:picMkLst>
        </pc:picChg>
        <pc:picChg chg="del mod">
          <ac:chgData name="박수범" userId="3305dbaa-60c9-45ad-ab9f-58e93c3f4902" providerId="ADAL" clId="{DE935BC2-D512-4290-B21C-5A2D16D3AF79}" dt="2025-09-11T00:48:16.016" v="3726" actId="478"/>
          <ac:picMkLst>
            <pc:docMk/>
            <pc:sldMk cId="183240510" sldId="1161"/>
            <ac:picMk id="14" creationId="{72D74EF3-3F8C-F7AD-8C78-DB33759C8357}"/>
          </ac:picMkLst>
        </pc:picChg>
      </pc:sldChg>
      <pc:sldChg chg="addSp delSp modSp add mod">
        <pc:chgData name="박수범" userId="3305dbaa-60c9-45ad-ab9f-58e93c3f4902" providerId="ADAL" clId="{DE935BC2-D512-4290-B21C-5A2D16D3AF79}" dt="2025-09-11T02:22:25.375" v="4275" actId="20577"/>
        <pc:sldMkLst>
          <pc:docMk/>
          <pc:sldMk cId="402250652" sldId="1162"/>
        </pc:sldMkLst>
        <pc:spChg chg="mod">
          <ac:chgData name="박수범" userId="3305dbaa-60c9-45ad-ab9f-58e93c3f4902" providerId="ADAL" clId="{DE935BC2-D512-4290-B21C-5A2D16D3AF79}" dt="2025-09-11T01:22:46.053" v="3753"/>
          <ac:spMkLst>
            <pc:docMk/>
            <pc:sldMk cId="402250652" sldId="1162"/>
            <ac:spMk id="5" creationId="{7A0E8086-5D26-69F8-4FFD-937259E39227}"/>
          </ac:spMkLst>
        </pc:spChg>
        <pc:spChg chg="mod">
          <ac:chgData name="박수범" userId="3305dbaa-60c9-45ad-ab9f-58e93c3f4902" providerId="ADAL" clId="{DE935BC2-D512-4290-B21C-5A2D16D3AF79}" dt="2025-09-11T01:22:53.411" v="3754"/>
          <ac:spMkLst>
            <pc:docMk/>
            <pc:sldMk cId="402250652" sldId="1162"/>
            <ac:spMk id="6" creationId="{D04D9A33-BC5E-1847-D0EA-BA6D1DA35406}"/>
          </ac:spMkLst>
        </pc:spChg>
        <pc:spChg chg="mod">
          <ac:chgData name="박수범" userId="3305dbaa-60c9-45ad-ab9f-58e93c3f4902" providerId="ADAL" clId="{DE935BC2-D512-4290-B21C-5A2D16D3AF79}" dt="2025-09-11T01:19:20.308" v="3749"/>
          <ac:spMkLst>
            <pc:docMk/>
            <pc:sldMk cId="402250652" sldId="1162"/>
            <ac:spMk id="9" creationId="{4038A4FC-3325-965B-86B6-C2FD1905A858}"/>
          </ac:spMkLst>
        </pc:spChg>
        <pc:spChg chg="mod">
          <ac:chgData name="박수범" userId="3305dbaa-60c9-45ad-ab9f-58e93c3f4902" providerId="ADAL" clId="{DE935BC2-D512-4290-B21C-5A2D16D3AF79}" dt="2025-09-11T01:24:22.495" v="4008" actId="20577"/>
          <ac:spMkLst>
            <pc:docMk/>
            <pc:sldMk cId="402250652" sldId="1162"/>
            <ac:spMk id="10" creationId="{A8761B23-3080-301B-3827-2BB65E1D3A25}"/>
          </ac:spMkLst>
        </pc:spChg>
        <pc:spChg chg="mod">
          <ac:chgData name="박수범" userId="3305dbaa-60c9-45ad-ab9f-58e93c3f4902" providerId="ADAL" clId="{DE935BC2-D512-4290-B21C-5A2D16D3AF79}" dt="2025-09-11T01:19:03.486" v="3744"/>
          <ac:spMkLst>
            <pc:docMk/>
            <pc:sldMk cId="402250652" sldId="1162"/>
            <ac:spMk id="12" creationId="{6449BBB6-DE04-A94F-37A2-6541D9CA032D}"/>
          </ac:spMkLst>
        </pc:spChg>
        <pc:spChg chg="mod">
          <ac:chgData name="박수범" userId="3305dbaa-60c9-45ad-ab9f-58e93c3f4902" providerId="ADAL" clId="{DE935BC2-D512-4290-B21C-5A2D16D3AF79}" dt="2025-09-11T01:23:47.646" v="3950" actId="207"/>
          <ac:spMkLst>
            <pc:docMk/>
            <pc:sldMk cId="402250652" sldId="1162"/>
            <ac:spMk id="13" creationId="{E55A0559-4F25-3E74-B5E2-D5C8459B53DB}"/>
          </ac:spMkLst>
        </pc:spChg>
        <pc:spChg chg="mod">
          <ac:chgData name="박수범" userId="3305dbaa-60c9-45ad-ab9f-58e93c3f4902" providerId="ADAL" clId="{DE935BC2-D512-4290-B21C-5A2D16D3AF79}" dt="2025-09-11T02:22:25.375" v="4275" actId="20577"/>
          <ac:spMkLst>
            <pc:docMk/>
            <pc:sldMk cId="402250652" sldId="1162"/>
            <ac:spMk id="16" creationId="{2650D537-F8CB-001F-77FA-5D262F35CB28}"/>
          </ac:spMkLst>
        </pc:spChg>
        <pc:spChg chg="mod">
          <ac:chgData name="박수범" userId="3305dbaa-60c9-45ad-ab9f-58e93c3f4902" providerId="ADAL" clId="{DE935BC2-D512-4290-B21C-5A2D16D3AF79}" dt="2025-09-11T01:18:47.384" v="3741" actId="14100"/>
          <ac:spMkLst>
            <pc:docMk/>
            <pc:sldMk cId="402250652" sldId="1162"/>
            <ac:spMk id="19" creationId="{78799282-ED46-DD0E-C3A8-10F977E75E09}"/>
          </ac:spMkLst>
        </pc:spChg>
        <pc:grpChg chg="add mod">
          <ac:chgData name="박수범" userId="3305dbaa-60c9-45ad-ab9f-58e93c3f4902" providerId="ADAL" clId="{DE935BC2-D512-4290-B21C-5A2D16D3AF79}" dt="2025-09-11T01:19:20.308" v="3749"/>
          <ac:grpSpMkLst>
            <pc:docMk/>
            <pc:sldMk cId="402250652" sldId="1162"/>
            <ac:grpSpMk id="7" creationId="{3551E13F-3D0B-4F65-11D6-DF138E677821}"/>
          </ac:grpSpMkLst>
        </pc:grpChg>
        <pc:grpChg chg="add mod">
          <ac:chgData name="박수범" userId="3305dbaa-60c9-45ad-ab9f-58e93c3f4902" providerId="ADAL" clId="{DE935BC2-D512-4290-B21C-5A2D16D3AF79}" dt="2025-09-11T01:19:48.337" v="3750" actId="1076"/>
          <ac:grpSpMkLst>
            <pc:docMk/>
            <pc:sldMk cId="402250652" sldId="1162"/>
            <ac:grpSpMk id="11" creationId="{39B73E25-058A-6281-BF91-89EB5DDD294E}"/>
          </ac:grpSpMkLst>
        </pc:grpChg>
        <pc:picChg chg="del">
          <ac:chgData name="박수범" userId="3305dbaa-60c9-45ad-ab9f-58e93c3f4902" providerId="ADAL" clId="{DE935BC2-D512-4290-B21C-5A2D16D3AF79}" dt="2025-09-11T01:18:58.166" v="3742" actId="478"/>
          <ac:picMkLst>
            <pc:docMk/>
            <pc:sldMk cId="402250652" sldId="1162"/>
            <ac:picMk id="17" creationId="{0D7E69AE-F6DE-7475-FEA0-26FA9B580EC6}"/>
          </ac:picMkLst>
        </pc:picChg>
      </pc:sldChg>
      <pc:sldChg chg="addSp delSp modSp add mod">
        <pc:chgData name="박수범" userId="3305dbaa-60c9-45ad-ab9f-58e93c3f4902" providerId="ADAL" clId="{DE935BC2-D512-4290-B21C-5A2D16D3AF79}" dt="2025-09-11T04:32:09.223" v="4362" actId="20577"/>
        <pc:sldMkLst>
          <pc:docMk/>
          <pc:sldMk cId="798315683" sldId="1163"/>
        </pc:sldMkLst>
        <pc:spChg chg="mod">
          <ac:chgData name="박수범" userId="3305dbaa-60c9-45ad-ab9f-58e93c3f4902" providerId="ADAL" clId="{DE935BC2-D512-4290-B21C-5A2D16D3AF79}" dt="2025-09-11T01:28:17.890" v="4011"/>
          <ac:spMkLst>
            <pc:docMk/>
            <pc:sldMk cId="798315683" sldId="1163"/>
            <ac:spMk id="3" creationId="{CA5C23D4-BC29-2943-15F3-4944AD785002}"/>
          </ac:spMkLst>
        </pc:spChg>
        <pc:spChg chg="mod">
          <ac:chgData name="박수범" userId="3305dbaa-60c9-45ad-ab9f-58e93c3f4902" providerId="ADAL" clId="{DE935BC2-D512-4290-B21C-5A2D16D3AF79}" dt="2025-09-11T01:28:24.043" v="4012"/>
          <ac:spMkLst>
            <pc:docMk/>
            <pc:sldMk cId="798315683" sldId="1163"/>
            <ac:spMk id="4" creationId="{F8C71C50-7B93-6E43-5022-DB38CC0B2847}"/>
          </ac:spMkLst>
        </pc:spChg>
        <pc:spChg chg="mod">
          <ac:chgData name="박수범" userId="3305dbaa-60c9-45ad-ab9f-58e93c3f4902" providerId="ADAL" clId="{DE935BC2-D512-4290-B21C-5A2D16D3AF79}" dt="2025-09-11T01:59:17.386" v="4230"/>
          <ac:spMkLst>
            <pc:docMk/>
            <pc:sldMk cId="798315683" sldId="1163"/>
            <ac:spMk id="5" creationId="{F359818E-268D-BB7F-CA43-C5CB2A897344}"/>
          </ac:spMkLst>
        </pc:spChg>
        <pc:spChg chg="mod">
          <ac:chgData name="박수범" userId="3305dbaa-60c9-45ad-ab9f-58e93c3f4902" providerId="ADAL" clId="{DE935BC2-D512-4290-B21C-5A2D16D3AF79}" dt="2025-09-11T04:32:09.223" v="4362" actId="20577"/>
          <ac:spMkLst>
            <pc:docMk/>
            <pc:sldMk cId="798315683" sldId="1163"/>
            <ac:spMk id="6" creationId="{9511280E-D8E1-297B-1965-030E1114C22C}"/>
          </ac:spMkLst>
        </pc:spChg>
        <pc:spChg chg="mod">
          <ac:chgData name="박수범" userId="3305dbaa-60c9-45ad-ab9f-58e93c3f4902" providerId="ADAL" clId="{DE935BC2-D512-4290-B21C-5A2D16D3AF79}" dt="2025-09-11T02:19:57.438" v="4274" actId="20577"/>
          <ac:spMkLst>
            <pc:docMk/>
            <pc:sldMk cId="798315683" sldId="1163"/>
            <ac:spMk id="16" creationId="{BEEB2A10-7644-CA02-2484-9F40944B84F3}"/>
          </ac:spMkLst>
        </pc:spChg>
        <pc:spChg chg="mod">
          <ac:chgData name="박수범" userId="3305dbaa-60c9-45ad-ab9f-58e93c3f4902" providerId="ADAL" clId="{DE935BC2-D512-4290-B21C-5A2D16D3AF79}" dt="2025-09-11T01:31:46.817" v="4024" actId="14100"/>
          <ac:spMkLst>
            <pc:docMk/>
            <pc:sldMk cId="798315683" sldId="1163"/>
            <ac:spMk id="19" creationId="{33E514E0-A3BE-0F98-7611-869AF3D50197}"/>
          </ac:spMkLst>
        </pc:spChg>
        <pc:grpChg chg="del">
          <ac:chgData name="박수범" userId="3305dbaa-60c9-45ad-ab9f-58e93c3f4902" providerId="ADAL" clId="{DE935BC2-D512-4290-B21C-5A2D16D3AF79}" dt="2025-09-11T01:32:01.663" v="4027" actId="478"/>
          <ac:grpSpMkLst>
            <pc:docMk/>
            <pc:sldMk cId="798315683" sldId="1163"/>
            <ac:grpSpMk id="7" creationId="{61B4E5F0-F6ED-B37D-438B-792652B3C9CA}"/>
          </ac:grpSpMkLst>
        </pc:grpChg>
        <pc:grpChg chg="del">
          <ac:chgData name="박수범" userId="3305dbaa-60c9-45ad-ab9f-58e93c3f4902" providerId="ADAL" clId="{DE935BC2-D512-4290-B21C-5A2D16D3AF79}" dt="2025-09-11T01:32:00.540" v="4026" actId="478"/>
          <ac:grpSpMkLst>
            <pc:docMk/>
            <pc:sldMk cId="798315683" sldId="1163"/>
            <ac:grpSpMk id="11" creationId="{B3488CFC-461B-4B27-BB05-73B9D01A2410}"/>
          </ac:grpSpMkLst>
        </pc:grpChg>
        <pc:graphicFrameChg chg="add mod">
          <ac:chgData name="박수범" userId="3305dbaa-60c9-45ad-ab9f-58e93c3f4902" providerId="ADAL" clId="{DE935BC2-D512-4290-B21C-5A2D16D3AF79}" dt="2025-09-11T01:28:06.638" v="4010"/>
          <ac:graphicFrameMkLst>
            <pc:docMk/>
            <pc:sldMk cId="798315683" sldId="1163"/>
            <ac:graphicFrameMk id="14" creationId="{5F525E7F-E993-81F7-B391-51AE89ECD7D2}"/>
          </ac:graphicFrameMkLst>
        </pc:graphicFrameChg>
        <pc:picChg chg="del mod">
          <ac:chgData name="박수범" userId="3305dbaa-60c9-45ad-ab9f-58e93c3f4902" providerId="ADAL" clId="{DE935BC2-D512-4290-B21C-5A2D16D3AF79}" dt="2025-09-11T01:31:28.263" v="4016" actId="478"/>
          <ac:picMkLst>
            <pc:docMk/>
            <pc:sldMk cId="798315683" sldId="1163"/>
            <ac:picMk id="8" creationId="{B0EB1294-5650-B921-25E2-DA775E469950}"/>
          </ac:picMkLst>
        </pc:picChg>
        <pc:picChg chg="add mod ord">
          <ac:chgData name="박수범" userId="3305dbaa-60c9-45ad-ab9f-58e93c3f4902" providerId="ADAL" clId="{DE935BC2-D512-4290-B21C-5A2D16D3AF79}" dt="2025-09-11T01:31:39.359" v="4022" actId="1582"/>
          <ac:picMkLst>
            <pc:docMk/>
            <pc:sldMk cId="798315683" sldId="1163"/>
            <ac:picMk id="17" creationId="{5D947D3E-70E5-C0A8-AC80-FE935BB90F9C}"/>
          </ac:picMkLst>
        </pc:picChg>
      </pc:sldChg>
      <pc:sldChg chg="addSp delSp modSp add mod">
        <pc:chgData name="박수범" userId="3305dbaa-60c9-45ad-ab9f-58e93c3f4902" providerId="ADAL" clId="{DE935BC2-D512-4290-B21C-5A2D16D3AF79}" dt="2025-09-11T04:38:26.439" v="4384" actId="14100"/>
        <pc:sldMkLst>
          <pc:docMk/>
          <pc:sldMk cId="1551264487" sldId="1164"/>
        </pc:sldMkLst>
        <pc:spChg chg="mod">
          <ac:chgData name="박수범" userId="3305dbaa-60c9-45ad-ab9f-58e93c3f4902" providerId="ADAL" clId="{DE935BC2-D512-4290-B21C-5A2D16D3AF79}" dt="2025-09-11T02:22:50.106" v="4277"/>
          <ac:spMkLst>
            <pc:docMk/>
            <pc:sldMk cId="1551264487" sldId="1164"/>
            <ac:spMk id="3" creationId="{F98C7C80-A0D2-3100-DF0C-B547A4A9AD54}"/>
          </ac:spMkLst>
        </pc:spChg>
        <pc:spChg chg="mod">
          <ac:chgData name="박수범" userId="3305dbaa-60c9-45ad-ab9f-58e93c3f4902" providerId="ADAL" clId="{DE935BC2-D512-4290-B21C-5A2D16D3AF79}" dt="2025-09-11T02:22:54.040" v="4278"/>
          <ac:spMkLst>
            <pc:docMk/>
            <pc:sldMk cId="1551264487" sldId="1164"/>
            <ac:spMk id="4" creationId="{6FD08FE8-A8AA-C75F-CE27-82DF8BE6FDA2}"/>
          </ac:spMkLst>
        </pc:spChg>
        <pc:spChg chg="mod">
          <ac:chgData name="박수범" userId="3305dbaa-60c9-45ad-ab9f-58e93c3f4902" providerId="ADAL" clId="{DE935BC2-D512-4290-B21C-5A2D16D3AF79}" dt="2025-09-11T04:32:04.352" v="4357"/>
          <ac:spMkLst>
            <pc:docMk/>
            <pc:sldMk cId="1551264487" sldId="1164"/>
            <ac:spMk id="6" creationId="{1E4C8D01-8932-116A-054B-0ABDEA20814B}"/>
          </ac:spMkLst>
        </pc:spChg>
        <pc:spChg chg="mod">
          <ac:chgData name="박수범" userId="3305dbaa-60c9-45ad-ab9f-58e93c3f4902" providerId="ADAL" clId="{DE935BC2-D512-4290-B21C-5A2D16D3AF79}" dt="2025-09-11T04:28:33.164" v="4279"/>
          <ac:spMkLst>
            <pc:docMk/>
            <pc:sldMk cId="1551264487" sldId="1164"/>
            <ac:spMk id="8" creationId="{D8F87579-C6E1-1ABF-BCD8-0CF9D79F1849}"/>
          </ac:spMkLst>
        </pc:spChg>
        <pc:spChg chg="mod">
          <ac:chgData name="박수범" userId="3305dbaa-60c9-45ad-ab9f-58e93c3f4902" providerId="ADAL" clId="{DE935BC2-D512-4290-B21C-5A2D16D3AF79}" dt="2025-09-11T04:28:33.164" v="4279"/>
          <ac:spMkLst>
            <pc:docMk/>
            <pc:sldMk cId="1551264487" sldId="1164"/>
            <ac:spMk id="9" creationId="{B31F3F97-4BB7-0833-6C56-18F753B4CB56}"/>
          </ac:spMkLst>
        </pc:spChg>
        <pc:spChg chg="mod">
          <ac:chgData name="박수범" userId="3305dbaa-60c9-45ad-ab9f-58e93c3f4902" providerId="ADAL" clId="{DE935BC2-D512-4290-B21C-5A2D16D3AF79}" dt="2025-09-11T04:28:33.164" v="4279"/>
          <ac:spMkLst>
            <pc:docMk/>
            <pc:sldMk cId="1551264487" sldId="1164"/>
            <ac:spMk id="11" creationId="{2D15D0F5-6BEA-24FD-51C8-44C15410229F}"/>
          </ac:spMkLst>
        </pc:spChg>
        <pc:spChg chg="mod">
          <ac:chgData name="박수범" userId="3305dbaa-60c9-45ad-ab9f-58e93c3f4902" providerId="ADAL" clId="{DE935BC2-D512-4290-B21C-5A2D16D3AF79}" dt="2025-09-11T04:28:33.164" v="4279"/>
          <ac:spMkLst>
            <pc:docMk/>
            <pc:sldMk cId="1551264487" sldId="1164"/>
            <ac:spMk id="12" creationId="{AC990692-E24C-1DA6-D020-6D7331B7503F}"/>
          </ac:spMkLst>
        </pc:spChg>
        <pc:spChg chg="mod">
          <ac:chgData name="박수범" userId="3305dbaa-60c9-45ad-ab9f-58e93c3f4902" providerId="ADAL" clId="{DE935BC2-D512-4290-B21C-5A2D16D3AF79}" dt="2025-09-11T04:31:48.028" v="4354" actId="20577"/>
          <ac:spMkLst>
            <pc:docMk/>
            <pc:sldMk cId="1551264487" sldId="1164"/>
            <ac:spMk id="16" creationId="{A0DB5774-0203-1FB0-81AF-AFF4216AB78A}"/>
          </ac:spMkLst>
        </pc:spChg>
        <pc:spChg chg="del mod">
          <ac:chgData name="박수범" userId="3305dbaa-60c9-45ad-ab9f-58e93c3f4902" providerId="ADAL" clId="{DE935BC2-D512-4290-B21C-5A2D16D3AF79}" dt="2025-09-11T04:30:15.933" v="4306" actId="478"/>
          <ac:spMkLst>
            <pc:docMk/>
            <pc:sldMk cId="1551264487" sldId="1164"/>
            <ac:spMk id="19" creationId="{4F00836B-E92A-AE39-1DEF-A8C6B6B2A671}"/>
          </ac:spMkLst>
        </pc:spChg>
        <pc:spChg chg="add mod">
          <ac:chgData name="박수범" userId="3305dbaa-60c9-45ad-ab9f-58e93c3f4902" providerId="ADAL" clId="{DE935BC2-D512-4290-B21C-5A2D16D3AF79}" dt="2025-09-11T04:38:15.428" v="4379" actId="1076"/>
          <ac:spMkLst>
            <pc:docMk/>
            <pc:sldMk cId="1551264487" sldId="1164"/>
            <ac:spMk id="20" creationId="{43FCACE4-20BF-1FC4-BA62-F2FFEF4C7D2C}"/>
          </ac:spMkLst>
        </pc:spChg>
        <pc:spChg chg="add mod">
          <ac:chgData name="박수범" userId="3305dbaa-60c9-45ad-ab9f-58e93c3f4902" providerId="ADAL" clId="{DE935BC2-D512-4290-B21C-5A2D16D3AF79}" dt="2025-09-11T04:38:26.439" v="4384" actId="14100"/>
          <ac:spMkLst>
            <pc:docMk/>
            <pc:sldMk cId="1551264487" sldId="1164"/>
            <ac:spMk id="22" creationId="{4C484659-1788-FA05-36EC-F983C3B224FA}"/>
          </ac:spMkLst>
        </pc:spChg>
        <pc:grpChg chg="add del mod">
          <ac:chgData name="박수범" userId="3305dbaa-60c9-45ad-ab9f-58e93c3f4902" providerId="ADAL" clId="{DE935BC2-D512-4290-B21C-5A2D16D3AF79}" dt="2025-09-11T04:31:51.718" v="4356" actId="478"/>
          <ac:grpSpMkLst>
            <pc:docMk/>
            <pc:sldMk cId="1551264487" sldId="1164"/>
            <ac:grpSpMk id="7" creationId="{75C4752E-DF62-88B1-6170-1A85C8B33532}"/>
          </ac:grpSpMkLst>
        </pc:grpChg>
        <pc:grpChg chg="add del mod">
          <ac:chgData name="박수범" userId="3305dbaa-60c9-45ad-ab9f-58e93c3f4902" providerId="ADAL" clId="{DE935BC2-D512-4290-B21C-5A2D16D3AF79}" dt="2025-09-11T04:31:51.016" v="4355" actId="478"/>
          <ac:grpSpMkLst>
            <pc:docMk/>
            <pc:sldMk cId="1551264487" sldId="1164"/>
            <ac:grpSpMk id="10" creationId="{C3643F10-064D-C781-1D28-776E1F43E0E1}"/>
          </ac:grpSpMkLst>
        </pc:grpChg>
        <pc:picChg chg="add del mod ord">
          <ac:chgData name="박수범" userId="3305dbaa-60c9-45ad-ab9f-58e93c3f4902" providerId="ADAL" clId="{DE935BC2-D512-4290-B21C-5A2D16D3AF79}" dt="2025-09-11T04:30:10.707" v="4303" actId="478"/>
          <ac:picMkLst>
            <pc:docMk/>
            <pc:sldMk cId="1551264487" sldId="1164"/>
            <ac:picMk id="14" creationId="{C02163A5-1B86-4DAA-B5EC-310335F6239F}"/>
          </ac:picMkLst>
        </pc:picChg>
        <pc:picChg chg="del">
          <ac:chgData name="박수범" userId="3305dbaa-60c9-45ad-ab9f-58e93c3f4902" providerId="ADAL" clId="{DE935BC2-D512-4290-B21C-5A2D16D3AF79}" dt="2025-09-11T04:28:37.588" v="4281" actId="478"/>
          <ac:picMkLst>
            <pc:docMk/>
            <pc:sldMk cId="1551264487" sldId="1164"/>
            <ac:picMk id="17" creationId="{B0983FDD-E735-95D1-E43E-0557FB2AFAE4}"/>
          </ac:picMkLst>
        </pc:picChg>
        <pc:picChg chg="add mod ord">
          <ac:chgData name="박수범" userId="3305dbaa-60c9-45ad-ab9f-58e93c3f4902" providerId="ADAL" clId="{DE935BC2-D512-4290-B21C-5A2D16D3AF79}" dt="2025-09-11T04:38:15.428" v="4379" actId="1076"/>
          <ac:picMkLst>
            <pc:docMk/>
            <pc:sldMk cId="1551264487" sldId="1164"/>
            <ac:picMk id="18" creationId="{8E245B9A-121F-11D6-1205-46056E0655F8}"/>
          </ac:picMkLst>
        </pc:picChg>
        <pc:picChg chg="add mod">
          <ac:chgData name="박수범" userId="3305dbaa-60c9-45ad-ab9f-58e93c3f4902" providerId="ADAL" clId="{DE935BC2-D512-4290-B21C-5A2D16D3AF79}" dt="2025-09-11T04:38:18.188" v="4381" actId="1076"/>
          <ac:picMkLst>
            <pc:docMk/>
            <pc:sldMk cId="1551264487" sldId="1164"/>
            <ac:picMk id="21" creationId="{9F2D2B2E-4612-1375-B136-6C13D79BC670}"/>
          </ac:picMkLst>
        </pc:picChg>
      </pc:sldChg>
      <pc:sldChg chg="addSp delSp modSp add mod">
        <pc:chgData name="박수범" userId="3305dbaa-60c9-45ad-ab9f-58e93c3f4902" providerId="ADAL" clId="{DE935BC2-D512-4290-B21C-5A2D16D3AF79}" dt="2025-09-11T04:46:57.540" v="4430" actId="1076"/>
        <pc:sldMkLst>
          <pc:docMk/>
          <pc:sldMk cId="2550679081" sldId="1165"/>
        </pc:sldMkLst>
        <pc:spChg chg="add del mod">
          <ac:chgData name="박수범" userId="3305dbaa-60c9-45ad-ab9f-58e93c3f4902" providerId="ADAL" clId="{DE935BC2-D512-4290-B21C-5A2D16D3AF79}" dt="2025-09-11T04:44:22.070" v="4388" actId="478"/>
          <ac:spMkLst>
            <pc:docMk/>
            <pc:sldMk cId="2550679081" sldId="1165"/>
            <ac:spMk id="10" creationId="{9F3B9823-2CDF-5E5B-E7FB-0B5F9E781F20}"/>
          </ac:spMkLst>
        </pc:spChg>
        <pc:spChg chg="add mod">
          <ac:chgData name="박수범" userId="3305dbaa-60c9-45ad-ab9f-58e93c3f4902" providerId="ADAL" clId="{DE935BC2-D512-4290-B21C-5A2D16D3AF79}" dt="2025-09-11T04:44:20.782" v="4387"/>
          <ac:spMkLst>
            <pc:docMk/>
            <pc:sldMk cId="2550679081" sldId="1165"/>
            <ac:spMk id="11" creationId="{71FBC986-6A4D-CD45-837F-6F51F971EEDA}"/>
          </ac:spMkLst>
        </pc:spChg>
        <pc:spChg chg="mod">
          <ac:chgData name="박수범" userId="3305dbaa-60c9-45ad-ab9f-58e93c3f4902" providerId="ADAL" clId="{DE935BC2-D512-4290-B21C-5A2D16D3AF79}" dt="2025-09-11T04:44:19.694" v="4386"/>
          <ac:spMkLst>
            <pc:docMk/>
            <pc:sldMk cId="2550679081" sldId="1165"/>
            <ac:spMk id="13" creationId="{440237CB-5D40-5FD3-7BE4-7652F0C2B9E6}"/>
          </ac:spMkLst>
        </pc:spChg>
        <pc:spChg chg="mod">
          <ac:chgData name="박수범" userId="3305dbaa-60c9-45ad-ab9f-58e93c3f4902" providerId="ADAL" clId="{DE935BC2-D512-4290-B21C-5A2D16D3AF79}" dt="2025-09-11T04:44:19.694" v="4386"/>
          <ac:spMkLst>
            <pc:docMk/>
            <pc:sldMk cId="2550679081" sldId="1165"/>
            <ac:spMk id="14" creationId="{4EEAA7B5-350A-1026-FECC-11B456644B29}"/>
          </ac:spMkLst>
        </pc:spChg>
        <pc:spChg chg="del">
          <ac:chgData name="박수범" userId="3305dbaa-60c9-45ad-ab9f-58e93c3f4902" providerId="ADAL" clId="{DE935BC2-D512-4290-B21C-5A2D16D3AF79}" dt="2025-09-11T04:44:19.432" v="4385" actId="478"/>
          <ac:spMkLst>
            <pc:docMk/>
            <pc:sldMk cId="2550679081" sldId="1165"/>
            <ac:spMk id="16" creationId="{C6C9E10B-0878-7218-FA3C-96C7E8E69CB5}"/>
          </ac:spMkLst>
        </pc:spChg>
        <pc:spChg chg="mod">
          <ac:chgData name="박수범" userId="3305dbaa-60c9-45ad-ab9f-58e93c3f4902" providerId="ADAL" clId="{DE935BC2-D512-4290-B21C-5A2D16D3AF79}" dt="2025-09-11T04:44:19.694" v="4386"/>
          <ac:spMkLst>
            <pc:docMk/>
            <pc:sldMk cId="2550679081" sldId="1165"/>
            <ac:spMk id="17" creationId="{DCFCE5C4-0EE3-E52E-A94D-E07E372DC4D5}"/>
          </ac:spMkLst>
        </pc:spChg>
        <pc:spChg chg="mod">
          <ac:chgData name="박수범" userId="3305dbaa-60c9-45ad-ab9f-58e93c3f4902" providerId="ADAL" clId="{DE935BC2-D512-4290-B21C-5A2D16D3AF79}" dt="2025-09-11T04:44:19.694" v="4386"/>
          <ac:spMkLst>
            <pc:docMk/>
            <pc:sldMk cId="2550679081" sldId="1165"/>
            <ac:spMk id="19" creationId="{D6BBE904-2675-7276-E58F-8121BCC1F784}"/>
          </ac:spMkLst>
        </pc:spChg>
        <pc:spChg chg="mod">
          <ac:chgData name="박수범" userId="3305dbaa-60c9-45ad-ab9f-58e93c3f4902" providerId="ADAL" clId="{DE935BC2-D512-4290-B21C-5A2D16D3AF79}" dt="2025-09-11T04:46:55.073" v="4428" actId="14100"/>
          <ac:spMkLst>
            <pc:docMk/>
            <pc:sldMk cId="2550679081" sldId="1165"/>
            <ac:spMk id="20" creationId="{8D3C11CD-1F10-A02E-4A6F-F92892951768}"/>
          </ac:spMkLst>
        </pc:spChg>
        <pc:spChg chg="add mod">
          <ac:chgData name="박수범" userId="3305dbaa-60c9-45ad-ab9f-58e93c3f4902" providerId="ADAL" clId="{DE935BC2-D512-4290-B21C-5A2D16D3AF79}" dt="2025-09-11T04:44:22.359" v="4389"/>
          <ac:spMkLst>
            <pc:docMk/>
            <pc:sldMk cId="2550679081" sldId="1165"/>
            <ac:spMk id="21" creationId="{47D2CB83-5309-F65F-A587-9101656C2CF5}"/>
          </ac:spMkLst>
        </pc:spChg>
        <pc:spChg chg="mod">
          <ac:chgData name="박수범" userId="3305dbaa-60c9-45ad-ab9f-58e93c3f4902" providerId="ADAL" clId="{DE935BC2-D512-4290-B21C-5A2D16D3AF79}" dt="2025-09-11T04:44:22.359" v="4389"/>
          <ac:spMkLst>
            <pc:docMk/>
            <pc:sldMk cId="2550679081" sldId="1165"/>
            <ac:spMk id="23" creationId="{581D88C3-6C86-0851-CFC0-49762944EB68}"/>
          </ac:spMkLst>
        </pc:spChg>
        <pc:spChg chg="mod">
          <ac:chgData name="박수범" userId="3305dbaa-60c9-45ad-ab9f-58e93c3f4902" providerId="ADAL" clId="{DE935BC2-D512-4290-B21C-5A2D16D3AF79}" dt="2025-09-11T04:44:22.359" v="4389"/>
          <ac:spMkLst>
            <pc:docMk/>
            <pc:sldMk cId="2550679081" sldId="1165"/>
            <ac:spMk id="24" creationId="{A51E0512-AC58-E97B-C983-30C4F336F72C}"/>
          </ac:spMkLst>
        </pc:spChg>
        <pc:spChg chg="mod">
          <ac:chgData name="박수범" userId="3305dbaa-60c9-45ad-ab9f-58e93c3f4902" providerId="ADAL" clId="{DE935BC2-D512-4290-B21C-5A2D16D3AF79}" dt="2025-09-11T04:44:22.359" v="4389"/>
          <ac:spMkLst>
            <pc:docMk/>
            <pc:sldMk cId="2550679081" sldId="1165"/>
            <ac:spMk id="26" creationId="{00770830-FED3-934E-3104-C1E6E1D65B12}"/>
          </ac:spMkLst>
        </pc:spChg>
        <pc:spChg chg="mod">
          <ac:chgData name="박수범" userId="3305dbaa-60c9-45ad-ab9f-58e93c3f4902" providerId="ADAL" clId="{DE935BC2-D512-4290-B21C-5A2D16D3AF79}" dt="2025-09-11T04:44:22.359" v="4389"/>
          <ac:spMkLst>
            <pc:docMk/>
            <pc:sldMk cId="2550679081" sldId="1165"/>
            <ac:spMk id="27" creationId="{B0A03BA9-9595-E21F-6BB7-31465DD58533}"/>
          </ac:spMkLst>
        </pc:spChg>
        <pc:spChg chg="add mod">
          <ac:chgData name="박수범" userId="3305dbaa-60c9-45ad-ab9f-58e93c3f4902" providerId="ADAL" clId="{DE935BC2-D512-4290-B21C-5A2D16D3AF79}" dt="2025-09-11T04:46:57.540" v="4430" actId="1076"/>
          <ac:spMkLst>
            <pc:docMk/>
            <pc:sldMk cId="2550679081" sldId="1165"/>
            <ac:spMk id="36" creationId="{C7E549C7-38B5-C632-B079-70FFF49B90C3}"/>
          </ac:spMkLst>
        </pc:spChg>
        <pc:grpChg chg="add mod">
          <ac:chgData name="박수범" userId="3305dbaa-60c9-45ad-ab9f-58e93c3f4902" providerId="ADAL" clId="{DE935BC2-D512-4290-B21C-5A2D16D3AF79}" dt="2025-09-11T04:44:19.694" v="4386"/>
          <ac:grpSpMkLst>
            <pc:docMk/>
            <pc:sldMk cId="2550679081" sldId="1165"/>
            <ac:grpSpMk id="12" creationId="{5CFD9359-89A5-C288-50B0-559E5F0EF1BA}"/>
          </ac:grpSpMkLst>
        </pc:grpChg>
        <pc:grpChg chg="add mod">
          <ac:chgData name="박수범" userId="3305dbaa-60c9-45ad-ab9f-58e93c3f4902" providerId="ADAL" clId="{DE935BC2-D512-4290-B21C-5A2D16D3AF79}" dt="2025-09-11T04:44:19.694" v="4386"/>
          <ac:grpSpMkLst>
            <pc:docMk/>
            <pc:sldMk cId="2550679081" sldId="1165"/>
            <ac:grpSpMk id="15" creationId="{9E47E0B9-9879-0840-97AB-38B6C9A8D245}"/>
          </ac:grpSpMkLst>
        </pc:grpChg>
        <pc:grpChg chg="add mod">
          <ac:chgData name="박수범" userId="3305dbaa-60c9-45ad-ab9f-58e93c3f4902" providerId="ADAL" clId="{DE935BC2-D512-4290-B21C-5A2D16D3AF79}" dt="2025-09-11T04:44:22.359" v="4389"/>
          <ac:grpSpMkLst>
            <pc:docMk/>
            <pc:sldMk cId="2550679081" sldId="1165"/>
            <ac:grpSpMk id="22" creationId="{CE5FEF2E-E371-A00F-1A05-018CD9F99B65}"/>
          </ac:grpSpMkLst>
        </pc:grpChg>
        <pc:grpChg chg="add mod">
          <ac:chgData name="박수범" userId="3305dbaa-60c9-45ad-ab9f-58e93c3f4902" providerId="ADAL" clId="{DE935BC2-D512-4290-B21C-5A2D16D3AF79}" dt="2025-09-11T04:44:22.359" v="4389"/>
          <ac:grpSpMkLst>
            <pc:docMk/>
            <pc:sldMk cId="2550679081" sldId="1165"/>
            <ac:grpSpMk id="25" creationId="{719759F5-143B-A4F8-3C9B-671DB751789D}"/>
          </ac:grpSpMkLst>
        </pc:grpChg>
        <pc:picChg chg="add del mod ord">
          <ac:chgData name="박수범" userId="3305dbaa-60c9-45ad-ab9f-58e93c3f4902" providerId="ADAL" clId="{DE935BC2-D512-4290-B21C-5A2D16D3AF79}" dt="2025-09-11T04:45:35.148" v="4398" actId="478"/>
          <ac:picMkLst>
            <pc:docMk/>
            <pc:sldMk cId="2550679081" sldId="1165"/>
            <ac:picMk id="8" creationId="{C4F330CA-E7BD-1ED1-97DB-F49C2F742E25}"/>
          </ac:picMkLst>
        </pc:picChg>
        <pc:picChg chg="del">
          <ac:chgData name="박수범" userId="3305dbaa-60c9-45ad-ab9f-58e93c3f4902" providerId="ADAL" clId="{DE935BC2-D512-4290-B21C-5A2D16D3AF79}" dt="2025-09-11T04:35:17.628" v="4365" actId="478"/>
          <ac:picMkLst>
            <pc:docMk/>
            <pc:sldMk cId="2550679081" sldId="1165"/>
            <ac:picMk id="18" creationId="{52B2F430-72F2-B0D1-4EA3-B0FE83F6D127}"/>
          </ac:picMkLst>
        </pc:picChg>
        <pc:picChg chg="add del mod ord">
          <ac:chgData name="박수범" userId="3305dbaa-60c9-45ad-ab9f-58e93c3f4902" providerId="ADAL" clId="{DE935BC2-D512-4290-B21C-5A2D16D3AF79}" dt="2025-09-11T04:46:16.140" v="4409" actId="478"/>
          <ac:picMkLst>
            <pc:docMk/>
            <pc:sldMk cId="2550679081" sldId="1165"/>
            <ac:picMk id="29" creationId="{063F236B-7BA8-F5BC-C48E-7432C931EF6F}"/>
          </ac:picMkLst>
        </pc:picChg>
        <pc:picChg chg="add del mod ord">
          <ac:chgData name="박수범" userId="3305dbaa-60c9-45ad-ab9f-58e93c3f4902" providerId="ADAL" clId="{DE935BC2-D512-4290-B21C-5A2D16D3AF79}" dt="2025-09-11T04:46:16.456" v="4410" actId="478"/>
          <ac:picMkLst>
            <pc:docMk/>
            <pc:sldMk cId="2550679081" sldId="1165"/>
            <ac:picMk id="31" creationId="{D3A73EEE-B2B8-054E-7FF2-0E3B7D78FC5F}"/>
          </ac:picMkLst>
        </pc:picChg>
        <pc:picChg chg="add mod ord">
          <ac:chgData name="박수범" userId="3305dbaa-60c9-45ad-ab9f-58e93c3f4902" providerId="ADAL" clId="{DE935BC2-D512-4290-B21C-5A2D16D3AF79}" dt="2025-09-11T04:46:45.260" v="4425" actId="1582"/>
          <ac:picMkLst>
            <pc:docMk/>
            <pc:sldMk cId="2550679081" sldId="1165"/>
            <ac:picMk id="33" creationId="{AEF41F2B-DF8C-C9F8-AEFC-AF4A87ADD931}"/>
          </ac:picMkLst>
        </pc:picChg>
        <pc:picChg chg="add mod ord">
          <ac:chgData name="박수범" userId="3305dbaa-60c9-45ad-ab9f-58e93c3f4902" providerId="ADAL" clId="{DE935BC2-D512-4290-B21C-5A2D16D3AF79}" dt="2025-09-11T04:46:41.426" v="4424" actId="1582"/>
          <ac:picMkLst>
            <pc:docMk/>
            <pc:sldMk cId="2550679081" sldId="1165"/>
            <ac:picMk id="35" creationId="{2A7FFEA0-3E2A-21B2-739D-8930F983A82A}"/>
          </ac:picMkLst>
        </pc:picChg>
      </pc:sldChg>
      <pc:sldChg chg="addSp delSp modSp add mod">
        <pc:chgData name="박수범" userId="3305dbaa-60c9-45ad-ab9f-58e93c3f4902" providerId="ADAL" clId="{DE935BC2-D512-4290-B21C-5A2D16D3AF79}" dt="2025-09-11T05:07:15.220" v="4469" actId="1076"/>
        <pc:sldMkLst>
          <pc:docMk/>
          <pc:sldMk cId="3488390565" sldId="1166"/>
        </pc:sldMkLst>
        <pc:spChg chg="mod">
          <ac:chgData name="박수범" userId="3305dbaa-60c9-45ad-ab9f-58e93c3f4902" providerId="ADAL" clId="{DE935BC2-D512-4290-B21C-5A2D16D3AF79}" dt="2025-09-11T04:51:16.496" v="4434"/>
          <ac:spMkLst>
            <pc:docMk/>
            <pc:sldMk cId="3488390565" sldId="1166"/>
            <ac:spMk id="3" creationId="{23926162-6167-F545-399C-A07D5626DDB5}"/>
          </ac:spMkLst>
        </pc:spChg>
        <pc:spChg chg="mod">
          <ac:chgData name="박수범" userId="3305dbaa-60c9-45ad-ab9f-58e93c3f4902" providerId="ADAL" clId="{DE935BC2-D512-4290-B21C-5A2D16D3AF79}" dt="2025-09-11T04:51:35.854" v="4437"/>
          <ac:spMkLst>
            <pc:docMk/>
            <pc:sldMk cId="3488390565" sldId="1166"/>
            <ac:spMk id="4" creationId="{25F6FEBE-F72A-3774-61F8-5724C3A30D3D}"/>
          </ac:spMkLst>
        </pc:spChg>
        <pc:spChg chg="mod">
          <ac:chgData name="박수범" userId="3305dbaa-60c9-45ad-ab9f-58e93c3f4902" providerId="ADAL" clId="{DE935BC2-D512-4290-B21C-5A2D16D3AF79}" dt="2025-09-11T05:01:34.949" v="4457"/>
          <ac:spMkLst>
            <pc:docMk/>
            <pc:sldMk cId="3488390565" sldId="1166"/>
            <ac:spMk id="5" creationId="{426D961A-A84C-7C36-1FF2-BCD5B1B14B55}"/>
          </ac:spMkLst>
        </pc:spChg>
        <pc:spChg chg="mod">
          <ac:chgData name="박수범" userId="3305dbaa-60c9-45ad-ab9f-58e93c3f4902" providerId="ADAL" clId="{DE935BC2-D512-4290-B21C-5A2D16D3AF79}" dt="2025-09-11T05:01:40.187" v="4462" actId="20577"/>
          <ac:spMkLst>
            <pc:docMk/>
            <pc:sldMk cId="3488390565" sldId="1166"/>
            <ac:spMk id="6" creationId="{1CCCC273-3A55-285C-84A1-3FCB026CB4D4}"/>
          </ac:spMkLst>
        </pc:spChg>
        <pc:spChg chg="add del">
          <ac:chgData name="박수범" userId="3305dbaa-60c9-45ad-ab9f-58e93c3f4902" providerId="ADAL" clId="{DE935BC2-D512-4290-B21C-5A2D16D3AF79}" dt="2025-09-11T04:51:34.916" v="4436" actId="22"/>
          <ac:spMkLst>
            <pc:docMk/>
            <pc:sldMk cId="3488390565" sldId="1166"/>
            <ac:spMk id="8" creationId="{77A6FD23-A76F-0D71-46D7-A76B69333934}"/>
          </ac:spMkLst>
        </pc:spChg>
        <pc:spChg chg="del">
          <ac:chgData name="박수범" userId="3305dbaa-60c9-45ad-ab9f-58e93c3f4902" providerId="ADAL" clId="{DE935BC2-D512-4290-B21C-5A2D16D3AF79}" dt="2025-09-11T05:01:02.804" v="4450" actId="478"/>
          <ac:spMkLst>
            <pc:docMk/>
            <pc:sldMk cId="3488390565" sldId="1166"/>
            <ac:spMk id="20" creationId="{5B1A22E1-46C5-4B40-42E1-28B785BD99E8}"/>
          </ac:spMkLst>
        </pc:spChg>
        <pc:spChg chg="mod">
          <ac:chgData name="박수범" userId="3305dbaa-60c9-45ad-ab9f-58e93c3f4902" providerId="ADAL" clId="{DE935BC2-D512-4290-B21C-5A2D16D3AF79}" dt="2025-09-11T05:01:44.392" v="4463"/>
          <ac:spMkLst>
            <pc:docMk/>
            <pc:sldMk cId="3488390565" sldId="1166"/>
            <ac:spMk id="21" creationId="{4F96D567-4C0E-8847-71D1-CE11702758C0}"/>
          </ac:spMkLst>
        </pc:spChg>
        <pc:spChg chg="mod">
          <ac:chgData name="박수범" userId="3305dbaa-60c9-45ad-ab9f-58e93c3f4902" providerId="ADAL" clId="{DE935BC2-D512-4290-B21C-5A2D16D3AF79}" dt="2025-09-11T05:02:03.583" v="4465"/>
          <ac:spMkLst>
            <pc:docMk/>
            <pc:sldMk cId="3488390565" sldId="1166"/>
            <ac:spMk id="23" creationId="{D51F14DD-07E3-ED25-507E-CE867CA25AC5}"/>
          </ac:spMkLst>
        </pc:spChg>
        <pc:spChg chg="mod">
          <ac:chgData name="박수범" userId="3305dbaa-60c9-45ad-ab9f-58e93c3f4902" providerId="ADAL" clId="{DE935BC2-D512-4290-B21C-5A2D16D3AF79}" dt="2025-09-11T05:07:07.825" v="4468" actId="113"/>
          <ac:spMkLst>
            <pc:docMk/>
            <pc:sldMk cId="3488390565" sldId="1166"/>
            <ac:spMk id="24" creationId="{39D074D8-6566-3782-014E-06039AF628EC}"/>
          </ac:spMkLst>
        </pc:spChg>
        <pc:spChg chg="mod">
          <ac:chgData name="박수범" userId="3305dbaa-60c9-45ad-ab9f-58e93c3f4902" providerId="ADAL" clId="{DE935BC2-D512-4290-B21C-5A2D16D3AF79}" dt="2025-09-11T05:02:02.145" v="4464"/>
          <ac:spMkLst>
            <pc:docMk/>
            <pc:sldMk cId="3488390565" sldId="1166"/>
            <ac:spMk id="26" creationId="{7DDA3E02-82D7-B34F-0968-D3A827F7DA2F}"/>
          </ac:spMkLst>
        </pc:spChg>
        <pc:spChg chg="mod">
          <ac:chgData name="박수범" userId="3305dbaa-60c9-45ad-ab9f-58e93c3f4902" providerId="ADAL" clId="{DE935BC2-D512-4290-B21C-5A2D16D3AF79}" dt="2025-09-11T05:02:02.145" v="4464"/>
          <ac:spMkLst>
            <pc:docMk/>
            <pc:sldMk cId="3488390565" sldId="1166"/>
            <ac:spMk id="27" creationId="{C80028CD-52C6-E093-F42C-75B0EDDCF1A8}"/>
          </ac:spMkLst>
        </pc:spChg>
        <pc:spChg chg="mod">
          <ac:chgData name="박수범" userId="3305dbaa-60c9-45ad-ab9f-58e93c3f4902" providerId="ADAL" clId="{DE935BC2-D512-4290-B21C-5A2D16D3AF79}" dt="2025-09-11T05:01:21.684" v="4456" actId="14100"/>
          <ac:spMkLst>
            <pc:docMk/>
            <pc:sldMk cId="3488390565" sldId="1166"/>
            <ac:spMk id="36" creationId="{F9D32824-D3FF-E37C-C40D-FF8501B60662}"/>
          </ac:spMkLst>
        </pc:spChg>
        <pc:grpChg chg="mod">
          <ac:chgData name="박수범" userId="3305dbaa-60c9-45ad-ab9f-58e93c3f4902" providerId="ADAL" clId="{DE935BC2-D512-4290-B21C-5A2D16D3AF79}" dt="2025-09-11T05:02:03.583" v="4465"/>
          <ac:grpSpMkLst>
            <pc:docMk/>
            <pc:sldMk cId="3488390565" sldId="1166"/>
            <ac:grpSpMk id="22" creationId="{82685869-1D1E-ACE7-D700-EEEB52077D13}"/>
          </ac:grpSpMkLst>
        </pc:grpChg>
        <pc:grpChg chg="mod">
          <ac:chgData name="박수범" userId="3305dbaa-60c9-45ad-ab9f-58e93c3f4902" providerId="ADAL" clId="{DE935BC2-D512-4290-B21C-5A2D16D3AF79}" dt="2025-09-11T05:07:15.220" v="4469" actId="1076"/>
          <ac:grpSpMkLst>
            <pc:docMk/>
            <pc:sldMk cId="3488390565" sldId="1166"/>
            <ac:grpSpMk id="25" creationId="{6936A37E-5109-8E0B-E30E-C22D9AE376F8}"/>
          </ac:grpSpMkLst>
        </pc:grpChg>
        <pc:picChg chg="add mod ord">
          <ac:chgData name="박수범" userId="3305dbaa-60c9-45ad-ab9f-58e93c3f4902" providerId="ADAL" clId="{DE935BC2-D512-4290-B21C-5A2D16D3AF79}" dt="2025-09-11T05:01:01.669" v="4449" actId="1076"/>
          <ac:picMkLst>
            <pc:docMk/>
            <pc:sldMk cId="3488390565" sldId="1166"/>
            <ac:picMk id="10" creationId="{9896E6FA-5B81-81C5-2DD5-FA892690BAE9}"/>
          </ac:picMkLst>
        </pc:picChg>
        <pc:picChg chg="del">
          <ac:chgData name="박수범" userId="3305dbaa-60c9-45ad-ab9f-58e93c3f4902" providerId="ADAL" clId="{DE935BC2-D512-4290-B21C-5A2D16D3AF79}" dt="2025-09-11T04:53:12.172" v="4438" actId="478"/>
          <ac:picMkLst>
            <pc:docMk/>
            <pc:sldMk cId="3488390565" sldId="1166"/>
            <ac:picMk id="33" creationId="{71972352-D854-7089-D4F1-EB9F64C1467B}"/>
          </ac:picMkLst>
        </pc:picChg>
        <pc:picChg chg="del">
          <ac:chgData name="박수범" userId="3305dbaa-60c9-45ad-ab9f-58e93c3f4902" providerId="ADAL" clId="{DE935BC2-D512-4290-B21C-5A2D16D3AF79}" dt="2025-09-11T04:53:12.436" v="4439" actId="478"/>
          <ac:picMkLst>
            <pc:docMk/>
            <pc:sldMk cId="3488390565" sldId="1166"/>
            <ac:picMk id="35" creationId="{2FBA846D-2AA7-421B-F195-C7EB39139200}"/>
          </ac:picMkLst>
        </pc:picChg>
      </pc:sldChg>
      <pc:sldChg chg="addSp delSp modSp add mod">
        <pc:chgData name="박수범" userId="3305dbaa-60c9-45ad-ab9f-58e93c3f4902" providerId="ADAL" clId="{DE935BC2-D512-4290-B21C-5A2D16D3AF79}" dt="2025-09-11T05:09:37.947" v="4484" actId="22"/>
        <pc:sldMkLst>
          <pc:docMk/>
          <pc:sldMk cId="1618267804" sldId="1167"/>
        </pc:sldMkLst>
        <pc:spChg chg="add del mod">
          <ac:chgData name="박수범" userId="3305dbaa-60c9-45ad-ab9f-58e93c3f4902" providerId="ADAL" clId="{DE935BC2-D512-4290-B21C-5A2D16D3AF79}" dt="2025-09-11T05:08:54.722" v="4477" actId="478"/>
          <ac:spMkLst>
            <pc:docMk/>
            <pc:sldMk cId="1618267804" sldId="1167"/>
            <ac:spMk id="8" creationId="{3F2208B4-BED1-AF82-2B7E-CC0C0606EA92}"/>
          </ac:spMkLst>
        </pc:spChg>
        <pc:spChg chg="add mod">
          <ac:chgData name="박수범" userId="3305dbaa-60c9-45ad-ab9f-58e93c3f4902" providerId="ADAL" clId="{DE935BC2-D512-4290-B21C-5A2D16D3AF79}" dt="2025-09-11T05:08:54.887" v="4478"/>
          <ac:spMkLst>
            <pc:docMk/>
            <pc:sldMk cId="1618267804" sldId="1167"/>
            <ac:spMk id="9" creationId="{52371774-D693-3FBC-136F-40A18A81C0B5}"/>
          </ac:spMkLst>
        </pc:spChg>
        <pc:spChg chg="mod">
          <ac:chgData name="박수범" userId="3305dbaa-60c9-45ad-ab9f-58e93c3f4902" providerId="ADAL" clId="{DE935BC2-D512-4290-B21C-5A2D16D3AF79}" dt="2025-09-11T05:09:02.749" v="4479"/>
          <ac:spMkLst>
            <pc:docMk/>
            <pc:sldMk cId="1618267804" sldId="1167"/>
            <ac:spMk id="12" creationId="{7F7D82B5-33CF-65C9-43E2-839FBAE4D5E6}"/>
          </ac:spMkLst>
        </pc:spChg>
        <pc:spChg chg="mod">
          <ac:chgData name="박수범" userId="3305dbaa-60c9-45ad-ab9f-58e93c3f4902" providerId="ADAL" clId="{DE935BC2-D512-4290-B21C-5A2D16D3AF79}" dt="2025-09-11T05:09:19.272" v="4482"/>
          <ac:spMkLst>
            <pc:docMk/>
            <pc:sldMk cId="1618267804" sldId="1167"/>
            <ac:spMk id="13" creationId="{7CAB0BCC-B24D-791E-BA35-0EDC07CF1266}"/>
          </ac:spMkLst>
        </pc:spChg>
        <pc:spChg chg="add del">
          <ac:chgData name="박수범" userId="3305dbaa-60c9-45ad-ab9f-58e93c3f4902" providerId="ADAL" clId="{DE935BC2-D512-4290-B21C-5A2D16D3AF79}" dt="2025-09-11T05:09:37.947" v="4484" actId="22"/>
          <ac:spMkLst>
            <pc:docMk/>
            <pc:sldMk cId="1618267804" sldId="1167"/>
            <ac:spMk id="15" creationId="{A276DFCA-9BBF-0E7B-F045-59BAB46A45DD}"/>
          </ac:spMkLst>
        </pc:spChg>
        <pc:spChg chg="del">
          <ac:chgData name="박수범" userId="3305dbaa-60c9-45ad-ab9f-58e93c3f4902" providerId="ADAL" clId="{DE935BC2-D512-4290-B21C-5A2D16D3AF79}" dt="2025-09-11T05:08:51.534" v="4476" actId="478"/>
          <ac:spMkLst>
            <pc:docMk/>
            <pc:sldMk cId="1618267804" sldId="1167"/>
            <ac:spMk id="21" creationId="{C4219CBE-5B66-63A2-AA07-4D432F00BA04}"/>
          </ac:spMkLst>
        </pc:spChg>
        <pc:spChg chg="mod">
          <ac:chgData name="박수범" userId="3305dbaa-60c9-45ad-ab9f-58e93c3f4902" providerId="ADAL" clId="{DE935BC2-D512-4290-B21C-5A2D16D3AF79}" dt="2025-09-11T05:08:10.827" v="4475" actId="14100"/>
          <ac:spMkLst>
            <pc:docMk/>
            <pc:sldMk cId="1618267804" sldId="1167"/>
            <ac:spMk id="36" creationId="{89B30276-5E2B-124B-0AD0-974FCBA4F295}"/>
          </ac:spMkLst>
        </pc:spChg>
        <pc:grpChg chg="add mod">
          <ac:chgData name="박수범" userId="3305dbaa-60c9-45ad-ab9f-58e93c3f4902" providerId="ADAL" clId="{DE935BC2-D512-4290-B21C-5A2D16D3AF79}" dt="2025-09-11T05:09:02.749" v="4479"/>
          <ac:grpSpMkLst>
            <pc:docMk/>
            <pc:sldMk cId="1618267804" sldId="1167"/>
            <ac:grpSpMk id="11" creationId="{53EAD858-B883-D62B-7421-984C594A2AF1}"/>
          </ac:grpSpMkLst>
        </pc:grpChg>
        <pc:grpChg chg="del">
          <ac:chgData name="박수범" userId="3305dbaa-60c9-45ad-ab9f-58e93c3f4902" providerId="ADAL" clId="{DE935BC2-D512-4290-B21C-5A2D16D3AF79}" dt="2025-09-11T05:08:51.534" v="4476" actId="478"/>
          <ac:grpSpMkLst>
            <pc:docMk/>
            <pc:sldMk cId="1618267804" sldId="1167"/>
            <ac:grpSpMk id="22" creationId="{6019ED80-DD81-4190-F32A-778B9DFB1840}"/>
          </ac:grpSpMkLst>
        </pc:grpChg>
        <pc:grpChg chg="del">
          <ac:chgData name="박수범" userId="3305dbaa-60c9-45ad-ab9f-58e93c3f4902" providerId="ADAL" clId="{DE935BC2-D512-4290-B21C-5A2D16D3AF79}" dt="2025-09-11T05:08:51.534" v="4476" actId="478"/>
          <ac:grpSpMkLst>
            <pc:docMk/>
            <pc:sldMk cId="1618267804" sldId="1167"/>
            <ac:grpSpMk id="25" creationId="{98F3BAF0-E6F4-AE2E-014A-0D1423B6B0C4}"/>
          </ac:grpSpMkLst>
        </pc:grpChg>
      </pc:sldChg>
      <pc:sldChg chg="addSp delSp modSp add mod ord">
        <pc:chgData name="박수범" userId="3305dbaa-60c9-45ad-ab9f-58e93c3f4902" providerId="ADAL" clId="{DE935BC2-D512-4290-B21C-5A2D16D3AF79}" dt="2025-09-11T06:55:36.088" v="4577" actId="207"/>
        <pc:sldMkLst>
          <pc:docMk/>
          <pc:sldMk cId="2737295026" sldId="1168"/>
        </pc:sldMkLst>
        <pc:spChg chg="mod">
          <ac:chgData name="박수범" userId="3305dbaa-60c9-45ad-ab9f-58e93c3f4902" providerId="ADAL" clId="{DE935BC2-D512-4290-B21C-5A2D16D3AF79}" dt="2025-09-11T06:34:34.662" v="4491"/>
          <ac:spMkLst>
            <pc:docMk/>
            <pc:sldMk cId="2737295026" sldId="1168"/>
            <ac:spMk id="3" creationId="{2838774D-F430-E5BF-2109-4C3B50C73200}"/>
          </ac:spMkLst>
        </pc:spChg>
        <pc:spChg chg="mod">
          <ac:chgData name="박수범" userId="3305dbaa-60c9-45ad-ab9f-58e93c3f4902" providerId="ADAL" clId="{DE935BC2-D512-4290-B21C-5A2D16D3AF79}" dt="2025-09-11T06:34:38.980" v="4492"/>
          <ac:spMkLst>
            <pc:docMk/>
            <pc:sldMk cId="2737295026" sldId="1168"/>
            <ac:spMk id="4" creationId="{D4471535-B31A-C71B-D23A-7EA2B39E906F}"/>
          </ac:spMkLst>
        </pc:spChg>
        <pc:spChg chg="add mod">
          <ac:chgData name="박수범" userId="3305dbaa-60c9-45ad-ab9f-58e93c3f4902" providerId="ADAL" clId="{DE935BC2-D512-4290-B21C-5A2D16D3AF79}" dt="2025-09-11T06:43:42.115" v="4518" actId="1076"/>
          <ac:spMkLst>
            <pc:docMk/>
            <pc:sldMk cId="2737295026" sldId="1168"/>
            <ac:spMk id="16" creationId="{0A4EB3DC-002D-0205-A549-6FD1EFB55CA7}"/>
          </ac:spMkLst>
        </pc:spChg>
        <pc:spChg chg="mod">
          <ac:chgData name="박수범" userId="3305dbaa-60c9-45ad-ab9f-58e93c3f4902" providerId="ADAL" clId="{DE935BC2-D512-4290-B21C-5A2D16D3AF79}" dt="2025-09-11T06:44:58.880" v="4524"/>
          <ac:spMkLst>
            <pc:docMk/>
            <pc:sldMk cId="2737295026" sldId="1168"/>
            <ac:spMk id="18" creationId="{A4F889B1-6247-A84E-F7A9-B7B31EBCFBC5}"/>
          </ac:spMkLst>
        </pc:spChg>
        <pc:spChg chg="mod">
          <ac:chgData name="박수범" userId="3305dbaa-60c9-45ad-ab9f-58e93c3f4902" providerId="ADAL" clId="{DE935BC2-D512-4290-B21C-5A2D16D3AF79}" dt="2025-09-11T06:51:47.791" v="4567" actId="113"/>
          <ac:spMkLst>
            <pc:docMk/>
            <pc:sldMk cId="2737295026" sldId="1168"/>
            <ac:spMk id="19" creationId="{350FB907-4284-5730-FE14-8564B57E7ADB}"/>
          </ac:spMkLst>
        </pc:spChg>
        <pc:spChg chg="mod">
          <ac:chgData name="박수범" userId="3305dbaa-60c9-45ad-ab9f-58e93c3f4902" providerId="ADAL" clId="{DE935BC2-D512-4290-B21C-5A2D16D3AF79}" dt="2025-09-11T06:44:57.315" v="4523"/>
          <ac:spMkLst>
            <pc:docMk/>
            <pc:sldMk cId="2737295026" sldId="1168"/>
            <ac:spMk id="21" creationId="{A3EAE3E8-D20D-CE98-45A5-A0A3A61BA651}"/>
          </ac:spMkLst>
        </pc:spChg>
        <pc:spChg chg="mod">
          <ac:chgData name="박수범" userId="3305dbaa-60c9-45ad-ab9f-58e93c3f4902" providerId="ADAL" clId="{DE935BC2-D512-4290-B21C-5A2D16D3AF79}" dt="2025-09-11T06:55:36.088" v="4577" actId="207"/>
          <ac:spMkLst>
            <pc:docMk/>
            <pc:sldMk cId="2737295026" sldId="1168"/>
            <ac:spMk id="22" creationId="{426151F0-0F21-79AA-5A3D-91C890DC1619}"/>
          </ac:spMkLst>
        </pc:spChg>
        <pc:spChg chg="mod">
          <ac:chgData name="박수범" userId="3305dbaa-60c9-45ad-ab9f-58e93c3f4902" providerId="ADAL" clId="{DE935BC2-D512-4290-B21C-5A2D16D3AF79}" dt="2025-09-11T06:43:37.939" v="4516" actId="14100"/>
          <ac:spMkLst>
            <pc:docMk/>
            <pc:sldMk cId="2737295026" sldId="1168"/>
            <ac:spMk id="36" creationId="{0E748634-0102-BB59-444A-0ED2E7467195}"/>
          </ac:spMkLst>
        </pc:spChg>
        <pc:grpChg chg="del">
          <ac:chgData name="박수범" userId="3305dbaa-60c9-45ad-ab9f-58e93c3f4902" providerId="ADAL" clId="{DE935BC2-D512-4290-B21C-5A2D16D3AF79}" dt="2025-09-11T06:44:46.100" v="4519" actId="478"/>
          <ac:grpSpMkLst>
            <pc:docMk/>
            <pc:sldMk cId="2737295026" sldId="1168"/>
            <ac:grpSpMk id="11" creationId="{ADF39045-408A-3846-ECCE-B9A1466B8124}"/>
          </ac:grpSpMkLst>
        </pc:grpChg>
        <pc:grpChg chg="add mod">
          <ac:chgData name="박수범" userId="3305dbaa-60c9-45ad-ab9f-58e93c3f4902" providerId="ADAL" clId="{DE935BC2-D512-4290-B21C-5A2D16D3AF79}" dt="2025-09-11T06:44:58.880" v="4524"/>
          <ac:grpSpMkLst>
            <pc:docMk/>
            <pc:sldMk cId="2737295026" sldId="1168"/>
            <ac:grpSpMk id="17" creationId="{6DEFE923-FA39-FD95-5898-C74067181DD0}"/>
          </ac:grpSpMkLst>
        </pc:grpChg>
        <pc:grpChg chg="add mod">
          <ac:chgData name="박수범" userId="3305dbaa-60c9-45ad-ab9f-58e93c3f4902" providerId="ADAL" clId="{DE935BC2-D512-4290-B21C-5A2D16D3AF79}" dt="2025-09-11T06:44:57.315" v="4523"/>
          <ac:grpSpMkLst>
            <pc:docMk/>
            <pc:sldMk cId="2737295026" sldId="1168"/>
            <ac:grpSpMk id="20" creationId="{DC5BD924-7E44-6D1D-3AA6-F9761C3C3059}"/>
          </ac:grpSpMkLst>
        </pc:grpChg>
        <pc:picChg chg="add mod ord">
          <ac:chgData name="박수범" userId="3305dbaa-60c9-45ad-ab9f-58e93c3f4902" providerId="ADAL" clId="{DE935BC2-D512-4290-B21C-5A2D16D3AF79}" dt="2025-09-11T06:43:32.556" v="4514" actId="1076"/>
          <ac:picMkLst>
            <pc:docMk/>
            <pc:sldMk cId="2737295026" sldId="1168"/>
            <ac:picMk id="8" creationId="{8AF2A1BE-B0E2-8357-BBF8-7F68A6DB71DD}"/>
          </ac:picMkLst>
        </pc:picChg>
        <pc:picChg chg="del">
          <ac:chgData name="박수범" userId="3305dbaa-60c9-45ad-ab9f-58e93c3f4902" providerId="ADAL" clId="{DE935BC2-D512-4290-B21C-5A2D16D3AF79}" dt="2025-09-11T06:36:30.914" v="4493" actId="478"/>
          <ac:picMkLst>
            <pc:docMk/>
            <pc:sldMk cId="2737295026" sldId="1168"/>
            <ac:picMk id="10" creationId="{9C114BB2-5D00-EEC8-48DD-FE0C40677DDA}"/>
          </ac:picMkLst>
        </pc:picChg>
        <pc:picChg chg="add mod ord">
          <ac:chgData name="박수범" userId="3305dbaa-60c9-45ad-ab9f-58e93c3f4902" providerId="ADAL" clId="{DE935BC2-D512-4290-B21C-5A2D16D3AF79}" dt="2025-09-11T06:42:40.977" v="4512" actId="1582"/>
          <ac:picMkLst>
            <pc:docMk/>
            <pc:sldMk cId="2737295026" sldId="1168"/>
            <ac:picMk id="15" creationId="{894E380A-CA28-658C-2DB9-2E73F3CB10E7}"/>
          </ac:picMkLst>
        </pc:picChg>
      </pc:sldChg>
      <pc:sldChg chg="addSp delSp modSp add del mod">
        <pc:chgData name="박수범" userId="3305dbaa-60c9-45ad-ab9f-58e93c3f4902" providerId="ADAL" clId="{DE935BC2-D512-4290-B21C-5A2D16D3AF79}" dt="2025-09-11T08:05:25.532" v="4824"/>
        <pc:sldMkLst>
          <pc:docMk/>
          <pc:sldMk cId="1537305237" sldId="1169"/>
        </pc:sldMkLst>
        <pc:spChg chg="mod">
          <ac:chgData name="박수범" userId="3305dbaa-60c9-45ad-ab9f-58e93c3f4902" providerId="ADAL" clId="{DE935BC2-D512-4290-B21C-5A2D16D3AF79}" dt="2025-09-11T07:13:28.803" v="4775"/>
          <ac:spMkLst>
            <pc:docMk/>
            <pc:sldMk cId="1537305237" sldId="1169"/>
            <ac:spMk id="5" creationId="{F76812EA-D876-0443-B24B-D316E14AB44E}"/>
          </ac:spMkLst>
        </pc:spChg>
        <pc:spChg chg="mod">
          <ac:chgData name="박수범" userId="3305dbaa-60c9-45ad-ab9f-58e93c3f4902" providerId="ADAL" clId="{DE935BC2-D512-4290-B21C-5A2D16D3AF79}" dt="2025-09-11T07:13:33.965" v="4776"/>
          <ac:spMkLst>
            <pc:docMk/>
            <pc:sldMk cId="1537305237" sldId="1169"/>
            <ac:spMk id="6" creationId="{457CBFEF-786E-A953-557A-A4A29114A66E}"/>
          </ac:spMkLst>
        </pc:spChg>
        <pc:spChg chg="mod">
          <ac:chgData name="박수범" userId="3305dbaa-60c9-45ad-ab9f-58e93c3f4902" providerId="ADAL" clId="{DE935BC2-D512-4290-B21C-5A2D16D3AF79}" dt="2025-09-11T08:05:25.532" v="4824"/>
          <ac:spMkLst>
            <pc:docMk/>
            <pc:sldMk cId="1537305237" sldId="1169"/>
            <ac:spMk id="8" creationId="{D54B82C5-E943-1E5E-0481-AD2EC006287E}"/>
          </ac:spMkLst>
        </pc:spChg>
        <pc:spChg chg="mod">
          <ac:chgData name="박수범" userId="3305dbaa-60c9-45ad-ab9f-58e93c3f4902" providerId="ADAL" clId="{DE935BC2-D512-4290-B21C-5A2D16D3AF79}" dt="2025-09-11T07:58:16.586" v="4819" actId="20577"/>
          <ac:spMkLst>
            <pc:docMk/>
            <pc:sldMk cId="1537305237" sldId="1169"/>
            <ac:spMk id="9" creationId="{BABDEB1F-52F4-22A4-A8A9-041DE8C34363}"/>
          </ac:spMkLst>
        </pc:spChg>
        <pc:spChg chg="add del">
          <ac:chgData name="박수범" userId="3305dbaa-60c9-45ad-ab9f-58e93c3f4902" providerId="ADAL" clId="{DE935BC2-D512-4290-B21C-5A2D16D3AF79}" dt="2025-09-11T07:06:47.709" v="4727" actId="22"/>
          <ac:spMkLst>
            <pc:docMk/>
            <pc:sldMk cId="1537305237" sldId="1169"/>
            <ac:spMk id="10" creationId="{499DE11E-C347-3554-80E2-B924B8F0E7C9}"/>
          </ac:spMkLst>
        </pc:spChg>
        <pc:spChg chg="mod">
          <ac:chgData name="박수범" userId="3305dbaa-60c9-45ad-ab9f-58e93c3f4902" providerId="ADAL" clId="{DE935BC2-D512-4290-B21C-5A2D16D3AF79}" dt="2025-09-11T08:05:25.532" v="4824"/>
          <ac:spMkLst>
            <pc:docMk/>
            <pc:sldMk cId="1537305237" sldId="1169"/>
            <ac:spMk id="10" creationId="{F9B98BBD-1F7E-6E9F-11EC-E4C8F7948C88}"/>
          </ac:spMkLst>
        </pc:spChg>
        <pc:spChg chg="mod">
          <ac:chgData name="박수범" userId="3305dbaa-60c9-45ad-ab9f-58e93c3f4902" providerId="ADAL" clId="{DE935BC2-D512-4290-B21C-5A2D16D3AF79}" dt="2025-09-11T08:05:25.532" v="4824"/>
          <ac:spMkLst>
            <pc:docMk/>
            <pc:sldMk cId="1537305237" sldId="1169"/>
            <ac:spMk id="13" creationId="{5BB3DF9B-3E84-643E-3EA5-B39B6AAF3901}"/>
          </ac:spMkLst>
        </pc:spChg>
        <pc:spChg chg="mod">
          <ac:chgData name="박수범" userId="3305dbaa-60c9-45ad-ab9f-58e93c3f4902" providerId="ADAL" clId="{DE935BC2-D512-4290-B21C-5A2D16D3AF79}" dt="2025-09-11T08:05:25.532" v="4824"/>
          <ac:spMkLst>
            <pc:docMk/>
            <pc:sldMk cId="1537305237" sldId="1169"/>
            <ac:spMk id="14" creationId="{0AFA1BC3-11F0-8E41-C08A-3878C06E55FC}"/>
          </ac:spMkLst>
        </pc:spChg>
        <pc:spChg chg="mod">
          <ac:chgData name="박수범" userId="3305dbaa-60c9-45ad-ab9f-58e93c3f4902" providerId="ADAL" clId="{DE935BC2-D512-4290-B21C-5A2D16D3AF79}" dt="2025-09-11T07:19:57.450" v="4781" actId="14100"/>
          <ac:spMkLst>
            <pc:docMk/>
            <pc:sldMk cId="1537305237" sldId="1169"/>
            <ac:spMk id="16" creationId="{350E4299-EF37-1B4C-7F05-E56F359CB911}"/>
          </ac:spMkLst>
        </pc:spChg>
        <pc:spChg chg="mod">
          <ac:chgData name="박수범" userId="3305dbaa-60c9-45ad-ab9f-58e93c3f4902" providerId="ADAL" clId="{DE935BC2-D512-4290-B21C-5A2D16D3AF79}" dt="2025-09-11T07:07:59.871" v="4734"/>
          <ac:spMkLst>
            <pc:docMk/>
            <pc:sldMk cId="1537305237" sldId="1169"/>
            <ac:spMk id="18" creationId="{2BCDBD21-6308-7E24-7196-3785EEE26305}"/>
          </ac:spMkLst>
        </pc:spChg>
        <pc:spChg chg="mod">
          <ac:chgData name="박수범" userId="3305dbaa-60c9-45ad-ab9f-58e93c3f4902" providerId="ADAL" clId="{DE935BC2-D512-4290-B21C-5A2D16D3AF79}" dt="2025-09-11T07:18:09.611" v="4779" actId="20577"/>
          <ac:spMkLst>
            <pc:docMk/>
            <pc:sldMk cId="1537305237" sldId="1169"/>
            <ac:spMk id="19" creationId="{2740FDBA-A6A4-0DF3-7217-BEB5C1CFAEE6}"/>
          </ac:spMkLst>
        </pc:spChg>
        <pc:spChg chg="mod">
          <ac:chgData name="박수범" userId="3305dbaa-60c9-45ad-ab9f-58e93c3f4902" providerId="ADAL" clId="{DE935BC2-D512-4290-B21C-5A2D16D3AF79}" dt="2025-09-11T07:07:01.085" v="4730"/>
          <ac:spMkLst>
            <pc:docMk/>
            <pc:sldMk cId="1537305237" sldId="1169"/>
            <ac:spMk id="21" creationId="{4F8F7EEA-CC8E-CB9C-203E-BD4AD0EBE146}"/>
          </ac:spMkLst>
        </pc:spChg>
        <pc:spChg chg="mod">
          <ac:chgData name="박수범" userId="3305dbaa-60c9-45ad-ab9f-58e93c3f4902" providerId="ADAL" clId="{DE935BC2-D512-4290-B21C-5A2D16D3AF79}" dt="2025-09-11T07:18:07.843" v="4778" actId="20577"/>
          <ac:spMkLst>
            <pc:docMk/>
            <pc:sldMk cId="1537305237" sldId="1169"/>
            <ac:spMk id="22" creationId="{ECF93560-DC39-0182-2E64-21F21C3099E2}"/>
          </ac:spMkLst>
        </pc:spChg>
        <pc:spChg chg="del">
          <ac:chgData name="박수범" userId="3305dbaa-60c9-45ad-ab9f-58e93c3f4902" providerId="ADAL" clId="{DE935BC2-D512-4290-B21C-5A2D16D3AF79}" dt="2025-09-11T07:09:08.262" v="4764" actId="478"/>
          <ac:spMkLst>
            <pc:docMk/>
            <pc:sldMk cId="1537305237" sldId="1169"/>
            <ac:spMk id="36" creationId="{1ABEDBB1-59AE-4C80-E9A5-47B9D123DCFA}"/>
          </ac:spMkLst>
        </pc:spChg>
        <pc:grpChg chg="add mod">
          <ac:chgData name="박수범" userId="3305dbaa-60c9-45ad-ab9f-58e93c3f4902" providerId="ADAL" clId="{DE935BC2-D512-4290-B21C-5A2D16D3AF79}" dt="2025-09-11T08:05:25.532" v="4824"/>
          <ac:grpSpMkLst>
            <pc:docMk/>
            <pc:sldMk cId="1537305237" sldId="1169"/>
            <ac:grpSpMk id="7" creationId="{8A75FA1C-ED7A-CE1E-AFA1-43B294B65162}"/>
          </ac:grpSpMkLst>
        </pc:grpChg>
        <pc:grpChg chg="add mod">
          <ac:chgData name="박수범" userId="3305dbaa-60c9-45ad-ab9f-58e93c3f4902" providerId="ADAL" clId="{DE935BC2-D512-4290-B21C-5A2D16D3AF79}" dt="2025-09-11T08:05:25.532" v="4824"/>
          <ac:grpSpMkLst>
            <pc:docMk/>
            <pc:sldMk cId="1537305237" sldId="1169"/>
            <ac:grpSpMk id="12" creationId="{AAAC86B8-8FA9-7F0B-E9D0-66DDD2CEDDF9}"/>
          </ac:grpSpMkLst>
        </pc:grpChg>
        <pc:grpChg chg="del mod">
          <ac:chgData name="박수범" userId="3305dbaa-60c9-45ad-ab9f-58e93c3f4902" providerId="ADAL" clId="{DE935BC2-D512-4290-B21C-5A2D16D3AF79}" dt="2025-09-11T07:20:00.145" v="4783" actId="478"/>
          <ac:grpSpMkLst>
            <pc:docMk/>
            <pc:sldMk cId="1537305237" sldId="1169"/>
            <ac:grpSpMk id="17" creationId="{9FD3D6F2-6B81-7BF8-AE2B-F6A8809DCA8D}"/>
          </ac:grpSpMkLst>
        </pc:grpChg>
        <pc:grpChg chg="del mod">
          <ac:chgData name="박수범" userId="3305dbaa-60c9-45ad-ab9f-58e93c3f4902" providerId="ADAL" clId="{DE935BC2-D512-4290-B21C-5A2D16D3AF79}" dt="2025-09-11T07:19:59.289" v="4782" actId="478"/>
          <ac:grpSpMkLst>
            <pc:docMk/>
            <pc:sldMk cId="1537305237" sldId="1169"/>
            <ac:grpSpMk id="20" creationId="{B0D80F78-24BC-6120-E113-BB0D567B29EF}"/>
          </ac:grpSpMkLst>
        </pc:grpChg>
        <pc:picChg chg="del">
          <ac:chgData name="박수범" userId="3305dbaa-60c9-45ad-ab9f-58e93c3f4902" providerId="ADAL" clId="{DE935BC2-D512-4290-B21C-5A2D16D3AF79}" dt="2025-09-11T06:58:30.178" v="4583" actId="478"/>
          <ac:picMkLst>
            <pc:docMk/>
            <pc:sldMk cId="1537305237" sldId="1169"/>
            <ac:picMk id="8" creationId="{77DC70B7-8812-E6E8-B30E-67012510ACA3}"/>
          </ac:picMkLst>
        </pc:picChg>
        <pc:picChg chg="add mod ord">
          <ac:chgData name="박수범" userId="3305dbaa-60c9-45ad-ab9f-58e93c3f4902" providerId="ADAL" clId="{DE935BC2-D512-4290-B21C-5A2D16D3AF79}" dt="2025-09-11T07:08:51.818" v="4761" actId="1582"/>
          <ac:picMkLst>
            <pc:docMk/>
            <pc:sldMk cId="1537305237" sldId="1169"/>
            <ac:picMk id="11" creationId="{27861861-CBA7-20AA-A4FE-DACD87E3FD11}"/>
          </ac:picMkLst>
        </pc:picChg>
        <pc:picChg chg="del">
          <ac:chgData name="박수범" userId="3305dbaa-60c9-45ad-ab9f-58e93c3f4902" providerId="ADAL" clId="{DE935BC2-D512-4290-B21C-5A2D16D3AF79}" dt="2025-09-11T06:58:30.449" v="4584" actId="478"/>
          <ac:picMkLst>
            <pc:docMk/>
            <pc:sldMk cId="1537305237" sldId="1169"/>
            <ac:picMk id="15" creationId="{20BAFBE1-718C-C438-0161-E8FB9622E9D0}"/>
          </ac:picMkLst>
        </pc:picChg>
      </pc:sldChg>
      <pc:sldChg chg="addSp delSp modSp add mod ord">
        <pc:chgData name="박수범" userId="3305dbaa-60c9-45ad-ab9f-58e93c3f4902" providerId="ADAL" clId="{DE935BC2-D512-4290-B21C-5A2D16D3AF79}" dt="2025-09-11T07:08:40.434" v="4756" actId="478"/>
        <pc:sldMkLst>
          <pc:docMk/>
          <pc:sldMk cId="3114998893" sldId="1170"/>
        </pc:sldMkLst>
        <pc:spChg chg="mod">
          <ac:chgData name="박수범" userId="3305dbaa-60c9-45ad-ab9f-58e93c3f4902" providerId="ADAL" clId="{DE935BC2-D512-4290-B21C-5A2D16D3AF79}" dt="2025-09-11T07:05:37.294" v="4721" actId="20577"/>
          <ac:spMkLst>
            <pc:docMk/>
            <pc:sldMk cId="3114998893" sldId="1170"/>
            <ac:spMk id="9" creationId="{0AA2565D-49E6-F6B4-9870-8D7ABBDF46E1}"/>
          </ac:spMkLst>
        </pc:spChg>
        <pc:spChg chg="mod">
          <ac:chgData name="박수범" userId="3305dbaa-60c9-45ad-ab9f-58e93c3f4902" providerId="ADAL" clId="{DE935BC2-D512-4290-B21C-5A2D16D3AF79}" dt="2025-09-11T07:01:52.587" v="4596" actId="14100"/>
          <ac:spMkLst>
            <pc:docMk/>
            <pc:sldMk cId="3114998893" sldId="1170"/>
            <ac:spMk id="16" creationId="{3D2E0245-2CBE-A9BD-4FD4-04B912CF43B9}"/>
          </ac:spMkLst>
        </pc:spChg>
        <pc:spChg chg="mod">
          <ac:chgData name="박수범" userId="3305dbaa-60c9-45ad-ab9f-58e93c3f4902" providerId="ADAL" clId="{DE935BC2-D512-4290-B21C-5A2D16D3AF79}" dt="2025-09-11T07:04:58.919" v="4706"/>
          <ac:spMkLst>
            <pc:docMk/>
            <pc:sldMk cId="3114998893" sldId="1170"/>
            <ac:spMk id="18" creationId="{9BE1AFFF-A892-7A2E-A248-7C15FD5E9ADC}"/>
          </ac:spMkLst>
        </pc:spChg>
        <pc:spChg chg="mod">
          <ac:chgData name="박수범" userId="3305dbaa-60c9-45ad-ab9f-58e93c3f4902" providerId="ADAL" clId="{DE935BC2-D512-4290-B21C-5A2D16D3AF79}" dt="2025-09-11T07:05:09.403" v="4720" actId="207"/>
          <ac:spMkLst>
            <pc:docMk/>
            <pc:sldMk cId="3114998893" sldId="1170"/>
            <ac:spMk id="19" creationId="{0419EF59-CE68-24D6-B1B9-CEC7E0A87F20}"/>
          </ac:spMkLst>
        </pc:spChg>
        <pc:spChg chg="mod">
          <ac:chgData name="박수범" userId="3305dbaa-60c9-45ad-ab9f-58e93c3f4902" providerId="ADAL" clId="{DE935BC2-D512-4290-B21C-5A2D16D3AF79}" dt="2025-09-11T07:03:52.827" v="4597"/>
          <ac:spMkLst>
            <pc:docMk/>
            <pc:sldMk cId="3114998893" sldId="1170"/>
            <ac:spMk id="21" creationId="{ABDC2DC5-F240-8A30-3C6C-83452B63F6DC}"/>
          </ac:spMkLst>
        </pc:spChg>
        <pc:spChg chg="mod">
          <ac:chgData name="박수범" userId="3305dbaa-60c9-45ad-ab9f-58e93c3f4902" providerId="ADAL" clId="{DE935BC2-D512-4290-B21C-5A2D16D3AF79}" dt="2025-09-11T07:03:52.827" v="4597"/>
          <ac:spMkLst>
            <pc:docMk/>
            <pc:sldMk cId="3114998893" sldId="1170"/>
            <ac:spMk id="22" creationId="{7F589599-1721-8479-1B08-140510DA9F74}"/>
          </ac:spMkLst>
        </pc:spChg>
        <pc:spChg chg="del mod">
          <ac:chgData name="박수범" userId="3305dbaa-60c9-45ad-ab9f-58e93c3f4902" providerId="ADAL" clId="{DE935BC2-D512-4290-B21C-5A2D16D3AF79}" dt="2025-09-11T07:08:40.434" v="4756" actId="478"/>
          <ac:spMkLst>
            <pc:docMk/>
            <pc:sldMk cId="3114998893" sldId="1170"/>
            <ac:spMk id="36" creationId="{DF7C2F35-2394-4AAE-494D-B0E4D8BC2765}"/>
          </ac:spMkLst>
        </pc:spChg>
        <pc:grpChg chg="mod">
          <ac:chgData name="박수범" userId="3305dbaa-60c9-45ad-ab9f-58e93c3f4902" providerId="ADAL" clId="{DE935BC2-D512-4290-B21C-5A2D16D3AF79}" dt="2025-09-11T07:04:58.919" v="4706"/>
          <ac:grpSpMkLst>
            <pc:docMk/>
            <pc:sldMk cId="3114998893" sldId="1170"/>
            <ac:grpSpMk id="17" creationId="{CCDF4989-A267-9616-58AD-190CF685A213}"/>
          </ac:grpSpMkLst>
        </pc:grpChg>
        <pc:grpChg chg="mod">
          <ac:chgData name="박수범" userId="3305dbaa-60c9-45ad-ab9f-58e93c3f4902" providerId="ADAL" clId="{DE935BC2-D512-4290-B21C-5A2D16D3AF79}" dt="2025-09-11T07:03:57.153" v="4598" actId="1076"/>
          <ac:grpSpMkLst>
            <pc:docMk/>
            <pc:sldMk cId="3114998893" sldId="1170"/>
            <ac:grpSpMk id="20" creationId="{CBBF56F4-2E49-A611-C62A-1220158137DF}"/>
          </ac:grpSpMkLst>
        </pc:grpChg>
        <pc:picChg chg="del">
          <ac:chgData name="박수범" userId="3305dbaa-60c9-45ad-ab9f-58e93c3f4902" providerId="ADAL" clId="{DE935BC2-D512-4290-B21C-5A2D16D3AF79}" dt="2025-09-11T06:58:27.303" v="4580" actId="478"/>
          <ac:picMkLst>
            <pc:docMk/>
            <pc:sldMk cId="3114998893" sldId="1170"/>
            <ac:picMk id="8" creationId="{42D1CA7F-3FFA-420C-935A-4879BA7A27EB}"/>
          </ac:picMkLst>
        </pc:picChg>
        <pc:picChg chg="add mod ord">
          <ac:chgData name="박수범" userId="3305dbaa-60c9-45ad-ab9f-58e93c3f4902" providerId="ADAL" clId="{DE935BC2-D512-4290-B21C-5A2D16D3AF79}" dt="2025-09-11T07:01:45.833" v="4594" actId="167"/>
          <ac:picMkLst>
            <pc:docMk/>
            <pc:sldMk cId="3114998893" sldId="1170"/>
            <ac:picMk id="10" creationId="{81E7AD6D-666B-0B02-43FE-7E18BBAA50E5}"/>
          </ac:picMkLst>
        </pc:picChg>
        <pc:picChg chg="del">
          <ac:chgData name="박수범" userId="3305dbaa-60c9-45ad-ab9f-58e93c3f4902" providerId="ADAL" clId="{DE935BC2-D512-4290-B21C-5A2D16D3AF79}" dt="2025-09-11T06:58:28.536" v="4582" actId="478"/>
          <ac:picMkLst>
            <pc:docMk/>
            <pc:sldMk cId="3114998893" sldId="1170"/>
            <ac:picMk id="15" creationId="{1AB62D81-04F6-38A4-88DA-1BCC9A768F27}"/>
          </ac:picMkLst>
        </pc:picChg>
      </pc:sldChg>
      <pc:sldChg chg="addSp delSp modSp add mod">
        <pc:chgData name="박수범" userId="3305dbaa-60c9-45ad-ab9f-58e93c3f4902" providerId="ADAL" clId="{DE935BC2-D512-4290-B21C-5A2D16D3AF79}" dt="2025-09-11T07:09:38.686" v="4774" actId="14100"/>
        <pc:sldMkLst>
          <pc:docMk/>
          <pc:sldMk cId="1793888364" sldId="1171"/>
        </pc:sldMkLst>
        <pc:spChg chg="mod">
          <ac:chgData name="박수범" userId="3305dbaa-60c9-45ad-ab9f-58e93c3f4902" providerId="ADAL" clId="{DE935BC2-D512-4290-B21C-5A2D16D3AF79}" dt="2025-09-11T07:09:30.851" v="4771"/>
          <ac:spMkLst>
            <pc:docMk/>
            <pc:sldMk cId="1793888364" sldId="1171"/>
            <ac:spMk id="8" creationId="{D2F6B638-33B0-6421-DA60-870ECEC78F14}"/>
          </ac:spMkLst>
        </pc:spChg>
        <pc:spChg chg="mod">
          <ac:chgData name="박수범" userId="3305dbaa-60c9-45ad-ab9f-58e93c3f4902" providerId="ADAL" clId="{DE935BC2-D512-4290-B21C-5A2D16D3AF79}" dt="2025-09-11T07:09:30.851" v="4771"/>
          <ac:spMkLst>
            <pc:docMk/>
            <pc:sldMk cId="1793888364" sldId="1171"/>
            <ac:spMk id="11" creationId="{823BC7A3-E391-45CA-6160-6B9F830745BC}"/>
          </ac:spMkLst>
        </pc:spChg>
        <pc:spChg chg="mod">
          <ac:chgData name="박수범" userId="3305dbaa-60c9-45ad-ab9f-58e93c3f4902" providerId="ADAL" clId="{DE935BC2-D512-4290-B21C-5A2D16D3AF79}" dt="2025-09-11T07:09:30.851" v="4771"/>
          <ac:spMkLst>
            <pc:docMk/>
            <pc:sldMk cId="1793888364" sldId="1171"/>
            <ac:spMk id="13" creationId="{BE733445-30D8-D272-3A85-8ADCC902F9F0}"/>
          </ac:spMkLst>
        </pc:spChg>
        <pc:spChg chg="mod">
          <ac:chgData name="박수범" userId="3305dbaa-60c9-45ad-ab9f-58e93c3f4902" providerId="ADAL" clId="{DE935BC2-D512-4290-B21C-5A2D16D3AF79}" dt="2025-09-11T07:09:30.851" v="4771"/>
          <ac:spMkLst>
            <pc:docMk/>
            <pc:sldMk cId="1793888364" sldId="1171"/>
            <ac:spMk id="14" creationId="{632FF9C3-5778-CA0E-F43E-C84B4DB4683B}"/>
          </ac:spMkLst>
        </pc:spChg>
        <pc:spChg chg="mod">
          <ac:chgData name="박수범" userId="3305dbaa-60c9-45ad-ab9f-58e93c3f4902" providerId="ADAL" clId="{DE935BC2-D512-4290-B21C-5A2D16D3AF79}" dt="2025-09-11T07:09:38.686" v="4774" actId="14100"/>
          <ac:spMkLst>
            <pc:docMk/>
            <pc:sldMk cId="1793888364" sldId="1171"/>
            <ac:spMk id="16" creationId="{4A85BAA3-064A-1901-BF68-ADFAA1090349}"/>
          </ac:spMkLst>
        </pc:spChg>
        <pc:grpChg chg="add mod">
          <ac:chgData name="박수범" userId="3305dbaa-60c9-45ad-ab9f-58e93c3f4902" providerId="ADAL" clId="{DE935BC2-D512-4290-B21C-5A2D16D3AF79}" dt="2025-09-11T07:09:30.851" v="4771"/>
          <ac:grpSpMkLst>
            <pc:docMk/>
            <pc:sldMk cId="1793888364" sldId="1171"/>
            <ac:grpSpMk id="7" creationId="{B73BE3B4-2361-2257-F8C6-2379C0DED6F6}"/>
          </ac:grpSpMkLst>
        </pc:grpChg>
        <pc:grpChg chg="add mod">
          <ac:chgData name="박수범" userId="3305dbaa-60c9-45ad-ab9f-58e93c3f4902" providerId="ADAL" clId="{DE935BC2-D512-4290-B21C-5A2D16D3AF79}" dt="2025-09-11T07:09:30.851" v="4771"/>
          <ac:grpSpMkLst>
            <pc:docMk/>
            <pc:sldMk cId="1793888364" sldId="1171"/>
            <ac:grpSpMk id="12" creationId="{86F6EE94-9A82-D842-4CAF-D2A8ED961BC0}"/>
          </ac:grpSpMkLst>
        </pc:grpChg>
        <pc:grpChg chg="del">
          <ac:chgData name="박수범" userId="3305dbaa-60c9-45ad-ab9f-58e93c3f4902" providerId="ADAL" clId="{DE935BC2-D512-4290-B21C-5A2D16D3AF79}" dt="2025-09-11T07:09:30.429" v="4770" actId="478"/>
          <ac:grpSpMkLst>
            <pc:docMk/>
            <pc:sldMk cId="1793888364" sldId="1171"/>
            <ac:grpSpMk id="17" creationId="{6BD54771-9F73-A63C-1EDC-22218EE8DB51}"/>
          </ac:grpSpMkLst>
        </pc:grpChg>
        <pc:grpChg chg="del">
          <ac:chgData name="박수범" userId="3305dbaa-60c9-45ad-ab9f-58e93c3f4902" providerId="ADAL" clId="{DE935BC2-D512-4290-B21C-5A2D16D3AF79}" dt="2025-09-11T07:09:30.429" v="4770" actId="478"/>
          <ac:grpSpMkLst>
            <pc:docMk/>
            <pc:sldMk cId="1793888364" sldId="1171"/>
            <ac:grpSpMk id="20" creationId="{96BA5602-5AFF-B64D-75AB-359ED1590030}"/>
          </ac:grpSpMkLst>
        </pc:grpChg>
      </pc:sldChg>
      <pc:sldChg chg="add del">
        <pc:chgData name="박수범" userId="3305dbaa-60c9-45ad-ab9f-58e93c3f4902" providerId="ADAL" clId="{DE935BC2-D512-4290-B21C-5A2D16D3AF79}" dt="2025-09-11T07:09:17.421" v="4767"/>
        <pc:sldMkLst>
          <pc:docMk/>
          <pc:sldMk cId="2122549444" sldId="1171"/>
        </pc:sldMkLst>
      </pc:sldChg>
      <pc:sldChg chg="addSp delSp modSp add mod">
        <pc:chgData name="박수범" userId="3305dbaa-60c9-45ad-ab9f-58e93c3f4902" providerId="ADAL" clId="{DE935BC2-D512-4290-B21C-5A2D16D3AF79}" dt="2025-09-11T08:19:47.380" v="4853"/>
        <pc:sldMkLst>
          <pc:docMk/>
          <pc:sldMk cId="735961431" sldId="1172"/>
        </pc:sldMkLst>
        <pc:spChg chg="mod">
          <ac:chgData name="박수범" userId="3305dbaa-60c9-45ad-ab9f-58e93c3f4902" providerId="ADAL" clId="{DE935BC2-D512-4290-B21C-5A2D16D3AF79}" dt="2025-09-11T08:04:00.366" v="4821"/>
          <ac:spMkLst>
            <pc:docMk/>
            <pc:sldMk cId="735961431" sldId="1172"/>
            <ac:spMk id="3" creationId="{DEAB1FC4-2ADB-D0F6-DE98-2D0D079391C7}"/>
          </ac:spMkLst>
        </pc:spChg>
        <pc:spChg chg="mod">
          <ac:chgData name="박수범" userId="3305dbaa-60c9-45ad-ab9f-58e93c3f4902" providerId="ADAL" clId="{DE935BC2-D512-4290-B21C-5A2D16D3AF79}" dt="2025-09-11T08:04:05.173" v="4822"/>
          <ac:spMkLst>
            <pc:docMk/>
            <pc:sldMk cId="735961431" sldId="1172"/>
            <ac:spMk id="4" creationId="{75885EEE-0936-6A3A-358D-A8DE8550B321}"/>
          </ac:spMkLst>
        </pc:spChg>
        <pc:spChg chg="mod">
          <ac:chgData name="박수범" userId="3305dbaa-60c9-45ad-ab9f-58e93c3f4902" providerId="ADAL" clId="{DE935BC2-D512-4290-B21C-5A2D16D3AF79}" dt="2025-09-11T08:19:47.380" v="4853"/>
          <ac:spMkLst>
            <pc:docMk/>
            <pc:sldMk cId="735961431" sldId="1172"/>
            <ac:spMk id="5" creationId="{5CFCFBA8-FC10-0960-A5B7-86D52BA541D9}"/>
          </ac:spMkLst>
        </pc:spChg>
        <pc:spChg chg="mod">
          <ac:chgData name="박수범" userId="3305dbaa-60c9-45ad-ab9f-58e93c3f4902" providerId="ADAL" clId="{DE935BC2-D512-4290-B21C-5A2D16D3AF79}" dt="2025-09-11T08:05:30.962" v="4825"/>
          <ac:spMkLst>
            <pc:docMk/>
            <pc:sldMk cId="735961431" sldId="1172"/>
            <ac:spMk id="8" creationId="{02354742-86BC-8788-76D1-1BC2F6B27ED4}"/>
          </ac:spMkLst>
        </pc:spChg>
        <pc:spChg chg="del">
          <ac:chgData name="박수범" userId="3305dbaa-60c9-45ad-ab9f-58e93c3f4902" providerId="ADAL" clId="{DE935BC2-D512-4290-B21C-5A2D16D3AF79}" dt="2025-09-11T08:18:56.515" v="4838" actId="478"/>
          <ac:spMkLst>
            <pc:docMk/>
            <pc:sldMk cId="735961431" sldId="1172"/>
            <ac:spMk id="9" creationId="{65ED9F46-B97B-069E-46A6-F756BB939905}"/>
          </ac:spMkLst>
        </pc:spChg>
        <pc:spChg chg="mod">
          <ac:chgData name="박수범" userId="3305dbaa-60c9-45ad-ab9f-58e93c3f4902" providerId="ADAL" clId="{DE935BC2-D512-4290-B21C-5A2D16D3AF79}" dt="2025-09-11T08:05:30.962" v="4825"/>
          <ac:spMkLst>
            <pc:docMk/>
            <pc:sldMk cId="735961431" sldId="1172"/>
            <ac:spMk id="10" creationId="{AAD44F2B-907A-0883-8812-523D8251E699}"/>
          </ac:spMkLst>
        </pc:spChg>
        <pc:spChg chg="mod">
          <ac:chgData name="박수범" userId="3305dbaa-60c9-45ad-ab9f-58e93c3f4902" providerId="ADAL" clId="{DE935BC2-D512-4290-B21C-5A2D16D3AF79}" dt="2025-09-11T08:05:30.962" v="4825"/>
          <ac:spMkLst>
            <pc:docMk/>
            <pc:sldMk cId="735961431" sldId="1172"/>
            <ac:spMk id="13" creationId="{58ADF330-9329-72CD-9657-00EDA2C06108}"/>
          </ac:spMkLst>
        </pc:spChg>
        <pc:spChg chg="mod">
          <ac:chgData name="박수범" userId="3305dbaa-60c9-45ad-ab9f-58e93c3f4902" providerId="ADAL" clId="{DE935BC2-D512-4290-B21C-5A2D16D3AF79}" dt="2025-09-11T08:05:30.962" v="4825"/>
          <ac:spMkLst>
            <pc:docMk/>
            <pc:sldMk cId="735961431" sldId="1172"/>
            <ac:spMk id="14" creationId="{D851AFE2-7A33-A746-288A-539CF6261C61}"/>
          </ac:spMkLst>
        </pc:spChg>
        <pc:spChg chg="mod">
          <ac:chgData name="박수범" userId="3305dbaa-60c9-45ad-ab9f-58e93c3f4902" providerId="ADAL" clId="{DE935BC2-D512-4290-B21C-5A2D16D3AF79}" dt="2025-09-11T08:18:34.629" v="4835" actId="14100"/>
          <ac:spMkLst>
            <pc:docMk/>
            <pc:sldMk cId="735961431" sldId="1172"/>
            <ac:spMk id="16" creationId="{3CE4915B-9DFC-821E-8B0B-E5F870E22D25}"/>
          </ac:spMkLst>
        </pc:spChg>
        <pc:spChg chg="add mod">
          <ac:chgData name="박수범" userId="3305dbaa-60c9-45ad-ab9f-58e93c3f4902" providerId="ADAL" clId="{DE935BC2-D512-4290-B21C-5A2D16D3AF79}" dt="2025-09-11T08:18:54.524" v="4837"/>
          <ac:spMkLst>
            <pc:docMk/>
            <pc:sldMk cId="735961431" sldId="1172"/>
            <ac:spMk id="18" creationId="{7DCF0DA6-25D6-95DF-993F-67865BEFD8F9}"/>
          </ac:spMkLst>
        </pc:spChg>
        <pc:spChg chg="mod">
          <ac:chgData name="박수범" userId="3305dbaa-60c9-45ad-ab9f-58e93c3f4902" providerId="ADAL" clId="{DE935BC2-D512-4290-B21C-5A2D16D3AF79}" dt="2025-09-11T08:18:53.950" v="4836"/>
          <ac:spMkLst>
            <pc:docMk/>
            <pc:sldMk cId="735961431" sldId="1172"/>
            <ac:spMk id="20" creationId="{68E3BCD4-F112-D20D-EAE7-F9D1674CEA1C}"/>
          </ac:spMkLst>
        </pc:spChg>
        <pc:spChg chg="mod">
          <ac:chgData name="박수범" userId="3305dbaa-60c9-45ad-ab9f-58e93c3f4902" providerId="ADAL" clId="{DE935BC2-D512-4290-B21C-5A2D16D3AF79}" dt="2025-09-11T08:18:53.950" v="4836"/>
          <ac:spMkLst>
            <pc:docMk/>
            <pc:sldMk cId="735961431" sldId="1172"/>
            <ac:spMk id="21" creationId="{358CF63A-56FA-695E-C4F5-A8AF2DC67693}"/>
          </ac:spMkLst>
        </pc:spChg>
        <pc:spChg chg="add del mod">
          <ac:chgData name="박수범" userId="3305dbaa-60c9-45ad-ab9f-58e93c3f4902" providerId="ADAL" clId="{DE935BC2-D512-4290-B21C-5A2D16D3AF79}" dt="2025-09-11T08:18:58.474" v="4841" actId="478"/>
          <ac:spMkLst>
            <pc:docMk/>
            <pc:sldMk cId="735961431" sldId="1172"/>
            <ac:spMk id="23" creationId="{6937B240-7276-21BB-0AC6-0D5CB8906911}"/>
          </ac:spMkLst>
        </pc:spChg>
        <pc:spChg chg="add mod">
          <ac:chgData name="박수범" userId="3305dbaa-60c9-45ad-ab9f-58e93c3f4902" providerId="ADAL" clId="{DE935BC2-D512-4290-B21C-5A2D16D3AF79}" dt="2025-09-11T08:18:57.282" v="4840"/>
          <ac:spMkLst>
            <pc:docMk/>
            <pc:sldMk cId="735961431" sldId="1172"/>
            <ac:spMk id="24" creationId="{DF7285F1-E577-12B5-3856-7C0357CA72E4}"/>
          </ac:spMkLst>
        </pc:spChg>
        <pc:spChg chg="mod">
          <ac:chgData name="박수범" userId="3305dbaa-60c9-45ad-ab9f-58e93c3f4902" providerId="ADAL" clId="{DE935BC2-D512-4290-B21C-5A2D16D3AF79}" dt="2025-09-11T08:18:56.793" v="4839"/>
          <ac:spMkLst>
            <pc:docMk/>
            <pc:sldMk cId="735961431" sldId="1172"/>
            <ac:spMk id="26" creationId="{63415A87-AFD2-8197-13B6-39914288633E}"/>
          </ac:spMkLst>
        </pc:spChg>
        <pc:spChg chg="mod">
          <ac:chgData name="박수범" userId="3305dbaa-60c9-45ad-ab9f-58e93c3f4902" providerId="ADAL" clId="{DE935BC2-D512-4290-B21C-5A2D16D3AF79}" dt="2025-09-11T08:18:56.793" v="4839"/>
          <ac:spMkLst>
            <pc:docMk/>
            <pc:sldMk cId="735961431" sldId="1172"/>
            <ac:spMk id="27" creationId="{E9FD382E-D5F2-B2FB-44A5-9F49AC483264}"/>
          </ac:spMkLst>
        </pc:spChg>
        <pc:spChg chg="add mod">
          <ac:chgData name="박수범" userId="3305dbaa-60c9-45ad-ab9f-58e93c3f4902" providerId="ADAL" clId="{DE935BC2-D512-4290-B21C-5A2D16D3AF79}" dt="2025-09-11T08:18:58.652" v="4842"/>
          <ac:spMkLst>
            <pc:docMk/>
            <pc:sldMk cId="735961431" sldId="1172"/>
            <ac:spMk id="28" creationId="{D0C89386-40F1-E3EF-0F0F-7BCC730A0ED0}"/>
          </ac:spMkLst>
        </pc:spChg>
        <pc:spChg chg="mod">
          <ac:chgData name="박수범" userId="3305dbaa-60c9-45ad-ab9f-58e93c3f4902" providerId="ADAL" clId="{DE935BC2-D512-4290-B21C-5A2D16D3AF79}" dt="2025-09-11T08:19:26.364" v="4846"/>
          <ac:spMkLst>
            <pc:docMk/>
            <pc:sldMk cId="735961431" sldId="1172"/>
            <ac:spMk id="30" creationId="{6C2C36EF-862B-6313-7BAA-8D1FD76BD2E9}"/>
          </ac:spMkLst>
        </pc:spChg>
        <pc:spChg chg="mod">
          <ac:chgData name="박수범" userId="3305dbaa-60c9-45ad-ab9f-58e93c3f4902" providerId="ADAL" clId="{DE935BC2-D512-4290-B21C-5A2D16D3AF79}" dt="2025-09-11T08:19:37.602" v="4852" actId="20577"/>
          <ac:spMkLst>
            <pc:docMk/>
            <pc:sldMk cId="735961431" sldId="1172"/>
            <ac:spMk id="31" creationId="{994D5093-2E90-B165-17D2-5AA95CFBA8EE}"/>
          </ac:spMkLst>
        </pc:spChg>
        <pc:grpChg chg="add del mod">
          <ac:chgData name="박수범" userId="3305dbaa-60c9-45ad-ab9f-58e93c3f4902" providerId="ADAL" clId="{DE935BC2-D512-4290-B21C-5A2D16D3AF79}" dt="2025-09-11T08:19:07.080" v="4844" actId="478"/>
          <ac:grpSpMkLst>
            <pc:docMk/>
            <pc:sldMk cId="735961431" sldId="1172"/>
            <ac:grpSpMk id="7" creationId="{C7992807-F507-F669-5F24-5A45E530DA7B}"/>
          </ac:grpSpMkLst>
        </pc:grpChg>
        <pc:grpChg chg="add del mod">
          <ac:chgData name="박수범" userId="3305dbaa-60c9-45ad-ab9f-58e93c3f4902" providerId="ADAL" clId="{DE935BC2-D512-4290-B21C-5A2D16D3AF79}" dt="2025-09-11T08:19:04.577" v="4843" actId="478"/>
          <ac:grpSpMkLst>
            <pc:docMk/>
            <pc:sldMk cId="735961431" sldId="1172"/>
            <ac:grpSpMk id="12" creationId="{24EDC310-22BE-767E-279D-8C10CCFAB1D3}"/>
          </ac:grpSpMkLst>
        </pc:grpChg>
        <pc:grpChg chg="add mod">
          <ac:chgData name="박수범" userId="3305dbaa-60c9-45ad-ab9f-58e93c3f4902" providerId="ADAL" clId="{DE935BC2-D512-4290-B21C-5A2D16D3AF79}" dt="2025-09-11T08:18:53.950" v="4836"/>
          <ac:grpSpMkLst>
            <pc:docMk/>
            <pc:sldMk cId="735961431" sldId="1172"/>
            <ac:grpSpMk id="19" creationId="{EF568F7D-064D-E39D-1310-1C2E0D46B980}"/>
          </ac:grpSpMkLst>
        </pc:grpChg>
        <pc:grpChg chg="add mod">
          <ac:chgData name="박수범" userId="3305dbaa-60c9-45ad-ab9f-58e93c3f4902" providerId="ADAL" clId="{DE935BC2-D512-4290-B21C-5A2D16D3AF79}" dt="2025-09-11T08:18:56.793" v="4839"/>
          <ac:grpSpMkLst>
            <pc:docMk/>
            <pc:sldMk cId="735961431" sldId="1172"/>
            <ac:grpSpMk id="25" creationId="{64DE8267-0E22-A26A-DD60-5DB9D9D2C3C4}"/>
          </ac:grpSpMkLst>
        </pc:grpChg>
        <pc:grpChg chg="add mod">
          <ac:chgData name="박수범" userId="3305dbaa-60c9-45ad-ab9f-58e93c3f4902" providerId="ADAL" clId="{DE935BC2-D512-4290-B21C-5A2D16D3AF79}" dt="2025-09-11T08:19:26.364" v="4846"/>
          <ac:grpSpMkLst>
            <pc:docMk/>
            <pc:sldMk cId="735961431" sldId="1172"/>
            <ac:grpSpMk id="29" creationId="{6499020A-914E-1A34-867C-178B12FE62F2}"/>
          </ac:grpSpMkLst>
        </pc:grpChg>
        <pc:picChg chg="del">
          <ac:chgData name="박수범" userId="3305dbaa-60c9-45ad-ab9f-58e93c3f4902" providerId="ADAL" clId="{DE935BC2-D512-4290-B21C-5A2D16D3AF79}" dt="2025-09-11T08:05:17.842" v="4823" actId="478"/>
          <ac:picMkLst>
            <pc:docMk/>
            <pc:sldMk cId="735961431" sldId="1172"/>
            <ac:picMk id="11" creationId="{9E4494BB-B208-07D3-00FC-B0276F4660B1}"/>
          </ac:picMkLst>
        </pc:picChg>
        <pc:picChg chg="add mod ord">
          <ac:chgData name="박수범" userId="3305dbaa-60c9-45ad-ab9f-58e93c3f4902" providerId="ADAL" clId="{DE935BC2-D512-4290-B21C-5A2D16D3AF79}" dt="2025-09-11T08:18:25.194" v="4833" actId="167"/>
          <ac:picMkLst>
            <pc:docMk/>
            <pc:sldMk cId="735961431" sldId="1172"/>
            <ac:picMk id="17" creationId="{CE9E6F06-B2D7-B29C-A4D9-1CD3AD784BBE}"/>
          </ac:picMkLst>
        </pc:picChg>
      </pc:sldChg>
      <pc:sldChg chg="addSp delSp modSp add mod">
        <pc:chgData name="박수범" userId="3305dbaa-60c9-45ad-ab9f-58e93c3f4902" providerId="ADAL" clId="{DE935BC2-D512-4290-B21C-5A2D16D3AF79}" dt="2025-09-11T08:33:36.832" v="4945"/>
        <pc:sldMkLst>
          <pc:docMk/>
          <pc:sldMk cId="2148686114" sldId="1173"/>
        </pc:sldMkLst>
        <pc:spChg chg="add del mod">
          <ac:chgData name="박수범" userId="3305dbaa-60c9-45ad-ab9f-58e93c3f4902" providerId="ADAL" clId="{DE935BC2-D512-4290-B21C-5A2D16D3AF79}" dt="2025-09-11T08:30:43.986" v="4874" actId="478"/>
          <ac:spMkLst>
            <pc:docMk/>
            <pc:sldMk cId="2148686114" sldId="1173"/>
            <ac:spMk id="9" creationId="{518DFACC-22F0-4C29-97D9-7724E01AF0DB}"/>
          </ac:spMkLst>
        </pc:spChg>
        <pc:spChg chg="add del mod">
          <ac:chgData name="박수범" userId="3305dbaa-60c9-45ad-ab9f-58e93c3f4902" providerId="ADAL" clId="{DE935BC2-D512-4290-B21C-5A2D16D3AF79}" dt="2025-09-11T08:30:44.482" v="4875" actId="478"/>
          <ac:spMkLst>
            <pc:docMk/>
            <pc:sldMk cId="2148686114" sldId="1173"/>
            <ac:spMk id="10" creationId="{441EB956-A382-86BD-E9DB-00D677C3574A}"/>
          </ac:spMkLst>
        </pc:spChg>
        <pc:spChg chg="add mod">
          <ac:chgData name="박수범" userId="3305dbaa-60c9-45ad-ab9f-58e93c3f4902" providerId="ADAL" clId="{DE935BC2-D512-4290-B21C-5A2D16D3AF79}" dt="2025-09-11T08:30:36.351" v="4869" actId="14100"/>
          <ac:spMkLst>
            <pc:docMk/>
            <pc:sldMk cId="2148686114" sldId="1173"/>
            <ac:spMk id="11" creationId="{5016E007-7597-0E43-45A8-95472727C766}"/>
          </ac:spMkLst>
        </pc:spChg>
        <pc:spChg chg="add mod">
          <ac:chgData name="박수범" userId="3305dbaa-60c9-45ad-ab9f-58e93c3f4902" providerId="ADAL" clId="{DE935BC2-D512-4290-B21C-5A2D16D3AF79}" dt="2025-09-11T08:30:42.002" v="4873" actId="1076"/>
          <ac:spMkLst>
            <pc:docMk/>
            <pc:sldMk cId="2148686114" sldId="1173"/>
            <ac:spMk id="12" creationId="{690206ED-7D66-1E2F-1525-D8BCC59DF299}"/>
          </ac:spMkLst>
        </pc:spChg>
        <pc:spChg chg="add mod">
          <ac:chgData name="박수범" userId="3305dbaa-60c9-45ad-ab9f-58e93c3f4902" providerId="ADAL" clId="{DE935BC2-D512-4290-B21C-5A2D16D3AF79}" dt="2025-09-11T08:30:50.841" v="4878" actId="1076"/>
          <ac:spMkLst>
            <pc:docMk/>
            <pc:sldMk cId="2148686114" sldId="1173"/>
            <ac:spMk id="13" creationId="{8F9BBE60-DDF9-B595-8B59-C01ACA38850D}"/>
          </ac:spMkLst>
        </pc:spChg>
        <pc:spChg chg="del mod">
          <ac:chgData name="박수범" userId="3305dbaa-60c9-45ad-ab9f-58e93c3f4902" providerId="ADAL" clId="{DE935BC2-D512-4290-B21C-5A2D16D3AF79}" dt="2025-09-11T08:30:45.147" v="4876" actId="478"/>
          <ac:spMkLst>
            <pc:docMk/>
            <pc:sldMk cId="2148686114" sldId="1173"/>
            <ac:spMk id="16" creationId="{0DFD2A82-5037-7B57-B9AF-A0E4D33BB573}"/>
          </ac:spMkLst>
        </pc:spChg>
        <pc:spChg chg="mod">
          <ac:chgData name="박수범" userId="3305dbaa-60c9-45ad-ab9f-58e93c3f4902" providerId="ADAL" clId="{DE935BC2-D512-4290-B21C-5A2D16D3AF79}" dt="2025-09-11T08:32:58.545" v="4916" actId="20577"/>
          <ac:spMkLst>
            <pc:docMk/>
            <pc:sldMk cId="2148686114" sldId="1173"/>
            <ac:spMk id="28" creationId="{37E9E893-E172-810F-BFC2-1D226EC49929}"/>
          </ac:spMkLst>
        </pc:spChg>
        <pc:spChg chg="mod">
          <ac:chgData name="박수범" userId="3305dbaa-60c9-45ad-ab9f-58e93c3f4902" providerId="ADAL" clId="{DE935BC2-D512-4290-B21C-5A2D16D3AF79}" dt="2025-09-11T08:33:10.770" v="4917"/>
          <ac:spMkLst>
            <pc:docMk/>
            <pc:sldMk cId="2148686114" sldId="1173"/>
            <ac:spMk id="30" creationId="{7E37DC33-ED5D-2340-6465-CE90E3F71E49}"/>
          </ac:spMkLst>
        </pc:spChg>
        <pc:spChg chg="mod">
          <ac:chgData name="박수범" userId="3305dbaa-60c9-45ad-ab9f-58e93c3f4902" providerId="ADAL" clId="{DE935BC2-D512-4290-B21C-5A2D16D3AF79}" dt="2025-09-11T08:33:36.832" v="4945"/>
          <ac:spMkLst>
            <pc:docMk/>
            <pc:sldMk cId="2148686114" sldId="1173"/>
            <ac:spMk id="31" creationId="{A7EDBE45-7C8D-A4F2-4E1D-CF149FDE2E4C}"/>
          </ac:spMkLst>
        </pc:spChg>
        <pc:grpChg chg="mod">
          <ac:chgData name="박수범" userId="3305dbaa-60c9-45ad-ab9f-58e93c3f4902" providerId="ADAL" clId="{DE935BC2-D512-4290-B21C-5A2D16D3AF79}" dt="2025-09-11T08:33:10.770" v="4917"/>
          <ac:grpSpMkLst>
            <pc:docMk/>
            <pc:sldMk cId="2148686114" sldId="1173"/>
            <ac:grpSpMk id="29" creationId="{7C440AC4-ACF1-86D8-E2BC-4DBF97C777F9}"/>
          </ac:grpSpMkLst>
        </pc:grpChg>
        <pc:picChg chg="add mod ord">
          <ac:chgData name="박수범" userId="3305dbaa-60c9-45ad-ab9f-58e93c3f4902" providerId="ADAL" clId="{DE935BC2-D512-4290-B21C-5A2D16D3AF79}" dt="2025-09-11T08:30:37.802" v="4871" actId="1076"/>
          <ac:picMkLst>
            <pc:docMk/>
            <pc:sldMk cId="2148686114" sldId="1173"/>
            <ac:picMk id="8" creationId="{C0832DF1-200E-F2D2-BB4C-A20C30C72089}"/>
          </ac:picMkLst>
        </pc:picChg>
        <pc:picChg chg="del">
          <ac:chgData name="박수범" userId="3305dbaa-60c9-45ad-ab9f-58e93c3f4902" providerId="ADAL" clId="{DE935BC2-D512-4290-B21C-5A2D16D3AF79}" dt="2025-09-11T08:30:07.992" v="4855" actId="478"/>
          <ac:picMkLst>
            <pc:docMk/>
            <pc:sldMk cId="2148686114" sldId="1173"/>
            <ac:picMk id="17" creationId="{797D1B4B-20AA-5B32-DD0C-986B4C8D307F}"/>
          </ac:picMkLst>
        </pc:picChg>
      </pc:sldChg>
      <pc:sldChg chg="addSp delSp modSp add mod">
        <pc:chgData name="박수범" userId="3305dbaa-60c9-45ad-ab9f-58e93c3f4902" providerId="ADAL" clId="{DE935BC2-D512-4290-B21C-5A2D16D3AF79}" dt="2025-09-11T09:07:10.195" v="5074"/>
        <pc:sldMkLst>
          <pc:docMk/>
          <pc:sldMk cId="1096143004" sldId="1174"/>
        </pc:sldMkLst>
        <pc:spChg chg="mod">
          <ac:chgData name="박수범" userId="3305dbaa-60c9-45ad-ab9f-58e93c3f4902" providerId="ADAL" clId="{DE935BC2-D512-4290-B21C-5A2D16D3AF79}" dt="2025-09-11T08:36:11.699" v="4948"/>
          <ac:spMkLst>
            <pc:docMk/>
            <pc:sldMk cId="1096143004" sldId="1174"/>
            <ac:spMk id="3" creationId="{46E4430F-3F0A-A71A-49C4-7024BBF7532B}"/>
          </ac:spMkLst>
        </pc:spChg>
        <pc:spChg chg="mod">
          <ac:chgData name="박수범" userId="3305dbaa-60c9-45ad-ab9f-58e93c3f4902" providerId="ADAL" clId="{DE935BC2-D512-4290-B21C-5A2D16D3AF79}" dt="2025-09-11T08:36:03.525" v="4947"/>
          <ac:spMkLst>
            <pc:docMk/>
            <pc:sldMk cId="1096143004" sldId="1174"/>
            <ac:spMk id="4" creationId="{A5C8520D-0604-C19E-22CC-E6CB2060AFF4}"/>
          </ac:spMkLst>
        </pc:spChg>
        <pc:spChg chg="mod">
          <ac:chgData name="박수범" userId="3305dbaa-60c9-45ad-ab9f-58e93c3f4902" providerId="ADAL" clId="{DE935BC2-D512-4290-B21C-5A2D16D3AF79}" dt="2025-09-11T08:49:05.514" v="4971"/>
          <ac:spMkLst>
            <pc:docMk/>
            <pc:sldMk cId="1096143004" sldId="1174"/>
            <ac:spMk id="5" creationId="{3D81B45A-616C-0ADA-8EB7-75CF4105B379}"/>
          </ac:spMkLst>
        </pc:spChg>
        <pc:spChg chg="mod">
          <ac:chgData name="박수범" userId="3305dbaa-60c9-45ad-ab9f-58e93c3f4902" providerId="ADAL" clId="{DE935BC2-D512-4290-B21C-5A2D16D3AF79}" dt="2025-09-11T09:07:10.195" v="5074"/>
          <ac:spMkLst>
            <pc:docMk/>
            <pc:sldMk cId="1096143004" sldId="1174"/>
            <ac:spMk id="6" creationId="{645D98FE-5A17-5D1F-A140-403BE5A64D87}"/>
          </ac:spMkLst>
        </pc:spChg>
        <pc:spChg chg="add del">
          <ac:chgData name="박수범" userId="3305dbaa-60c9-45ad-ab9f-58e93c3f4902" providerId="ADAL" clId="{DE935BC2-D512-4290-B21C-5A2D16D3AF79}" dt="2025-09-11T08:42:05.487" v="4963" actId="478"/>
          <ac:spMkLst>
            <pc:docMk/>
            <pc:sldMk cId="1096143004" sldId="1174"/>
            <ac:spMk id="11" creationId="{C38AB1D9-6DAE-584A-4E93-DB76FD3080FB}"/>
          </ac:spMkLst>
        </pc:spChg>
        <pc:spChg chg="del">
          <ac:chgData name="박수범" userId="3305dbaa-60c9-45ad-ab9f-58e93c3f4902" providerId="ADAL" clId="{DE935BC2-D512-4290-B21C-5A2D16D3AF79}" dt="2025-09-11T08:42:00.521" v="4960" actId="478"/>
          <ac:spMkLst>
            <pc:docMk/>
            <pc:sldMk cId="1096143004" sldId="1174"/>
            <ac:spMk id="12" creationId="{792803D8-8BD6-833D-D4F5-EBEF26DC08A3}"/>
          </ac:spMkLst>
        </pc:spChg>
        <pc:spChg chg="mod">
          <ac:chgData name="박수범" userId="3305dbaa-60c9-45ad-ab9f-58e93c3f4902" providerId="ADAL" clId="{DE935BC2-D512-4290-B21C-5A2D16D3AF79}" dt="2025-09-11T08:41:58.384" v="4959" actId="14100"/>
          <ac:spMkLst>
            <pc:docMk/>
            <pc:sldMk cId="1096143004" sldId="1174"/>
            <ac:spMk id="13" creationId="{F06BBBDC-9F1A-E975-21DD-4BE7E080D121}"/>
          </ac:spMkLst>
        </pc:spChg>
        <pc:spChg chg="mod">
          <ac:chgData name="박수범" userId="3305dbaa-60c9-45ad-ab9f-58e93c3f4902" providerId="ADAL" clId="{DE935BC2-D512-4290-B21C-5A2D16D3AF79}" dt="2025-09-11T08:49:18.925" v="4974"/>
          <ac:spMkLst>
            <pc:docMk/>
            <pc:sldMk cId="1096143004" sldId="1174"/>
            <ac:spMk id="14" creationId="{EA9A4FD7-F927-59AB-3F50-67E7203FB510}"/>
          </ac:spMkLst>
        </pc:spChg>
        <pc:spChg chg="mod">
          <ac:chgData name="박수범" userId="3305dbaa-60c9-45ad-ab9f-58e93c3f4902" providerId="ADAL" clId="{DE935BC2-D512-4290-B21C-5A2D16D3AF79}" dt="2025-09-11T08:49:44.245" v="5027" actId="207"/>
          <ac:spMkLst>
            <pc:docMk/>
            <pc:sldMk cId="1096143004" sldId="1174"/>
            <ac:spMk id="15" creationId="{2FB2ACFE-FDD7-EED2-5390-EB2DECE41050}"/>
          </ac:spMkLst>
        </pc:spChg>
        <pc:spChg chg="mod">
          <ac:chgData name="박수범" userId="3305dbaa-60c9-45ad-ab9f-58e93c3f4902" providerId="ADAL" clId="{DE935BC2-D512-4290-B21C-5A2D16D3AF79}" dt="2025-09-11T08:48:07.353" v="4967"/>
          <ac:spMkLst>
            <pc:docMk/>
            <pc:sldMk cId="1096143004" sldId="1174"/>
            <ac:spMk id="17" creationId="{9A9EEBD3-FE94-AB68-CA50-6754677CB0A6}"/>
          </ac:spMkLst>
        </pc:spChg>
        <pc:spChg chg="mod">
          <ac:chgData name="박수범" userId="3305dbaa-60c9-45ad-ab9f-58e93c3f4902" providerId="ADAL" clId="{DE935BC2-D512-4290-B21C-5A2D16D3AF79}" dt="2025-09-11T08:49:50.042" v="5029" actId="113"/>
          <ac:spMkLst>
            <pc:docMk/>
            <pc:sldMk cId="1096143004" sldId="1174"/>
            <ac:spMk id="18" creationId="{08E35F34-34CA-D0AC-927E-07580DE1985D}"/>
          </ac:spMkLst>
        </pc:spChg>
        <pc:spChg chg="mod">
          <ac:chgData name="박수범" userId="3305dbaa-60c9-45ad-ab9f-58e93c3f4902" providerId="ADAL" clId="{DE935BC2-D512-4290-B21C-5A2D16D3AF79}" dt="2025-09-11T08:49:13.748" v="4973"/>
          <ac:spMkLst>
            <pc:docMk/>
            <pc:sldMk cId="1096143004" sldId="1174"/>
            <ac:spMk id="28" creationId="{3D2954B0-D9D3-BF96-2A91-597141FAFA49}"/>
          </ac:spMkLst>
        </pc:spChg>
        <pc:spChg chg="mod">
          <ac:chgData name="박수범" userId="3305dbaa-60c9-45ad-ab9f-58e93c3f4902" providerId="ADAL" clId="{DE935BC2-D512-4290-B21C-5A2D16D3AF79}" dt="2025-09-11T08:47:52.707" v="4964"/>
          <ac:spMkLst>
            <pc:docMk/>
            <pc:sldMk cId="1096143004" sldId="1174"/>
            <ac:spMk id="30" creationId="{8A7B698D-F283-007F-ACA4-16AB1A4079C3}"/>
          </ac:spMkLst>
        </pc:spChg>
        <pc:spChg chg="mod">
          <ac:chgData name="박수범" userId="3305dbaa-60c9-45ad-ab9f-58e93c3f4902" providerId="ADAL" clId="{DE935BC2-D512-4290-B21C-5A2D16D3AF79}" dt="2025-09-11T08:47:52.707" v="4964"/>
          <ac:spMkLst>
            <pc:docMk/>
            <pc:sldMk cId="1096143004" sldId="1174"/>
            <ac:spMk id="31" creationId="{C56D6A83-86A4-8C8E-FDAA-4AFDB0D42A11}"/>
          </ac:spMkLst>
        </pc:spChg>
        <pc:grpChg chg="add mod">
          <ac:chgData name="박수범" userId="3305dbaa-60c9-45ad-ab9f-58e93c3f4902" providerId="ADAL" clId="{DE935BC2-D512-4290-B21C-5A2D16D3AF79}" dt="2025-09-11T08:49:18.925" v="4974"/>
          <ac:grpSpMkLst>
            <pc:docMk/>
            <pc:sldMk cId="1096143004" sldId="1174"/>
            <ac:grpSpMk id="10" creationId="{1A3BCC47-42ED-9B53-1E1F-504535F63E08}"/>
          </ac:grpSpMkLst>
        </pc:grpChg>
        <pc:grpChg chg="add mod">
          <ac:chgData name="박수범" userId="3305dbaa-60c9-45ad-ab9f-58e93c3f4902" providerId="ADAL" clId="{DE935BC2-D512-4290-B21C-5A2D16D3AF79}" dt="2025-09-11T08:48:10.112" v="4968" actId="1076"/>
          <ac:grpSpMkLst>
            <pc:docMk/>
            <pc:sldMk cId="1096143004" sldId="1174"/>
            <ac:grpSpMk id="16" creationId="{2B8A7D65-9C83-F75D-302D-CBA10557DEDF}"/>
          </ac:grpSpMkLst>
        </pc:grpChg>
        <pc:grpChg chg="del mod">
          <ac:chgData name="박수범" userId="3305dbaa-60c9-45ad-ab9f-58e93c3f4902" providerId="ADAL" clId="{DE935BC2-D512-4290-B21C-5A2D16D3AF79}" dt="2025-09-11T08:48:02.735" v="4965" actId="478"/>
          <ac:grpSpMkLst>
            <pc:docMk/>
            <pc:sldMk cId="1096143004" sldId="1174"/>
            <ac:grpSpMk id="29" creationId="{29370466-9244-11B1-58BE-D7814A27A71B}"/>
          </ac:grpSpMkLst>
        </pc:grpChg>
        <pc:picChg chg="del">
          <ac:chgData name="박수범" userId="3305dbaa-60c9-45ad-ab9f-58e93c3f4902" providerId="ADAL" clId="{DE935BC2-D512-4290-B21C-5A2D16D3AF79}" dt="2025-09-11T08:41:39.198" v="4949" actId="478"/>
          <ac:picMkLst>
            <pc:docMk/>
            <pc:sldMk cId="1096143004" sldId="1174"/>
            <ac:picMk id="8" creationId="{73C9822E-780E-A83A-5BF4-CC8F55055D4B}"/>
          </ac:picMkLst>
        </pc:picChg>
        <pc:picChg chg="add del mod ord">
          <ac:chgData name="박수범" userId="3305dbaa-60c9-45ad-ab9f-58e93c3f4902" providerId="ADAL" clId="{DE935BC2-D512-4290-B21C-5A2D16D3AF79}" dt="2025-09-11T08:42:04.050" v="4962" actId="478"/>
          <ac:picMkLst>
            <pc:docMk/>
            <pc:sldMk cId="1096143004" sldId="1174"/>
            <ac:picMk id="9" creationId="{2FB0878D-1A91-2AB8-1876-D9363F3CCC5F}"/>
          </ac:picMkLst>
        </pc:picChg>
      </pc:sldChg>
      <pc:sldChg chg="add del">
        <pc:chgData name="박수범" userId="3305dbaa-60c9-45ad-ab9f-58e93c3f4902" providerId="ADAL" clId="{DE935BC2-D512-4290-B21C-5A2D16D3AF79}" dt="2025-09-11T08:56:04.884" v="5045" actId="47"/>
        <pc:sldMkLst>
          <pc:docMk/>
          <pc:sldMk cId="1541683010" sldId="1175"/>
        </pc:sldMkLst>
      </pc:sldChg>
      <pc:sldChg chg="addSp delSp modSp add mod">
        <pc:chgData name="박수범" userId="3305dbaa-60c9-45ad-ab9f-58e93c3f4902" providerId="ADAL" clId="{DE935BC2-D512-4290-B21C-5A2D16D3AF79}" dt="2025-09-11T08:56:40.285" v="5051"/>
        <pc:sldMkLst>
          <pc:docMk/>
          <pc:sldMk cId="886916051" sldId="1176"/>
        </pc:sldMkLst>
        <pc:spChg chg="mod">
          <ac:chgData name="박수범" userId="3305dbaa-60c9-45ad-ab9f-58e93c3f4902" providerId="ADAL" clId="{DE935BC2-D512-4290-B21C-5A2D16D3AF79}" dt="2025-09-11T08:56:14.979" v="5047"/>
          <ac:spMkLst>
            <pc:docMk/>
            <pc:sldMk cId="886916051" sldId="1176"/>
            <ac:spMk id="5" creationId="{95D2FDB1-32F6-9C60-07AA-013AA509EE7F}"/>
          </ac:spMkLst>
        </pc:spChg>
        <pc:spChg chg="mod">
          <ac:chgData name="박수범" userId="3305dbaa-60c9-45ad-ab9f-58e93c3f4902" providerId="ADAL" clId="{DE935BC2-D512-4290-B21C-5A2D16D3AF79}" dt="2025-09-11T08:56:21.084" v="5048"/>
          <ac:spMkLst>
            <pc:docMk/>
            <pc:sldMk cId="886916051" sldId="1176"/>
            <ac:spMk id="6" creationId="{D519D309-F6B1-6D33-F81C-70B803679A7B}"/>
          </ac:spMkLst>
        </pc:spChg>
        <pc:spChg chg="add mod">
          <ac:chgData name="박수범" userId="3305dbaa-60c9-45ad-ab9f-58e93c3f4902" providerId="ADAL" clId="{DE935BC2-D512-4290-B21C-5A2D16D3AF79}" dt="2025-09-11T08:55:31.224" v="5042" actId="1076"/>
          <ac:spMkLst>
            <pc:docMk/>
            <pc:sldMk cId="886916051" sldId="1176"/>
            <ac:spMk id="7" creationId="{8EB2C5A9-BF73-D999-5236-3F398946CE78}"/>
          </ac:spMkLst>
        </pc:spChg>
        <pc:spChg chg="add mod">
          <ac:chgData name="박수범" userId="3305dbaa-60c9-45ad-ab9f-58e93c3f4902" providerId="ADAL" clId="{DE935BC2-D512-4290-B21C-5A2D16D3AF79}" dt="2025-09-11T08:55:25.502" v="5041" actId="1076"/>
          <ac:spMkLst>
            <pc:docMk/>
            <pc:sldMk cId="886916051" sldId="1176"/>
            <ac:spMk id="8" creationId="{DCF9C1B8-9A00-8770-3999-2E9CF48F3183}"/>
          </ac:spMkLst>
        </pc:spChg>
        <pc:spChg chg="add mod">
          <ac:chgData name="박수범" userId="3305dbaa-60c9-45ad-ab9f-58e93c3f4902" providerId="ADAL" clId="{DE935BC2-D512-4290-B21C-5A2D16D3AF79}" dt="2025-09-11T08:55:23.003" v="5040" actId="1076"/>
          <ac:spMkLst>
            <pc:docMk/>
            <pc:sldMk cId="886916051" sldId="1176"/>
            <ac:spMk id="11" creationId="{194D7ACA-0CC6-4AF6-9F24-B9FBA6E69B9A}"/>
          </ac:spMkLst>
        </pc:spChg>
        <pc:spChg chg="mod">
          <ac:chgData name="박수범" userId="3305dbaa-60c9-45ad-ab9f-58e93c3f4902" providerId="ADAL" clId="{DE935BC2-D512-4290-B21C-5A2D16D3AF79}" dt="2025-09-11T08:55:17.895" v="5036" actId="14100"/>
          <ac:spMkLst>
            <pc:docMk/>
            <pc:sldMk cId="886916051" sldId="1176"/>
            <ac:spMk id="13" creationId="{3AC9731F-1A81-A9D4-479B-DB288ED19974}"/>
          </ac:spMkLst>
        </pc:spChg>
        <pc:spChg chg="mod">
          <ac:chgData name="박수범" userId="3305dbaa-60c9-45ad-ab9f-58e93c3f4902" providerId="ADAL" clId="{DE935BC2-D512-4290-B21C-5A2D16D3AF79}" dt="2025-09-11T08:56:40.285" v="5051"/>
          <ac:spMkLst>
            <pc:docMk/>
            <pc:sldMk cId="886916051" sldId="1176"/>
            <ac:spMk id="19" creationId="{D3E43FAE-5B1A-8F2A-2976-F67125DAC100}"/>
          </ac:spMkLst>
        </pc:spChg>
        <pc:spChg chg="mod">
          <ac:chgData name="박수범" userId="3305dbaa-60c9-45ad-ab9f-58e93c3f4902" providerId="ADAL" clId="{DE935BC2-D512-4290-B21C-5A2D16D3AF79}" dt="2025-09-11T08:56:40.285" v="5051"/>
          <ac:spMkLst>
            <pc:docMk/>
            <pc:sldMk cId="886916051" sldId="1176"/>
            <ac:spMk id="20" creationId="{ECBD3433-899A-1794-2D7D-352ED70D8FFC}"/>
          </ac:spMkLst>
        </pc:spChg>
        <pc:spChg chg="mod">
          <ac:chgData name="박수범" userId="3305dbaa-60c9-45ad-ab9f-58e93c3f4902" providerId="ADAL" clId="{DE935BC2-D512-4290-B21C-5A2D16D3AF79}" dt="2025-09-11T08:56:11.301" v="5046"/>
          <ac:spMkLst>
            <pc:docMk/>
            <pc:sldMk cId="886916051" sldId="1176"/>
            <ac:spMk id="28" creationId="{29F35045-D086-C4B4-ED97-30BC5F6E7666}"/>
          </ac:spMkLst>
        </pc:spChg>
        <pc:grpChg chg="del">
          <ac:chgData name="박수범" userId="3305dbaa-60c9-45ad-ab9f-58e93c3f4902" providerId="ADAL" clId="{DE935BC2-D512-4290-B21C-5A2D16D3AF79}" dt="2025-09-11T08:56:39.633" v="5050" actId="478"/>
          <ac:grpSpMkLst>
            <pc:docMk/>
            <pc:sldMk cId="886916051" sldId="1176"/>
            <ac:grpSpMk id="10" creationId="{4C462306-6F8B-01DA-564E-1A6241D3CF0D}"/>
          </ac:grpSpMkLst>
        </pc:grpChg>
        <pc:grpChg chg="add mod">
          <ac:chgData name="박수범" userId="3305dbaa-60c9-45ad-ab9f-58e93c3f4902" providerId="ADAL" clId="{DE935BC2-D512-4290-B21C-5A2D16D3AF79}" dt="2025-09-11T08:56:40.285" v="5051"/>
          <ac:grpSpMkLst>
            <pc:docMk/>
            <pc:sldMk cId="886916051" sldId="1176"/>
            <ac:grpSpMk id="12" creationId="{2BD090EE-DCB9-A21A-5B8B-EC94426EE791}"/>
          </ac:grpSpMkLst>
        </pc:grpChg>
        <pc:grpChg chg="del">
          <ac:chgData name="박수범" userId="3305dbaa-60c9-45ad-ab9f-58e93c3f4902" providerId="ADAL" clId="{DE935BC2-D512-4290-B21C-5A2D16D3AF79}" dt="2025-09-11T08:56:39.019" v="5049" actId="478"/>
          <ac:grpSpMkLst>
            <pc:docMk/>
            <pc:sldMk cId="886916051" sldId="1176"/>
            <ac:grpSpMk id="16" creationId="{66EFB312-B827-493A-D52C-AA063AAB898D}"/>
          </ac:grpSpMkLst>
        </pc:grpChg>
        <pc:picChg chg="mod">
          <ac:chgData name="박수범" userId="3305dbaa-60c9-45ad-ab9f-58e93c3f4902" providerId="ADAL" clId="{DE935BC2-D512-4290-B21C-5A2D16D3AF79}" dt="2025-09-11T08:55:39.154" v="5044" actId="1582"/>
          <ac:picMkLst>
            <pc:docMk/>
            <pc:sldMk cId="886916051" sldId="1176"/>
            <ac:picMk id="9" creationId="{F4557A70-6284-F6FF-3021-59D33112C030}"/>
          </ac:picMkLst>
        </pc:picChg>
      </pc:sldChg>
      <pc:sldChg chg="addSp delSp modSp add mod">
        <pc:chgData name="박수범" userId="3305dbaa-60c9-45ad-ab9f-58e93c3f4902" providerId="ADAL" clId="{DE935BC2-D512-4290-B21C-5A2D16D3AF79}" dt="2025-09-11T09:07:25.713" v="5079"/>
        <pc:sldMkLst>
          <pc:docMk/>
          <pc:sldMk cId="2040049456" sldId="1177"/>
        </pc:sldMkLst>
        <pc:spChg chg="mod">
          <ac:chgData name="박수범" userId="3305dbaa-60c9-45ad-ab9f-58e93c3f4902" providerId="ADAL" clId="{DE935BC2-D512-4290-B21C-5A2D16D3AF79}" dt="2025-09-11T09:05:07.812" v="5053"/>
          <ac:spMkLst>
            <pc:docMk/>
            <pc:sldMk cId="2040049456" sldId="1177"/>
            <ac:spMk id="3" creationId="{69D446A4-3CA3-F795-00F1-28292B02BAAA}"/>
          </ac:spMkLst>
        </pc:spChg>
        <pc:spChg chg="mod">
          <ac:chgData name="박수범" userId="3305dbaa-60c9-45ad-ab9f-58e93c3f4902" providerId="ADAL" clId="{DE935BC2-D512-4290-B21C-5A2D16D3AF79}" dt="2025-09-11T09:05:13.160" v="5055" actId="20577"/>
          <ac:spMkLst>
            <pc:docMk/>
            <pc:sldMk cId="2040049456" sldId="1177"/>
            <ac:spMk id="4" creationId="{4CF1911B-D10C-1BA3-36D1-BC92DCCD76FC}"/>
          </ac:spMkLst>
        </pc:spChg>
        <pc:spChg chg="mod">
          <ac:chgData name="박수범" userId="3305dbaa-60c9-45ad-ab9f-58e93c3f4902" providerId="ADAL" clId="{DE935BC2-D512-4290-B21C-5A2D16D3AF79}" dt="2025-09-11T09:07:07.547" v="5073"/>
          <ac:spMkLst>
            <pc:docMk/>
            <pc:sldMk cId="2040049456" sldId="1177"/>
            <ac:spMk id="5" creationId="{FA707A99-C8CF-B2E3-CE09-E6E92A686E60}"/>
          </ac:spMkLst>
        </pc:spChg>
        <pc:spChg chg="mod">
          <ac:chgData name="박수범" userId="3305dbaa-60c9-45ad-ab9f-58e93c3f4902" providerId="ADAL" clId="{DE935BC2-D512-4290-B21C-5A2D16D3AF79}" dt="2025-09-11T09:07:15.195" v="5075"/>
          <ac:spMkLst>
            <pc:docMk/>
            <pc:sldMk cId="2040049456" sldId="1177"/>
            <ac:spMk id="6" creationId="{DEEB927C-3F4D-76F1-C060-27824F22F606}"/>
          </ac:spMkLst>
        </pc:spChg>
        <pc:spChg chg="del">
          <ac:chgData name="박수범" userId="3305dbaa-60c9-45ad-ab9f-58e93c3f4902" providerId="ADAL" clId="{DE935BC2-D512-4290-B21C-5A2D16D3AF79}" dt="2025-09-11T09:07:00.305" v="5072" actId="478"/>
          <ac:spMkLst>
            <pc:docMk/>
            <pc:sldMk cId="2040049456" sldId="1177"/>
            <ac:spMk id="7" creationId="{6FEC6DE8-30F4-18F2-0F68-551E6F22E768}"/>
          </ac:spMkLst>
        </pc:spChg>
        <pc:spChg chg="del">
          <ac:chgData name="박수범" userId="3305dbaa-60c9-45ad-ab9f-58e93c3f4902" providerId="ADAL" clId="{DE935BC2-D512-4290-B21C-5A2D16D3AF79}" dt="2025-09-11T09:06:59.513" v="5071" actId="478"/>
          <ac:spMkLst>
            <pc:docMk/>
            <pc:sldMk cId="2040049456" sldId="1177"/>
            <ac:spMk id="8" creationId="{BCA73942-1A5D-89F1-FCE8-DB7643B5458F}"/>
          </ac:spMkLst>
        </pc:spChg>
        <pc:spChg chg="del">
          <ac:chgData name="박수범" userId="3305dbaa-60c9-45ad-ab9f-58e93c3f4902" providerId="ADAL" clId="{DE935BC2-D512-4290-B21C-5A2D16D3AF79}" dt="2025-09-11T09:06:58.305" v="5070" actId="478"/>
          <ac:spMkLst>
            <pc:docMk/>
            <pc:sldMk cId="2040049456" sldId="1177"/>
            <ac:spMk id="11" creationId="{4044ECE8-703C-AE02-F100-2DF5EC6518D1}"/>
          </ac:spMkLst>
        </pc:spChg>
        <pc:spChg chg="mod">
          <ac:chgData name="박수범" userId="3305dbaa-60c9-45ad-ab9f-58e93c3f4902" providerId="ADAL" clId="{DE935BC2-D512-4290-B21C-5A2D16D3AF79}" dt="2025-09-11T09:06:55.626" v="5069" actId="14100"/>
          <ac:spMkLst>
            <pc:docMk/>
            <pc:sldMk cId="2040049456" sldId="1177"/>
            <ac:spMk id="13" creationId="{FBF4AE4B-E49D-2489-7A8F-C32238409296}"/>
          </ac:spMkLst>
        </pc:spChg>
        <pc:spChg chg="add del mod">
          <ac:chgData name="박수범" userId="3305dbaa-60c9-45ad-ab9f-58e93c3f4902" providerId="ADAL" clId="{DE935BC2-D512-4290-B21C-5A2D16D3AF79}" dt="2025-09-11T09:07:25.561" v="5078" actId="478"/>
          <ac:spMkLst>
            <pc:docMk/>
            <pc:sldMk cId="2040049456" sldId="1177"/>
            <ac:spMk id="16" creationId="{AFA7DBB3-94B0-946F-E5A8-548C772FE276}"/>
          </ac:spMkLst>
        </pc:spChg>
        <pc:spChg chg="add mod">
          <ac:chgData name="박수범" userId="3305dbaa-60c9-45ad-ab9f-58e93c3f4902" providerId="ADAL" clId="{DE935BC2-D512-4290-B21C-5A2D16D3AF79}" dt="2025-09-11T09:07:25.713" v="5079"/>
          <ac:spMkLst>
            <pc:docMk/>
            <pc:sldMk cId="2040049456" sldId="1177"/>
            <ac:spMk id="17" creationId="{480CDE05-FC48-7D94-3973-D6F3E6E7310D}"/>
          </ac:spMkLst>
        </pc:spChg>
        <pc:spChg chg="mod">
          <ac:chgData name="박수범" userId="3305dbaa-60c9-45ad-ab9f-58e93c3f4902" providerId="ADAL" clId="{DE935BC2-D512-4290-B21C-5A2D16D3AF79}" dt="2025-09-11T09:07:25.713" v="5079"/>
          <ac:spMkLst>
            <pc:docMk/>
            <pc:sldMk cId="2040049456" sldId="1177"/>
            <ac:spMk id="21" creationId="{B45BFFB4-81B9-8566-678E-A80AA06FFE2B}"/>
          </ac:spMkLst>
        </pc:spChg>
        <pc:spChg chg="mod">
          <ac:chgData name="박수범" userId="3305dbaa-60c9-45ad-ab9f-58e93c3f4902" providerId="ADAL" clId="{DE935BC2-D512-4290-B21C-5A2D16D3AF79}" dt="2025-09-11T09:07:25.713" v="5079"/>
          <ac:spMkLst>
            <pc:docMk/>
            <pc:sldMk cId="2040049456" sldId="1177"/>
            <ac:spMk id="22" creationId="{FB2669E6-6072-15CB-48C4-93A2CEB03FFB}"/>
          </ac:spMkLst>
        </pc:spChg>
        <pc:spChg chg="mod">
          <ac:chgData name="박수범" userId="3305dbaa-60c9-45ad-ab9f-58e93c3f4902" providerId="ADAL" clId="{DE935BC2-D512-4290-B21C-5A2D16D3AF79}" dt="2025-09-11T09:07:25.713" v="5079"/>
          <ac:spMkLst>
            <pc:docMk/>
            <pc:sldMk cId="2040049456" sldId="1177"/>
            <ac:spMk id="24" creationId="{BDFA69BA-7B24-B6DF-4F98-AF67D13680D4}"/>
          </ac:spMkLst>
        </pc:spChg>
        <pc:spChg chg="mod">
          <ac:chgData name="박수범" userId="3305dbaa-60c9-45ad-ab9f-58e93c3f4902" providerId="ADAL" clId="{DE935BC2-D512-4290-B21C-5A2D16D3AF79}" dt="2025-09-11T09:07:25.713" v="5079"/>
          <ac:spMkLst>
            <pc:docMk/>
            <pc:sldMk cId="2040049456" sldId="1177"/>
            <ac:spMk id="25" creationId="{2670829B-724D-BA9F-5844-383F80D12D63}"/>
          </ac:spMkLst>
        </pc:spChg>
        <pc:spChg chg="del">
          <ac:chgData name="박수범" userId="3305dbaa-60c9-45ad-ab9f-58e93c3f4902" providerId="ADAL" clId="{DE935BC2-D512-4290-B21C-5A2D16D3AF79}" dt="2025-09-11T09:07:23.827" v="5077" actId="478"/>
          <ac:spMkLst>
            <pc:docMk/>
            <pc:sldMk cId="2040049456" sldId="1177"/>
            <ac:spMk id="28" creationId="{D1207A24-FBED-5D2F-27FC-D17A3EC485B4}"/>
          </ac:spMkLst>
        </pc:spChg>
        <pc:grpChg chg="del">
          <ac:chgData name="박수범" userId="3305dbaa-60c9-45ad-ab9f-58e93c3f4902" providerId="ADAL" clId="{DE935BC2-D512-4290-B21C-5A2D16D3AF79}" dt="2025-09-11T09:07:21.609" v="5076" actId="478"/>
          <ac:grpSpMkLst>
            <pc:docMk/>
            <pc:sldMk cId="2040049456" sldId="1177"/>
            <ac:grpSpMk id="12" creationId="{BCDFAB87-E6DA-739A-81CE-5758DFEA69E3}"/>
          </ac:grpSpMkLst>
        </pc:grpChg>
        <pc:grpChg chg="add mod">
          <ac:chgData name="박수범" userId="3305dbaa-60c9-45ad-ab9f-58e93c3f4902" providerId="ADAL" clId="{DE935BC2-D512-4290-B21C-5A2D16D3AF79}" dt="2025-09-11T09:07:25.713" v="5079"/>
          <ac:grpSpMkLst>
            <pc:docMk/>
            <pc:sldMk cId="2040049456" sldId="1177"/>
            <ac:grpSpMk id="18" creationId="{292A3F18-5AC0-40E2-F210-F72A7E6DBFEA}"/>
          </ac:grpSpMkLst>
        </pc:grpChg>
        <pc:grpChg chg="add mod">
          <ac:chgData name="박수범" userId="3305dbaa-60c9-45ad-ab9f-58e93c3f4902" providerId="ADAL" clId="{DE935BC2-D512-4290-B21C-5A2D16D3AF79}" dt="2025-09-11T09:07:25.713" v="5079"/>
          <ac:grpSpMkLst>
            <pc:docMk/>
            <pc:sldMk cId="2040049456" sldId="1177"/>
            <ac:grpSpMk id="23" creationId="{B28A2746-8186-B619-4999-0FD3FD286580}"/>
          </ac:grpSpMkLst>
        </pc:grpChg>
        <pc:picChg chg="del">
          <ac:chgData name="박수범" userId="3305dbaa-60c9-45ad-ab9f-58e93c3f4902" providerId="ADAL" clId="{DE935BC2-D512-4290-B21C-5A2D16D3AF79}" dt="2025-09-11T09:05:18.411" v="5056" actId="478"/>
          <ac:picMkLst>
            <pc:docMk/>
            <pc:sldMk cId="2040049456" sldId="1177"/>
            <ac:picMk id="9" creationId="{B2588797-9C0D-86E0-B9A8-6DE57674A48D}"/>
          </ac:picMkLst>
        </pc:picChg>
        <pc:picChg chg="add mod ord">
          <ac:chgData name="박수범" userId="3305dbaa-60c9-45ad-ab9f-58e93c3f4902" providerId="ADAL" clId="{DE935BC2-D512-4290-B21C-5A2D16D3AF79}" dt="2025-09-11T09:06:48.713" v="5067" actId="167"/>
          <ac:picMkLst>
            <pc:docMk/>
            <pc:sldMk cId="2040049456" sldId="1177"/>
            <ac:picMk id="14" creationId="{6FDCDD80-8AB0-622A-3702-F82C1C2EB814}"/>
          </ac:picMkLst>
        </pc:picChg>
      </pc:sldChg>
      <pc:sldChg chg="addSp delSp modSp add mod">
        <pc:chgData name="박수범" userId="3305dbaa-60c9-45ad-ab9f-58e93c3f4902" providerId="ADAL" clId="{DE935BC2-D512-4290-B21C-5A2D16D3AF79}" dt="2025-09-11T09:18:26.543" v="5094" actId="1076"/>
        <pc:sldMkLst>
          <pc:docMk/>
          <pc:sldMk cId="997063842" sldId="1178"/>
        </pc:sldMkLst>
        <pc:spChg chg="mod">
          <ac:chgData name="박수범" userId="3305dbaa-60c9-45ad-ab9f-58e93c3f4902" providerId="ADAL" clId="{DE935BC2-D512-4290-B21C-5A2D16D3AF79}" dt="2025-09-11T09:17:08.947" v="5083"/>
          <ac:spMkLst>
            <pc:docMk/>
            <pc:sldMk cId="997063842" sldId="1178"/>
            <ac:spMk id="3" creationId="{A86602E8-AF3A-B297-74D6-1AFE250EE92C}"/>
          </ac:spMkLst>
        </pc:spChg>
        <pc:spChg chg="mod">
          <ac:chgData name="박수범" userId="3305dbaa-60c9-45ad-ab9f-58e93c3f4902" providerId="ADAL" clId="{DE935BC2-D512-4290-B21C-5A2D16D3AF79}" dt="2025-09-11T09:17:04.466" v="5082" actId="20577"/>
          <ac:spMkLst>
            <pc:docMk/>
            <pc:sldMk cId="997063842" sldId="1178"/>
            <ac:spMk id="4" creationId="{DCA6B1B1-BF54-8618-CB5F-47156C063A78}"/>
          </ac:spMkLst>
        </pc:spChg>
        <pc:spChg chg="mod">
          <ac:chgData name="박수범" userId="3305dbaa-60c9-45ad-ab9f-58e93c3f4902" providerId="ADAL" clId="{DE935BC2-D512-4290-B21C-5A2D16D3AF79}" dt="2025-09-11T09:18:26.543" v="5094" actId="1076"/>
          <ac:spMkLst>
            <pc:docMk/>
            <pc:sldMk cId="997063842" sldId="1178"/>
            <ac:spMk id="13" creationId="{1A775879-2ED6-6D05-4CD1-85E895C61C8D}"/>
          </ac:spMkLst>
        </pc:spChg>
        <pc:picChg chg="add mod ord">
          <ac:chgData name="박수범" userId="3305dbaa-60c9-45ad-ab9f-58e93c3f4902" providerId="ADAL" clId="{DE935BC2-D512-4290-B21C-5A2D16D3AF79}" dt="2025-09-11T09:18:23.312" v="5093" actId="1582"/>
          <ac:picMkLst>
            <pc:docMk/>
            <pc:sldMk cId="997063842" sldId="1178"/>
            <ac:picMk id="8" creationId="{B61B2607-5C73-6299-4C6F-2603CB1CA90F}"/>
          </ac:picMkLst>
        </pc:picChg>
        <pc:picChg chg="del">
          <ac:chgData name="박수범" userId="3305dbaa-60c9-45ad-ab9f-58e93c3f4902" providerId="ADAL" clId="{DE935BC2-D512-4290-B21C-5A2D16D3AF79}" dt="2025-09-11T09:18:08.207" v="5084" actId="478"/>
          <ac:picMkLst>
            <pc:docMk/>
            <pc:sldMk cId="997063842" sldId="1178"/>
            <ac:picMk id="14" creationId="{8C766E9E-B78E-2851-FF7E-B5C3707FBC51}"/>
          </ac:picMkLst>
        </pc:picChg>
      </pc:sldChg>
    </pc:docChg>
  </pc:docChgLst>
  <pc:docChgLst>
    <pc:chgData name="정창옥" userId="36afd207-1c9b-4c03-94c8-1a9d1b023aec" providerId="ADAL" clId="{27AA6860-97B9-4782-B146-A994DCDF5C7F}"/>
    <pc:docChg chg="undo custSel modSld">
      <pc:chgData name="정창옥" userId="36afd207-1c9b-4c03-94c8-1a9d1b023aec" providerId="ADAL" clId="{27AA6860-97B9-4782-B146-A994DCDF5C7F}" dt="2023-08-17T01:48:35.728" v="1303" actId="1036"/>
      <pc:docMkLst>
        <pc:docMk/>
      </pc:docMkLst>
      <pc:sldChg chg="modSp mod">
        <pc:chgData name="정창옥" userId="36afd207-1c9b-4c03-94c8-1a9d1b023aec" providerId="ADAL" clId="{27AA6860-97B9-4782-B146-A994DCDF5C7F}" dt="2023-08-06T13:12:41.266" v="1" actId="692"/>
        <pc:sldMkLst>
          <pc:docMk/>
          <pc:sldMk cId="438729540" sldId="390"/>
        </pc:sldMkLst>
      </pc:sldChg>
      <pc:sldChg chg="modSp mod">
        <pc:chgData name="정창옥" userId="36afd207-1c9b-4c03-94c8-1a9d1b023aec" providerId="ADAL" clId="{27AA6860-97B9-4782-B146-A994DCDF5C7F}" dt="2023-08-07T07:27:18.407" v="478"/>
        <pc:sldMkLst>
          <pc:docMk/>
          <pc:sldMk cId="1509536751" sldId="906"/>
        </pc:sldMkLst>
      </pc:sldChg>
      <pc:sldChg chg="modSp mod">
        <pc:chgData name="정창옥" userId="36afd207-1c9b-4c03-94c8-1a9d1b023aec" providerId="ADAL" clId="{27AA6860-97B9-4782-B146-A994DCDF5C7F}" dt="2023-08-17T01:04:26.382" v="1073" actId="1038"/>
        <pc:sldMkLst>
          <pc:docMk/>
          <pc:sldMk cId="243731149" sldId="908"/>
        </pc:sldMkLst>
      </pc:sldChg>
      <pc:sldChg chg="modSp mod">
        <pc:chgData name="정창옥" userId="36afd207-1c9b-4c03-94c8-1a9d1b023aec" providerId="ADAL" clId="{27AA6860-97B9-4782-B146-A994DCDF5C7F}" dt="2023-08-07T07:15:26.106" v="462" actId="1036"/>
        <pc:sldMkLst>
          <pc:docMk/>
          <pc:sldMk cId="507701830" sldId="909"/>
        </pc:sldMkLst>
      </pc:sldChg>
      <pc:sldChg chg="modSp mod">
        <pc:chgData name="정창옥" userId="36afd207-1c9b-4c03-94c8-1a9d1b023aec" providerId="ADAL" clId="{27AA6860-97B9-4782-B146-A994DCDF5C7F}" dt="2023-08-17T00:56:50.110" v="1021" actId="14100"/>
        <pc:sldMkLst>
          <pc:docMk/>
          <pc:sldMk cId="1535659719" sldId="911"/>
        </pc:sldMkLst>
      </pc:sldChg>
      <pc:sldChg chg="modSp mod">
        <pc:chgData name="정창옥" userId="36afd207-1c9b-4c03-94c8-1a9d1b023aec" providerId="ADAL" clId="{27AA6860-97B9-4782-B146-A994DCDF5C7F}" dt="2023-08-16T07:30:45.538" v="572" actId="1076"/>
        <pc:sldMkLst>
          <pc:docMk/>
          <pc:sldMk cId="1691500096" sldId="914"/>
        </pc:sldMkLst>
      </pc:sldChg>
      <pc:sldChg chg="modSp mod">
        <pc:chgData name="정창옥" userId="36afd207-1c9b-4c03-94c8-1a9d1b023aec" providerId="ADAL" clId="{27AA6860-97B9-4782-B146-A994DCDF5C7F}" dt="2023-08-17T01:23:15.080" v="1249" actId="1076"/>
        <pc:sldMkLst>
          <pc:docMk/>
          <pc:sldMk cId="2541995023" sldId="915"/>
        </pc:sldMkLst>
      </pc:sldChg>
      <pc:sldChg chg="modSp mod">
        <pc:chgData name="정창옥" userId="36afd207-1c9b-4c03-94c8-1a9d1b023aec" providerId="ADAL" clId="{27AA6860-97B9-4782-B146-A994DCDF5C7F}" dt="2023-08-17T01:23:32.383" v="1253" actId="1076"/>
        <pc:sldMkLst>
          <pc:docMk/>
          <pc:sldMk cId="4222801329" sldId="917"/>
        </pc:sldMkLst>
      </pc:sldChg>
      <pc:sldChg chg="modSp mod">
        <pc:chgData name="정창옥" userId="36afd207-1c9b-4c03-94c8-1a9d1b023aec" providerId="ADAL" clId="{27AA6860-97B9-4782-B146-A994DCDF5C7F}" dt="2023-08-06T13:12:48.867" v="3" actId="692"/>
        <pc:sldMkLst>
          <pc:docMk/>
          <pc:sldMk cId="3632153686" sldId="918"/>
        </pc:sldMkLst>
      </pc:sldChg>
      <pc:sldChg chg="modSp mod">
        <pc:chgData name="정창옥" userId="36afd207-1c9b-4c03-94c8-1a9d1b023aec" providerId="ADAL" clId="{27AA6860-97B9-4782-B146-A994DCDF5C7F}" dt="2023-08-16T08:08:24.362" v="903" actId="1076"/>
        <pc:sldMkLst>
          <pc:docMk/>
          <pc:sldMk cId="1292092827" sldId="920"/>
        </pc:sldMkLst>
      </pc:sldChg>
      <pc:sldChg chg="modSp mod">
        <pc:chgData name="정창옥" userId="36afd207-1c9b-4c03-94c8-1a9d1b023aec" providerId="ADAL" clId="{27AA6860-97B9-4782-B146-A994DCDF5C7F}" dt="2023-08-17T01:25:52.685" v="1282" actId="1076"/>
        <pc:sldMkLst>
          <pc:docMk/>
          <pc:sldMk cId="2505146478" sldId="920"/>
        </pc:sldMkLst>
      </pc:sldChg>
      <pc:sldChg chg="addSp delSp modSp mod">
        <pc:chgData name="정창옥" userId="36afd207-1c9b-4c03-94c8-1a9d1b023aec" providerId="ADAL" clId="{27AA6860-97B9-4782-B146-A994DCDF5C7F}" dt="2023-08-07T07:26:09.497" v="467" actId="478"/>
        <pc:sldMkLst>
          <pc:docMk/>
          <pc:sldMk cId="4154566782" sldId="921"/>
        </pc:sldMkLst>
      </pc:sldChg>
      <pc:sldChg chg="modSp mod">
        <pc:chgData name="정창옥" userId="36afd207-1c9b-4c03-94c8-1a9d1b023aec" providerId="ADAL" clId="{27AA6860-97B9-4782-B146-A994DCDF5C7F}" dt="2023-08-06T13:15:41.058" v="110" actId="692"/>
        <pc:sldMkLst>
          <pc:docMk/>
          <pc:sldMk cId="2291069613" sldId="922"/>
        </pc:sldMkLst>
      </pc:sldChg>
      <pc:sldChg chg="addSp delSp modSp mod">
        <pc:chgData name="정창옥" userId="36afd207-1c9b-4c03-94c8-1a9d1b023aec" providerId="ADAL" clId="{27AA6860-97B9-4782-B146-A994DCDF5C7F}" dt="2023-08-16T08:08:05.284" v="899" actId="1076"/>
        <pc:sldMkLst>
          <pc:docMk/>
          <pc:sldMk cId="1055878964" sldId="923"/>
        </pc:sldMkLst>
      </pc:sldChg>
      <pc:sldChg chg="modSp mod">
        <pc:chgData name="정창옥" userId="36afd207-1c9b-4c03-94c8-1a9d1b023aec" providerId="ADAL" clId="{27AA6860-97B9-4782-B146-A994DCDF5C7F}" dt="2023-08-17T01:05:50.461" v="1101" actId="1036"/>
        <pc:sldMkLst>
          <pc:docMk/>
          <pc:sldMk cId="1964245144" sldId="925"/>
        </pc:sldMkLst>
      </pc:sldChg>
      <pc:sldChg chg="modSp mod">
        <pc:chgData name="정창옥" userId="36afd207-1c9b-4c03-94c8-1a9d1b023aec" providerId="ADAL" clId="{27AA6860-97B9-4782-B146-A994DCDF5C7F}" dt="2023-08-07T07:15:05.211" v="459" actId="1038"/>
        <pc:sldMkLst>
          <pc:docMk/>
          <pc:sldMk cId="543715859" sldId="926"/>
        </pc:sldMkLst>
      </pc:sldChg>
      <pc:sldChg chg="modSp mod">
        <pc:chgData name="정창옥" userId="36afd207-1c9b-4c03-94c8-1a9d1b023aec" providerId="ADAL" clId="{27AA6860-97B9-4782-B146-A994DCDF5C7F}" dt="2023-08-17T01:08:48.044" v="1127" actId="14100"/>
        <pc:sldMkLst>
          <pc:docMk/>
          <pc:sldMk cId="1257357581" sldId="927"/>
        </pc:sldMkLst>
      </pc:sldChg>
      <pc:sldChg chg="modSp mod">
        <pc:chgData name="정창옥" userId="36afd207-1c9b-4c03-94c8-1a9d1b023aec" providerId="ADAL" clId="{27AA6860-97B9-4782-B146-A994DCDF5C7F}" dt="2023-08-06T13:13:36.471" v="14" actId="692"/>
        <pc:sldMkLst>
          <pc:docMk/>
          <pc:sldMk cId="3784733205" sldId="928"/>
        </pc:sldMkLst>
      </pc:sldChg>
      <pc:sldChg chg="modSp mod">
        <pc:chgData name="정창옥" userId="36afd207-1c9b-4c03-94c8-1a9d1b023aec" providerId="ADAL" clId="{27AA6860-97B9-4782-B146-A994DCDF5C7F}" dt="2023-08-06T13:14:06.231" v="28" actId="692"/>
        <pc:sldMkLst>
          <pc:docMk/>
          <pc:sldMk cId="3225896202" sldId="931"/>
        </pc:sldMkLst>
      </pc:sldChg>
      <pc:sldChg chg="modSp mod">
        <pc:chgData name="정창옥" userId="36afd207-1c9b-4c03-94c8-1a9d1b023aec" providerId="ADAL" clId="{27AA6860-97B9-4782-B146-A994DCDF5C7F}" dt="2023-08-16T07:44:47.989" v="646" actId="14100"/>
        <pc:sldMkLst>
          <pc:docMk/>
          <pc:sldMk cId="4285088457" sldId="933"/>
        </pc:sldMkLst>
      </pc:sldChg>
      <pc:sldChg chg="modSp mod">
        <pc:chgData name="정창옥" userId="36afd207-1c9b-4c03-94c8-1a9d1b023aec" providerId="ADAL" clId="{27AA6860-97B9-4782-B146-A994DCDF5C7F}" dt="2023-08-16T07:30:56.689" v="573" actId="1076"/>
        <pc:sldMkLst>
          <pc:docMk/>
          <pc:sldMk cId="151631714" sldId="934"/>
        </pc:sldMkLst>
      </pc:sldChg>
      <pc:sldChg chg="modSp mod">
        <pc:chgData name="정창옥" userId="36afd207-1c9b-4c03-94c8-1a9d1b023aec" providerId="ADAL" clId="{27AA6860-97B9-4782-B146-A994DCDF5C7F}" dt="2023-08-17T01:24:29.327" v="1276" actId="1037"/>
        <pc:sldMkLst>
          <pc:docMk/>
          <pc:sldMk cId="341346299" sldId="935"/>
        </pc:sldMkLst>
      </pc:sldChg>
      <pc:sldChg chg="modSp mod">
        <pc:chgData name="정창옥" userId="36afd207-1c9b-4c03-94c8-1a9d1b023aec" providerId="ADAL" clId="{27AA6860-97B9-4782-B146-A994DCDF5C7F}" dt="2023-08-16T07:45:12.752" v="650" actId="1037"/>
        <pc:sldMkLst>
          <pc:docMk/>
          <pc:sldMk cId="1647152032" sldId="937"/>
        </pc:sldMkLst>
      </pc:sldChg>
      <pc:sldChg chg="modSp mod">
        <pc:chgData name="정창옥" userId="36afd207-1c9b-4c03-94c8-1a9d1b023aec" providerId="ADAL" clId="{27AA6860-97B9-4782-B146-A994DCDF5C7F}" dt="2023-08-06T13:14:57.784" v="84" actId="1037"/>
        <pc:sldMkLst>
          <pc:docMk/>
          <pc:sldMk cId="2218366588" sldId="939"/>
        </pc:sldMkLst>
      </pc:sldChg>
      <pc:sldChg chg="modSp mod">
        <pc:chgData name="정창옥" userId="36afd207-1c9b-4c03-94c8-1a9d1b023aec" providerId="ADAL" clId="{27AA6860-97B9-4782-B146-A994DCDF5C7F}" dt="2023-08-17T01:25:04.896" v="1278" actId="1076"/>
        <pc:sldMkLst>
          <pc:docMk/>
          <pc:sldMk cId="2794707729" sldId="940"/>
        </pc:sldMkLst>
      </pc:sldChg>
      <pc:sldChg chg="modSp mod">
        <pc:chgData name="정창옥" userId="36afd207-1c9b-4c03-94c8-1a9d1b023aec" providerId="ADAL" clId="{27AA6860-97B9-4782-B146-A994DCDF5C7F}" dt="2023-08-06T13:29:26.703" v="426" actId="20577"/>
        <pc:sldMkLst>
          <pc:docMk/>
          <pc:sldMk cId="4109501609" sldId="940"/>
        </pc:sldMkLst>
      </pc:sldChg>
      <pc:sldChg chg="modSp mod">
        <pc:chgData name="정창옥" userId="36afd207-1c9b-4c03-94c8-1a9d1b023aec" providerId="ADAL" clId="{27AA6860-97B9-4782-B146-A994DCDF5C7F}" dt="2023-08-07T07:33:50.241" v="550" actId="1036"/>
        <pc:sldMkLst>
          <pc:docMk/>
          <pc:sldMk cId="1320714812" sldId="941"/>
        </pc:sldMkLst>
      </pc:sldChg>
      <pc:sldChg chg="modSp mod">
        <pc:chgData name="정창옥" userId="36afd207-1c9b-4c03-94c8-1a9d1b023aec" providerId="ADAL" clId="{27AA6860-97B9-4782-B146-A994DCDF5C7F}" dt="2023-08-16T08:27:49.329" v="974" actId="1037"/>
        <pc:sldMkLst>
          <pc:docMk/>
          <pc:sldMk cId="2525943278" sldId="942"/>
        </pc:sldMkLst>
      </pc:sldChg>
      <pc:sldChg chg="modSp mod">
        <pc:chgData name="정창옥" userId="36afd207-1c9b-4c03-94c8-1a9d1b023aec" providerId="ADAL" clId="{27AA6860-97B9-4782-B146-A994DCDF5C7F}" dt="2023-08-16T08:22:13.650" v="949" actId="1036"/>
        <pc:sldMkLst>
          <pc:docMk/>
          <pc:sldMk cId="1699605530" sldId="943"/>
        </pc:sldMkLst>
      </pc:sldChg>
      <pc:sldChg chg="modSp mod">
        <pc:chgData name="정창옥" userId="36afd207-1c9b-4c03-94c8-1a9d1b023aec" providerId="ADAL" clId="{27AA6860-97B9-4782-B146-A994DCDF5C7F}" dt="2023-08-17T01:11:09.989" v="1130" actId="1076"/>
        <pc:sldMkLst>
          <pc:docMk/>
          <pc:sldMk cId="2353828674" sldId="944"/>
        </pc:sldMkLst>
      </pc:sldChg>
      <pc:sldChg chg="modSp mod">
        <pc:chgData name="정창옥" userId="36afd207-1c9b-4c03-94c8-1a9d1b023aec" providerId="ADAL" clId="{27AA6860-97B9-4782-B146-A994DCDF5C7F}" dt="2023-08-17T01:19:41.773" v="1220" actId="1076"/>
        <pc:sldMkLst>
          <pc:docMk/>
          <pc:sldMk cId="728608420" sldId="945"/>
        </pc:sldMkLst>
      </pc:sldChg>
      <pc:sldChg chg="modSp mod">
        <pc:chgData name="정창옥" userId="36afd207-1c9b-4c03-94c8-1a9d1b023aec" providerId="ADAL" clId="{27AA6860-97B9-4782-B146-A994DCDF5C7F}" dt="2023-08-17T01:21:02.563" v="1229" actId="1076"/>
        <pc:sldMkLst>
          <pc:docMk/>
          <pc:sldMk cId="261411276" sldId="946"/>
        </pc:sldMkLst>
      </pc:sldChg>
      <pc:sldChg chg="modSp mod">
        <pc:chgData name="정창옥" userId="36afd207-1c9b-4c03-94c8-1a9d1b023aec" providerId="ADAL" clId="{27AA6860-97B9-4782-B146-A994DCDF5C7F}" dt="2023-08-17T01:22:15.118" v="1241" actId="1076"/>
        <pc:sldMkLst>
          <pc:docMk/>
          <pc:sldMk cId="306406841" sldId="947"/>
        </pc:sldMkLst>
      </pc:sldChg>
      <pc:sldChg chg="modSp mod">
        <pc:chgData name="정창옥" userId="36afd207-1c9b-4c03-94c8-1a9d1b023aec" providerId="ADAL" clId="{27AA6860-97B9-4782-B146-A994DCDF5C7F}" dt="2023-08-17T01:22:42.425" v="1246" actId="1076"/>
        <pc:sldMkLst>
          <pc:docMk/>
          <pc:sldMk cId="3881478923" sldId="948"/>
        </pc:sldMkLst>
      </pc:sldChg>
      <pc:sldChg chg="modSp mod">
        <pc:chgData name="정창옥" userId="36afd207-1c9b-4c03-94c8-1a9d1b023aec" providerId="ADAL" clId="{27AA6860-97B9-4782-B146-A994DCDF5C7F}" dt="2023-08-16T07:48:41.478" v="697" actId="20577"/>
        <pc:sldMkLst>
          <pc:docMk/>
          <pc:sldMk cId="3745313581" sldId="949"/>
        </pc:sldMkLst>
      </pc:sldChg>
      <pc:sldChg chg="modSp mod">
        <pc:chgData name="정창옥" userId="36afd207-1c9b-4c03-94c8-1a9d1b023aec" providerId="ADAL" clId="{27AA6860-97B9-4782-B146-A994DCDF5C7F}" dt="2023-08-17T01:27:14.864" v="1289" actId="1076"/>
        <pc:sldMkLst>
          <pc:docMk/>
          <pc:sldMk cId="1001941838" sldId="950"/>
        </pc:sldMkLst>
      </pc:sldChg>
      <pc:sldChg chg="modSp mod">
        <pc:chgData name="정창옥" userId="36afd207-1c9b-4c03-94c8-1a9d1b023aec" providerId="ADAL" clId="{27AA6860-97B9-4782-B146-A994DCDF5C7F}" dt="2023-08-16T07:49:06.673" v="706" actId="20577"/>
        <pc:sldMkLst>
          <pc:docMk/>
          <pc:sldMk cId="182453629" sldId="951"/>
        </pc:sldMkLst>
      </pc:sldChg>
      <pc:sldChg chg="modSp mod">
        <pc:chgData name="정창옥" userId="36afd207-1c9b-4c03-94c8-1a9d1b023aec" providerId="ADAL" clId="{27AA6860-97B9-4782-B146-A994DCDF5C7F}" dt="2023-08-16T07:49:22.001" v="711" actId="14100"/>
        <pc:sldMkLst>
          <pc:docMk/>
          <pc:sldMk cId="1810497343" sldId="952"/>
        </pc:sldMkLst>
      </pc:sldChg>
      <pc:sldChg chg="modSp mod">
        <pc:chgData name="정창옥" userId="36afd207-1c9b-4c03-94c8-1a9d1b023aec" providerId="ADAL" clId="{27AA6860-97B9-4782-B146-A994DCDF5C7F}" dt="2023-08-17T01:26:51.598" v="1286" actId="1076"/>
        <pc:sldMkLst>
          <pc:docMk/>
          <pc:sldMk cId="3962400764" sldId="953"/>
        </pc:sldMkLst>
      </pc:sldChg>
      <pc:sldChg chg="modSp mod">
        <pc:chgData name="정창옥" userId="36afd207-1c9b-4c03-94c8-1a9d1b023aec" providerId="ADAL" clId="{27AA6860-97B9-4782-B146-A994DCDF5C7F}" dt="2023-08-17T01:19:52.467" v="1222" actId="1076"/>
        <pc:sldMkLst>
          <pc:docMk/>
          <pc:sldMk cId="4193147227" sldId="954"/>
        </pc:sldMkLst>
      </pc:sldChg>
      <pc:sldChg chg="modSp mod">
        <pc:chgData name="정창옥" userId="36afd207-1c9b-4c03-94c8-1a9d1b023aec" providerId="ADAL" clId="{27AA6860-97B9-4782-B146-A994DCDF5C7F}" dt="2023-08-17T01:20:02.661" v="1224" actId="1076"/>
        <pc:sldMkLst>
          <pc:docMk/>
          <pc:sldMk cId="151563827" sldId="955"/>
        </pc:sldMkLst>
      </pc:sldChg>
      <pc:sldChg chg="modSp mod">
        <pc:chgData name="정창옥" userId="36afd207-1c9b-4c03-94c8-1a9d1b023aec" providerId="ADAL" clId="{27AA6860-97B9-4782-B146-A994DCDF5C7F}" dt="2023-08-06T13:21:20.041" v="255" actId="692"/>
        <pc:sldMkLst>
          <pc:docMk/>
          <pc:sldMk cId="529816105" sldId="956"/>
        </pc:sldMkLst>
      </pc:sldChg>
      <pc:sldChg chg="modSp mod">
        <pc:chgData name="정창옥" userId="36afd207-1c9b-4c03-94c8-1a9d1b023aec" providerId="ADAL" clId="{27AA6860-97B9-4782-B146-A994DCDF5C7F}" dt="2023-08-06T13:21:27.497" v="258" actId="692"/>
        <pc:sldMkLst>
          <pc:docMk/>
          <pc:sldMk cId="20230432" sldId="957"/>
        </pc:sldMkLst>
      </pc:sldChg>
      <pc:sldChg chg="modSp mod">
        <pc:chgData name="정창옥" userId="36afd207-1c9b-4c03-94c8-1a9d1b023aec" providerId="ADAL" clId="{27AA6860-97B9-4782-B146-A994DCDF5C7F}" dt="2023-08-06T13:21:34.256" v="261" actId="692"/>
        <pc:sldMkLst>
          <pc:docMk/>
          <pc:sldMk cId="2923186132" sldId="958"/>
        </pc:sldMkLst>
      </pc:sldChg>
      <pc:sldChg chg="modSp mod">
        <pc:chgData name="정창옥" userId="36afd207-1c9b-4c03-94c8-1a9d1b023aec" providerId="ADAL" clId="{27AA6860-97B9-4782-B146-A994DCDF5C7F}" dt="2023-08-16T07:50:27.490" v="727" actId="1037"/>
        <pc:sldMkLst>
          <pc:docMk/>
          <pc:sldMk cId="255974276" sldId="959"/>
        </pc:sldMkLst>
      </pc:sldChg>
      <pc:sldChg chg="modSp mod">
        <pc:chgData name="정창옥" userId="36afd207-1c9b-4c03-94c8-1a9d1b023aec" providerId="ADAL" clId="{27AA6860-97B9-4782-B146-A994DCDF5C7F}" dt="2023-08-06T13:21:46.520" v="267" actId="692"/>
        <pc:sldMkLst>
          <pc:docMk/>
          <pc:sldMk cId="3787065687" sldId="960"/>
        </pc:sldMkLst>
      </pc:sldChg>
      <pc:sldChg chg="modSp mod">
        <pc:chgData name="정창옥" userId="36afd207-1c9b-4c03-94c8-1a9d1b023aec" providerId="ADAL" clId="{27AA6860-97B9-4782-B146-A994DCDF5C7F}" dt="2023-08-17T01:48:35.728" v="1303" actId="1036"/>
        <pc:sldMkLst>
          <pc:docMk/>
          <pc:sldMk cId="517445231" sldId="961"/>
        </pc:sldMkLst>
      </pc:sldChg>
      <pc:sldChg chg="modSp mod">
        <pc:chgData name="정창옥" userId="36afd207-1c9b-4c03-94c8-1a9d1b023aec" providerId="ADAL" clId="{27AA6860-97B9-4782-B146-A994DCDF5C7F}" dt="2023-08-06T13:24:28.499" v="342" actId="692"/>
        <pc:sldMkLst>
          <pc:docMk/>
          <pc:sldMk cId="3524524273" sldId="962"/>
        </pc:sldMkLst>
      </pc:sldChg>
      <pc:sldChg chg="modSp mod">
        <pc:chgData name="정창옥" userId="36afd207-1c9b-4c03-94c8-1a9d1b023aec" providerId="ADAL" clId="{27AA6860-97B9-4782-B146-A994DCDF5C7F}" dt="2023-08-06T13:24:58.963" v="356" actId="20577"/>
        <pc:sldMkLst>
          <pc:docMk/>
          <pc:sldMk cId="1275248210" sldId="963"/>
        </pc:sldMkLst>
      </pc:sldChg>
      <pc:sldChg chg="modSp mod">
        <pc:chgData name="정창옥" userId="36afd207-1c9b-4c03-94c8-1a9d1b023aec" providerId="ADAL" clId="{27AA6860-97B9-4782-B146-A994DCDF5C7F}" dt="2023-08-06T13:28:30.815" v="421" actId="1037"/>
        <pc:sldMkLst>
          <pc:docMk/>
          <pc:sldMk cId="1870098802" sldId="964"/>
        </pc:sldMkLst>
      </pc:sldChg>
      <pc:sldChg chg="modSp mod">
        <pc:chgData name="정창옥" userId="36afd207-1c9b-4c03-94c8-1a9d1b023aec" providerId="ADAL" clId="{27AA6860-97B9-4782-B146-A994DCDF5C7F}" dt="2023-08-16T07:49:30.995" v="715" actId="692"/>
        <pc:sldMkLst>
          <pc:docMk/>
          <pc:sldMk cId="4111833459" sldId="965"/>
        </pc:sldMkLst>
      </pc:sldChg>
      <pc:sldChg chg="modSp mod">
        <pc:chgData name="정창옥" userId="36afd207-1c9b-4c03-94c8-1a9d1b023aec" providerId="ADAL" clId="{27AA6860-97B9-4782-B146-A994DCDF5C7F}" dt="2023-08-16T07:50:00.814" v="726" actId="1035"/>
        <pc:sldMkLst>
          <pc:docMk/>
          <pc:sldMk cId="2956247619" sldId="966"/>
        </pc:sldMkLst>
      </pc:sldChg>
      <pc:sldChg chg="modSp mod">
        <pc:chgData name="정창옥" userId="36afd207-1c9b-4c03-94c8-1a9d1b023aec" providerId="ADAL" clId="{27AA6860-97B9-4782-B146-A994DCDF5C7F}" dt="2023-08-06T13:25:08.320" v="359" actId="692"/>
        <pc:sldMkLst>
          <pc:docMk/>
          <pc:sldMk cId="4102588689" sldId="967"/>
        </pc:sldMkLst>
      </pc:sldChg>
      <pc:sldChg chg="modSp mod">
        <pc:chgData name="정창옥" userId="36afd207-1c9b-4c03-94c8-1a9d1b023aec" providerId="ADAL" clId="{27AA6860-97B9-4782-B146-A994DCDF5C7F}" dt="2023-08-17T01:26:43.512" v="1285" actId="1076"/>
        <pc:sldMkLst>
          <pc:docMk/>
          <pc:sldMk cId="1155331861" sldId="968"/>
        </pc:sldMkLst>
      </pc:sldChg>
      <pc:sldChg chg="modSp mod">
        <pc:chgData name="정창옥" userId="36afd207-1c9b-4c03-94c8-1a9d1b023aec" providerId="ADAL" clId="{27AA6860-97B9-4782-B146-A994DCDF5C7F}" dt="2023-08-16T08:29:16.177" v="976" actId="14100"/>
        <pc:sldMkLst>
          <pc:docMk/>
          <pc:sldMk cId="441136183" sldId="969"/>
        </pc:sldMkLst>
      </pc:sldChg>
      <pc:sldChg chg="modSp mod">
        <pc:chgData name="정창옥" userId="36afd207-1c9b-4c03-94c8-1a9d1b023aec" providerId="ADAL" clId="{27AA6860-97B9-4782-B146-A994DCDF5C7F}" dt="2023-08-16T07:57:02.657" v="808" actId="1035"/>
        <pc:sldMkLst>
          <pc:docMk/>
          <pc:sldMk cId="3096330034" sldId="970"/>
        </pc:sldMkLst>
      </pc:sldChg>
      <pc:sldChg chg="modSp mod">
        <pc:chgData name="정창옥" userId="36afd207-1c9b-4c03-94c8-1a9d1b023aec" providerId="ADAL" clId="{27AA6860-97B9-4782-B146-A994DCDF5C7F}" dt="2023-08-17T01:47:45.828" v="1297" actId="692"/>
        <pc:sldMkLst>
          <pc:docMk/>
          <pc:sldMk cId="3581624033" sldId="971"/>
        </pc:sldMkLst>
      </pc:sldChg>
      <pc:sldChg chg="modSp mod">
        <pc:chgData name="정창옥" userId="36afd207-1c9b-4c03-94c8-1a9d1b023aec" providerId="ADAL" clId="{27AA6860-97B9-4782-B146-A994DCDF5C7F}" dt="2023-08-06T13:28:08.278" v="420" actId="1036"/>
        <pc:sldMkLst>
          <pc:docMk/>
          <pc:sldMk cId="2626944958" sldId="972"/>
        </pc:sldMkLst>
      </pc:sldChg>
      <pc:sldChg chg="modSp mod">
        <pc:chgData name="정창옥" userId="36afd207-1c9b-4c03-94c8-1a9d1b023aec" providerId="ADAL" clId="{27AA6860-97B9-4782-B146-A994DCDF5C7F}" dt="2023-08-06T13:15:09.749" v="98" actId="1038"/>
        <pc:sldMkLst>
          <pc:docMk/>
          <pc:sldMk cId="3103420704" sldId="973"/>
        </pc:sldMkLst>
      </pc:sldChg>
      <pc:sldChg chg="modSp mod">
        <pc:chgData name="정창옥" userId="36afd207-1c9b-4c03-94c8-1a9d1b023aec" providerId="ADAL" clId="{27AA6860-97B9-4782-B146-A994DCDF5C7F}" dt="2023-08-06T13:22:43.702" v="292" actId="692"/>
        <pc:sldMkLst>
          <pc:docMk/>
          <pc:sldMk cId="419155394" sldId="974"/>
        </pc:sldMkLst>
      </pc:sldChg>
      <pc:sldChg chg="modSp mod">
        <pc:chgData name="정창옥" userId="36afd207-1c9b-4c03-94c8-1a9d1b023aec" providerId="ADAL" clId="{27AA6860-97B9-4782-B146-A994DCDF5C7F}" dt="2023-08-16T07:45:25.421" v="651" actId="14100"/>
        <pc:sldMkLst>
          <pc:docMk/>
          <pc:sldMk cId="3380032705" sldId="975"/>
        </pc:sldMkLst>
      </pc:sldChg>
      <pc:sldChg chg="modSp mod">
        <pc:chgData name="정창옥" userId="36afd207-1c9b-4c03-94c8-1a9d1b023aec" providerId="ADAL" clId="{27AA6860-97B9-4782-B146-A994DCDF5C7F}" dt="2023-08-17T01:06:58.986" v="1123" actId="14100"/>
        <pc:sldMkLst>
          <pc:docMk/>
          <pc:sldMk cId="2648866678" sldId="976"/>
        </pc:sldMkLst>
      </pc:sldChg>
      <pc:sldChg chg="modSp mod">
        <pc:chgData name="정창옥" userId="36afd207-1c9b-4c03-94c8-1a9d1b023aec" providerId="ADAL" clId="{27AA6860-97B9-4782-B146-A994DCDF5C7F}" dt="2023-08-06T13:14:36.531" v="45" actId="692"/>
        <pc:sldMkLst>
          <pc:docMk/>
          <pc:sldMk cId="3708430808" sldId="977"/>
        </pc:sldMkLst>
      </pc:sldChg>
      <pc:sldChg chg="modSp mod">
        <pc:chgData name="정창옥" userId="36afd207-1c9b-4c03-94c8-1a9d1b023aec" providerId="ADAL" clId="{27AA6860-97B9-4782-B146-A994DCDF5C7F}" dt="2023-08-06T13:32:26.944" v="447" actId="20577"/>
        <pc:sldMkLst>
          <pc:docMk/>
          <pc:sldMk cId="3209315924" sldId="978"/>
        </pc:sldMkLst>
      </pc:sldChg>
      <pc:sldChg chg="modSp mod">
        <pc:chgData name="정창옥" userId="36afd207-1c9b-4c03-94c8-1a9d1b023aec" providerId="ADAL" clId="{27AA6860-97B9-4782-B146-A994DCDF5C7F}" dt="2023-08-16T07:40:20.540" v="627" actId="14100"/>
        <pc:sldMkLst>
          <pc:docMk/>
          <pc:sldMk cId="1969546199" sldId="979"/>
        </pc:sldMkLst>
      </pc:sldChg>
      <pc:sldChg chg="modSp mod">
        <pc:chgData name="정창옥" userId="36afd207-1c9b-4c03-94c8-1a9d1b023aec" providerId="ADAL" clId="{27AA6860-97B9-4782-B146-A994DCDF5C7F}" dt="2023-08-17T01:21:55.123" v="1238" actId="1076"/>
        <pc:sldMkLst>
          <pc:docMk/>
          <pc:sldMk cId="2418874033" sldId="980"/>
        </pc:sldMkLst>
      </pc:sldChg>
      <pc:sldChg chg="modSp mod">
        <pc:chgData name="정창옥" userId="36afd207-1c9b-4c03-94c8-1a9d1b023aec" providerId="ADAL" clId="{27AA6860-97B9-4782-B146-A994DCDF5C7F}" dt="2023-08-17T01:21:18.291" v="1231" actId="1076"/>
        <pc:sldMkLst>
          <pc:docMk/>
          <pc:sldMk cId="2918267510" sldId="981"/>
        </pc:sldMkLst>
      </pc:sldChg>
      <pc:sldChg chg="modSp mod">
        <pc:chgData name="정창옥" userId="36afd207-1c9b-4c03-94c8-1a9d1b023aec" providerId="ADAL" clId="{27AA6860-97B9-4782-B146-A994DCDF5C7F}" dt="2023-08-06T13:13:41.385" v="16" actId="692"/>
        <pc:sldMkLst>
          <pc:docMk/>
          <pc:sldMk cId="2755153615" sldId="982"/>
        </pc:sldMkLst>
      </pc:sldChg>
      <pc:sldChg chg="modSp mod">
        <pc:chgData name="정창옥" userId="36afd207-1c9b-4c03-94c8-1a9d1b023aec" providerId="ADAL" clId="{27AA6860-97B9-4782-B146-A994DCDF5C7F}" dt="2023-08-16T08:31:37.193" v="1015" actId="1038"/>
        <pc:sldMkLst>
          <pc:docMk/>
          <pc:sldMk cId="2783751731" sldId="983"/>
        </pc:sldMkLst>
      </pc:sldChg>
      <pc:sldChg chg="modSp mod">
        <pc:chgData name="정창옥" userId="36afd207-1c9b-4c03-94c8-1a9d1b023aec" providerId="ADAL" clId="{27AA6860-97B9-4782-B146-A994DCDF5C7F}" dt="2023-08-17T01:21:39.118" v="1235" actId="1076"/>
        <pc:sldMkLst>
          <pc:docMk/>
          <pc:sldMk cId="1968782933" sldId="984"/>
        </pc:sldMkLst>
      </pc:sldChg>
      <pc:sldChg chg="modSp mod">
        <pc:chgData name="정창옥" userId="36afd207-1c9b-4c03-94c8-1a9d1b023aec" providerId="ADAL" clId="{27AA6860-97B9-4782-B146-A994DCDF5C7F}" dt="2023-08-16T07:49:39.687" v="718" actId="692"/>
        <pc:sldMkLst>
          <pc:docMk/>
          <pc:sldMk cId="1165448122" sldId="985"/>
        </pc:sldMkLst>
      </pc:sldChg>
      <pc:sldChg chg="modSp mod">
        <pc:chgData name="정창옥" userId="36afd207-1c9b-4c03-94c8-1a9d1b023aec" providerId="ADAL" clId="{27AA6860-97B9-4782-B146-A994DCDF5C7F}" dt="2023-08-06T13:25:15.393" v="362" actId="692"/>
        <pc:sldMkLst>
          <pc:docMk/>
          <pc:sldMk cId="2502882120" sldId="986"/>
        </pc:sldMkLst>
      </pc:sldChg>
      <pc:sldChg chg="modSp mod">
        <pc:chgData name="정창옥" userId="36afd207-1c9b-4c03-94c8-1a9d1b023aec" providerId="ADAL" clId="{27AA6860-97B9-4782-B146-A994DCDF5C7F}" dt="2023-08-06T13:27:56.032" v="417" actId="14100"/>
        <pc:sldMkLst>
          <pc:docMk/>
          <pc:sldMk cId="1663229233" sldId="987"/>
        </pc:sldMkLst>
      </pc:sldChg>
      <pc:sldChg chg="modSp mod">
        <pc:chgData name="정창옥" userId="36afd207-1c9b-4c03-94c8-1a9d1b023aec" providerId="ADAL" clId="{27AA6860-97B9-4782-B146-A994DCDF5C7F}" dt="2023-08-17T01:06:41.902" v="1121" actId="1035"/>
        <pc:sldMkLst>
          <pc:docMk/>
          <pc:sldMk cId="3229375990" sldId="987"/>
        </pc:sldMkLst>
      </pc:sldChg>
      <pc:sldChg chg="modSp mod">
        <pc:chgData name="정창옥" userId="36afd207-1c9b-4c03-94c8-1a9d1b023aec" providerId="ADAL" clId="{27AA6860-97B9-4782-B146-A994DCDF5C7F}" dt="2023-08-06T13:27:21.765" v="406" actId="14100"/>
        <pc:sldMkLst>
          <pc:docMk/>
          <pc:sldMk cId="2149129131" sldId="988"/>
        </pc:sldMkLst>
      </pc:sldChg>
      <pc:sldChg chg="modSp mod">
        <pc:chgData name="정창옥" userId="36afd207-1c9b-4c03-94c8-1a9d1b023aec" providerId="ADAL" clId="{27AA6860-97B9-4782-B146-A994DCDF5C7F}" dt="2023-08-16T07:56:45.561" v="805" actId="1037"/>
        <pc:sldMkLst>
          <pc:docMk/>
          <pc:sldMk cId="1839206509" sldId="989"/>
        </pc:sldMkLst>
      </pc:sldChg>
      <pc:sldChg chg="modSp mod">
        <pc:chgData name="정창옥" userId="36afd207-1c9b-4c03-94c8-1a9d1b023aec" providerId="ADAL" clId="{27AA6860-97B9-4782-B146-A994DCDF5C7F}" dt="2023-08-06T13:26:27.647" v="393" actId="692"/>
        <pc:sldMkLst>
          <pc:docMk/>
          <pc:sldMk cId="1026887772" sldId="990"/>
        </pc:sldMkLst>
      </pc:sldChg>
      <pc:sldChg chg="modSp mod">
        <pc:chgData name="정창옥" userId="36afd207-1c9b-4c03-94c8-1a9d1b023aec" providerId="ADAL" clId="{27AA6860-97B9-4782-B146-A994DCDF5C7F}" dt="2023-08-06T13:26:36.342" v="397" actId="692"/>
        <pc:sldMkLst>
          <pc:docMk/>
          <pc:sldMk cId="3852400683" sldId="991"/>
        </pc:sldMkLst>
      </pc:sldChg>
      <pc:sldChg chg="modSp mod">
        <pc:chgData name="정창옥" userId="36afd207-1c9b-4c03-94c8-1a9d1b023aec" providerId="ADAL" clId="{27AA6860-97B9-4782-B146-A994DCDF5C7F}" dt="2023-08-16T07:51:15.073" v="737" actId="14100"/>
        <pc:sldMkLst>
          <pc:docMk/>
          <pc:sldMk cId="3838588858" sldId="992"/>
        </pc:sldMkLst>
      </pc:sldChg>
      <pc:sldChg chg="modSp mod">
        <pc:chgData name="정창옥" userId="36afd207-1c9b-4c03-94c8-1a9d1b023aec" providerId="ADAL" clId="{27AA6860-97B9-4782-B146-A994DCDF5C7F}" dt="2023-08-16T07:56:19.352" v="801" actId="14100"/>
        <pc:sldMkLst>
          <pc:docMk/>
          <pc:sldMk cId="3814633304" sldId="993"/>
        </pc:sldMkLst>
      </pc:sldChg>
      <pc:sldChg chg="modSp mod">
        <pc:chgData name="정창옥" userId="36afd207-1c9b-4c03-94c8-1a9d1b023aec" providerId="ADAL" clId="{27AA6860-97B9-4782-B146-A994DCDF5C7F}" dt="2023-08-16T07:51:45.702" v="747" actId="692"/>
        <pc:sldMkLst>
          <pc:docMk/>
          <pc:sldMk cId="3049135104" sldId="994"/>
        </pc:sldMkLst>
      </pc:sldChg>
      <pc:sldChg chg="modSp mod">
        <pc:chgData name="정창옥" userId="36afd207-1c9b-4c03-94c8-1a9d1b023aec" providerId="ADAL" clId="{27AA6860-97B9-4782-B146-A994DCDF5C7F}" dt="2023-08-16T07:51:59.798" v="751" actId="1037"/>
        <pc:sldMkLst>
          <pc:docMk/>
          <pc:sldMk cId="544885023" sldId="995"/>
        </pc:sldMkLst>
      </pc:sldChg>
      <pc:sldChg chg="modSp">
        <pc:chgData name="정창옥" userId="36afd207-1c9b-4c03-94c8-1a9d1b023aec" providerId="ADAL" clId="{27AA6860-97B9-4782-B146-A994DCDF5C7F}" dt="2023-08-16T07:52:07.028" v="754" actId="692"/>
        <pc:sldMkLst>
          <pc:docMk/>
          <pc:sldMk cId="1322453761" sldId="996"/>
        </pc:sldMkLst>
      </pc:sldChg>
      <pc:sldChg chg="modSp mod">
        <pc:chgData name="정창옥" userId="36afd207-1c9b-4c03-94c8-1a9d1b023aec" providerId="ADAL" clId="{27AA6860-97B9-4782-B146-A994DCDF5C7F}" dt="2023-08-16T07:55:17.869" v="789" actId="14100"/>
        <pc:sldMkLst>
          <pc:docMk/>
          <pc:sldMk cId="2113591325" sldId="997"/>
        </pc:sldMkLst>
      </pc:sldChg>
      <pc:sldChg chg="modSp mod">
        <pc:chgData name="정창옥" userId="36afd207-1c9b-4c03-94c8-1a9d1b023aec" providerId="ADAL" clId="{27AA6860-97B9-4782-B146-A994DCDF5C7F}" dt="2023-08-16T07:55:08.590" v="787" actId="14100"/>
        <pc:sldMkLst>
          <pc:docMk/>
          <pc:sldMk cId="964958672" sldId="998"/>
        </pc:sldMkLst>
      </pc:sldChg>
      <pc:sldChg chg="modSp mod">
        <pc:chgData name="정창옥" userId="36afd207-1c9b-4c03-94c8-1a9d1b023aec" providerId="ADAL" clId="{27AA6860-97B9-4782-B146-A994DCDF5C7F}" dt="2023-08-16T07:52:46.164" v="769" actId="1037"/>
        <pc:sldMkLst>
          <pc:docMk/>
          <pc:sldMk cId="2132857006" sldId="999"/>
        </pc:sldMkLst>
      </pc:sldChg>
      <pc:sldChg chg="modSp mod">
        <pc:chgData name="정창옥" userId="36afd207-1c9b-4c03-94c8-1a9d1b023aec" providerId="ADAL" clId="{27AA6860-97B9-4782-B146-A994DCDF5C7F}" dt="2023-08-16T07:54:23.621" v="780" actId="14100"/>
        <pc:sldMkLst>
          <pc:docMk/>
          <pc:sldMk cId="3764681914" sldId="1000"/>
        </pc:sldMkLst>
      </pc:sldChg>
      <pc:sldChg chg="modSp">
        <pc:chgData name="정창옥" userId="36afd207-1c9b-4c03-94c8-1a9d1b023aec" providerId="ADAL" clId="{27AA6860-97B9-4782-B146-A994DCDF5C7F}" dt="2023-08-16T07:54:32.517" v="784" actId="692"/>
        <pc:sldMkLst>
          <pc:docMk/>
          <pc:sldMk cId="2275801209" sldId="1001"/>
        </pc:sldMkLst>
      </pc:sldChg>
      <pc:sldChg chg="modSp mod">
        <pc:chgData name="정창옥" userId="36afd207-1c9b-4c03-94c8-1a9d1b023aec" providerId="ADAL" clId="{27AA6860-97B9-4782-B146-A994DCDF5C7F}" dt="2023-08-17T01:47:25.927" v="1293" actId="14100"/>
        <pc:sldMkLst>
          <pc:docMk/>
          <pc:sldMk cId="4122570816" sldId="1012"/>
        </pc:sldMkLst>
      </pc:sldChg>
      <pc:sldChg chg="modSp mod">
        <pc:chgData name="정창옥" userId="36afd207-1c9b-4c03-94c8-1a9d1b023aec" providerId="ADAL" clId="{27AA6860-97B9-4782-B146-A994DCDF5C7F}" dt="2023-08-06T13:26:56.611" v="402" actId="1037"/>
        <pc:sldMkLst>
          <pc:docMk/>
          <pc:sldMk cId="1278024095" sldId="1019"/>
        </pc:sldMkLst>
      </pc:sldChg>
      <pc:sldChg chg="modSp mod">
        <pc:chgData name="정창옥" userId="36afd207-1c9b-4c03-94c8-1a9d1b023aec" providerId="ADAL" clId="{27AA6860-97B9-4782-B146-A994DCDF5C7F}" dt="2023-08-16T08:02:29.208" v="832" actId="14100"/>
        <pc:sldMkLst>
          <pc:docMk/>
          <pc:sldMk cId="2533689349" sldId="1020"/>
        </pc:sldMkLst>
      </pc:sldChg>
      <pc:sldChg chg="modSp mod">
        <pc:chgData name="정창옥" userId="36afd207-1c9b-4c03-94c8-1a9d1b023aec" providerId="ADAL" clId="{27AA6860-97B9-4782-B146-A994DCDF5C7F}" dt="2023-08-17T01:13:31.926" v="1143" actId="1076"/>
        <pc:sldMkLst>
          <pc:docMk/>
          <pc:sldMk cId="2898264280" sldId="1021"/>
        </pc:sldMkLst>
      </pc:sldChg>
      <pc:sldChg chg="modSp mod">
        <pc:chgData name="정창옥" userId="36afd207-1c9b-4c03-94c8-1a9d1b023aec" providerId="ADAL" clId="{27AA6860-97B9-4782-B146-A994DCDF5C7F}" dt="2023-08-17T01:19:18.365" v="1216" actId="14100"/>
        <pc:sldMkLst>
          <pc:docMk/>
          <pc:sldMk cId="3841982204" sldId="1022"/>
        </pc:sldMkLst>
      </pc:sldChg>
      <pc:sldChg chg="addSp delSp modSp mod">
        <pc:chgData name="정창옥" userId="36afd207-1c9b-4c03-94c8-1a9d1b023aec" providerId="ADAL" clId="{27AA6860-97B9-4782-B146-A994DCDF5C7F}" dt="2023-08-17T01:18:41.667" v="1210" actId="1076"/>
        <pc:sldMkLst>
          <pc:docMk/>
          <pc:sldMk cId="3019235443" sldId="1023"/>
        </pc:sldMkLst>
      </pc:sldChg>
      <pc:sldChg chg="modSp mod">
        <pc:chgData name="정창옥" userId="36afd207-1c9b-4c03-94c8-1a9d1b023aec" providerId="ADAL" clId="{27AA6860-97B9-4782-B146-A994DCDF5C7F}" dt="2023-08-16T07:58:37.660" v="814" actId="14100"/>
        <pc:sldMkLst>
          <pc:docMk/>
          <pc:sldMk cId="3911252390" sldId="1024"/>
        </pc:sldMkLst>
      </pc:sldChg>
      <pc:sldChg chg="modSp mod">
        <pc:chgData name="정창옥" userId="36afd207-1c9b-4c03-94c8-1a9d1b023aec" providerId="ADAL" clId="{27AA6860-97B9-4782-B146-A994DCDF5C7F}" dt="2023-08-06T13:16:22.517" v="125" actId="692"/>
        <pc:sldMkLst>
          <pc:docMk/>
          <pc:sldMk cId="746006926" sldId="1025"/>
        </pc:sldMkLst>
      </pc:sldChg>
      <pc:sldChg chg="modSp">
        <pc:chgData name="정창옥" userId="36afd207-1c9b-4c03-94c8-1a9d1b023aec" providerId="ADAL" clId="{27AA6860-97B9-4782-B146-A994DCDF5C7F}" dt="2023-08-06T13:16:30.042" v="128" actId="692"/>
        <pc:sldMkLst>
          <pc:docMk/>
          <pc:sldMk cId="424461163" sldId="1026"/>
        </pc:sldMkLst>
      </pc:sldChg>
      <pc:sldChg chg="modSp">
        <pc:chgData name="정창옥" userId="36afd207-1c9b-4c03-94c8-1a9d1b023aec" providerId="ADAL" clId="{27AA6860-97B9-4782-B146-A994DCDF5C7F}" dt="2023-08-06T13:16:35.596" v="131" actId="692"/>
        <pc:sldMkLst>
          <pc:docMk/>
          <pc:sldMk cId="267303101" sldId="1027"/>
        </pc:sldMkLst>
      </pc:sldChg>
      <pc:sldChg chg="modSp">
        <pc:chgData name="정창옥" userId="36afd207-1c9b-4c03-94c8-1a9d1b023aec" providerId="ADAL" clId="{27AA6860-97B9-4782-B146-A994DCDF5C7F}" dt="2023-08-06T13:16:41.588" v="134" actId="692"/>
        <pc:sldMkLst>
          <pc:docMk/>
          <pc:sldMk cId="588366973" sldId="1028"/>
        </pc:sldMkLst>
      </pc:sldChg>
      <pc:sldChg chg="modSp mod">
        <pc:chgData name="정창옥" userId="36afd207-1c9b-4c03-94c8-1a9d1b023aec" providerId="ADAL" clId="{27AA6860-97B9-4782-B146-A994DCDF5C7F}" dt="2023-08-06T13:16:50.315" v="137" actId="692"/>
        <pc:sldMkLst>
          <pc:docMk/>
          <pc:sldMk cId="278482609" sldId="1029"/>
        </pc:sldMkLst>
      </pc:sldChg>
      <pc:sldChg chg="modSp mod">
        <pc:chgData name="정창옥" userId="36afd207-1c9b-4c03-94c8-1a9d1b023aec" providerId="ADAL" clId="{27AA6860-97B9-4782-B146-A994DCDF5C7F}" dt="2023-08-06T13:16:56.975" v="140" actId="692"/>
        <pc:sldMkLst>
          <pc:docMk/>
          <pc:sldMk cId="2544449175" sldId="1030"/>
        </pc:sldMkLst>
      </pc:sldChg>
      <pc:sldChg chg="modSp mod">
        <pc:chgData name="정창옥" userId="36afd207-1c9b-4c03-94c8-1a9d1b023aec" providerId="ADAL" clId="{27AA6860-97B9-4782-B146-A994DCDF5C7F}" dt="2023-08-16T08:03:49.315" v="845" actId="14100"/>
        <pc:sldMkLst>
          <pc:docMk/>
          <pc:sldMk cId="2835859870" sldId="1031"/>
        </pc:sldMkLst>
      </pc:sldChg>
      <pc:sldChg chg="modSp mod">
        <pc:chgData name="정창옥" userId="36afd207-1c9b-4c03-94c8-1a9d1b023aec" providerId="ADAL" clId="{27AA6860-97B9-4782-B146-A994DCDF5C7F}" dt="2023-08-16T08:03:30.333" v="840" actId="14100"/>
        <pc:sldMkLst>
          <pc:docMk/>
          <pc:sldMk cId="2009646690" sldId="1032"/>
        </pc:sldMkLst>
      </pc:sldChg>
      <pc:sldChg chg="modSp mod">
        <pc:chgData name="정창옥" userId="36afd207-1c9b-4c03-94c8-1a9d1b023aec" providerId="ADAL" clId="{27AA6860-97B9-4782-B146-A994DCDF5C7F}" dt="2023-08-17T01:11:31.933" v="1133" actId="1076"/>
        <pc:sldMkLst>
          <pc:docMk/>
          <pc:sldMk cId="416468239" sldId="1033"/>
        </pc:sldMkLst>
      </pc:sldChg>
      <pc:sldChg chg="modSp mod">
        <pc:chgData name="정창옥" userId="36afd207-1c9b-4c03-94c8-1a9d1b023aec" providerId="ADAL" clId="{27AA6860-97B9-4782-B146-A994DCDF5C7F}" dt="2023-08-17T01:11:49.821" v="1136" actId="1076"/>
        <pc:sldMkLst>
          <pc:docMk/>
          <pc:sldMk cId="1448292275" sldId="1034"/>
        </pc:sldMkLst>
      </pc:sldChg>
      <pc:sldChg chg="modSp">
        <pc:chgData name="정창옥" userId="36afd207-1c9b-4c03-94c8-1a9d1b023aec" providerId="ADAL" clId="{27AA6860-97B9-4782-B146-A994DCDF5C7F}" dt="2023-08-06T13:19:54.441" v="221" actId="692"/>
        <pc:sldMkLst>
          <pc:docMk/>
          <pc:sldMk cId="68131727" sldId="1035"/>
        </pc:sldMkLst>
      </pc:sldChg>
      <pc:sldChg chg="modSp mod">
        <pc:chgData name="정창옥" userId="36afd207-1c9b-4c03-94c8-1a9d1b023aec" providerId="ADAL" clId="{27AA6860-97B9-4782-B146-A994DCDF5C7F}" dt="2023-08-16T08:03:13.923" v="837" actId="14100"/>
        <pc:sldMkLst>
          <pc:docMk/>
          <pc:sldMk cId="170382952" sldId="1036"/>
        </pc:sldMkLst>
      </pc:sldChg>
      <pc:sldChg chg="modSp mod">
        <pc:chgData name="정창옥" userId="36afd207-1c9b-4c03-94c8-1a9d1b023aec" providerId="ADAL" clId="{27AA6860-97B9-4782-B146-A994DCDF5C7F}" dt="2023-08-16T07:38:18.236" v="610" actId="1038"/>
        <pc:sldMkLst>
          <pc:docMk/>
          <pc:sldMk cId="1345149442" sldId="1037"/>
        </pc:sldMkLst>
      </pc:sldChg>
      <pc:sldChg chg="modSp mod">
        <pc:chgData name="정창옥" userId="36afd207-1c9b-4c03-94c8-1a9d1b023aec" providerId="ADAL" clId="{27AA6860-97B9-4782-B146-A994DCDF5C7F}" dt="2023-08-16T07:39:31.797" v="624" actId="1038"/>
        <pc:sldMkLst>
          <pc:docMk/>
          <pc:sldMk cId="2435556346" sldId="1038"/>
        </pc:sldMkLst>
      </pc:sldChg>
      <pc:sldChg chg="modSp mod">
        <pc:chgData name="정창옥" userId="36afd207-1c9b-4c03-94c8-1a9d1b023aec" providerId="ADAL" clId="{27AA6860-97B9-4782-B146-A994DCDF5C7F}" dt="2023-08-16T07:38:12.286" v="607" actId="1038"/>
        <pc:sldMkLst>
          <pc:docMk/>
          <pc:sldMk cId="3625071791" sldId="1039"/>
        </pc:sldMkLst>
      </pc:sldChg>
      <pc:sldChg chg="modSp mod">
        <pc:chgData name="정창옥" userId="36afd207-1c9b-4c03-94c8-1a9d1b023aec" providerId="ADAL" clId="{27AA6860-97B9-4782-B146-A994DCDF5C7F}" dt="2023-08-16T07:38:48.544" v="621" actId="14100"/>
        <pc:sldMkLst>
          <pc:docMk/>
          <pc:sldMk cId="16503242" sldId="1040"/>
        </pc:sldMkLst>
      </pc:sldChg>
      <pc:sldChg chg="modSp mod">
        <pc:chgData name="정창옥" userId="36afd207-1c9b-4c03-94c8-1a9d1b023aec" providerId="ADAL" clId="{27AA6860-97B9-4782-B146-A994DCDF5C7F}" dt="2023-08-17T01:13:52.093" v="1147" actId="1076"/>
        <pc:sldMkLst>
          <pc:docMk/>
          <pc:sldMk cId="2389684458" sldId="1041"/>
        </pc:sldMkLst>
      </pc:sldChg>
      <pc:sldChg chg="modSp mod">
        <pc:chgData name="정창옥" userId="36afd207-1c9b-4c03-94c8-1a9d1b023aec" providerId="ADAL" clId="{27AA6860-97B9-4782-B146-A994DCDF5C7F}" dt="2023-08-17T01:14:07.858" v="1149" actId="1076"/>
        <pc:sldMkLst>
          <pc:docMk/>
          <pc:sldMk cId="816238413" sldId="1042"/>
        </pc:sldMkLst>
      </pc:sldChg>
      <pc:sldChg chg="modSp mod">
        <pc:chgData name="정창옥" userId="36afd207-1c9b-4c03-94c8-1a9d1b023aec" providerId="ADAL" clId="{27AA6860-97B9-4782-B146-A994DCDF5C7F}" dt="2023-08-06T13:19:37.292" v="212" actId="692"/>
        <pc:sldMkLst>
          <pc:docMk/>
          <pc:sldMk cId="489223260" sldId="1043"/>
        </pc:sldMkLst>
      </pc:sldChg>
      <pc:sldChg chg="modSp mod">
        <pc:chgData name="정창옥" userId="36afd207-1c9b-4c03-94c8-1a9d1b023aec" providerId="ADAL" clId="{27AA6860-97B9-4782-B146-A994DCDF5C7F}" dt="2023-08-06T13:17:15.744" v="149" actId="692"/>
        <pc:sldMkLst>
          <pc:docMk/>
          <pc:sldMk cId="2799333231" sldId="1045"/>
        </pc:sldMkLst>
      </pc:sldChg>
      <pc:sldChg chg="modSp mod">
        <pc:chgData name="정창옥" userId="36afd207-1c9b-4c03-94c8-1a9d1b023aec" providerId="ADAL" clId="{27AA6860-97B9-4782-B146-A994DCDF5C7F}" dt="2023-08-17T01:20:16.588" v="1225" actId="14100"/>
        <pc:sldMkLst>
          <pc:docMk/>
          <pc:sldMk cId="1061005003" sldId="1046"/>
        </pc:sldMkLst>
      </pc:sldChg>
      <pc:sldChg chg="modSp mod">
        <pc:chgData name="정창옥" userId="36afd207-1c9b-4c03-94c8-1a9d1b023aec" providerId="ADAL" clId="{27AA6860-97B9-4782-B146-A994DCDF5C7F}" dt="2023-08-06T13:31:35.807" v="438" actId="20577"/>
        <pc:sldMkLst>
          <pc:docMk/>
          <pc:sldMk cId="546653641" sldId="1047"/>
        </pc:sldMkLst>
      </pc:sldChg>
      <pc:sldChg chg="modSp mod">
        <pc:chgData name="정창옥" userId="36afd207-1c9b-4c03-94c8-1a9d1b023aec" providerId="ADAL" clId="{27AA6860-97B9-4782-B146-A994DCDF5C7F}" dt="2023-08-06T13:17:56.004" v="167" actId="692"/>
        <pc:sldMkLst>
          <pc:docMk/>
          <pc:sldMk cId="2884369416" sldId="1048"/>
        </pc:sldMkLst>
      </pc:sldChg>
      <pc:sldChg chg="modSp mod">
        <pc:chgData name="정창옥" userId="36afd207-1c9b-4c03-94c8-1a9d1b023aec" providerId="ADAL" clId="{27AA6860-97B9-4782-B146-A994DCDF5C7F}" dt="2023-08-16T08:00:37.120" v="821" actId="1037"/>
        <pc:sldMkLst>
          <pc:docMk/>
          <pc:sldMk cId="2747088665" sldId="1049"/>
        </pc:sldMkLst>
      </pc:sldChg>
      <pc:sldChg chg="modSp">
        <pc:chgData name="정창옥" userId="36afd207-1c9b-4c03-94c8-1a9d1b023aec" providerId="ADAL" clId="{27AA6860-97B9-4782-B146-A994DCDF5C7F}" dt="2023-08-06T13:17:43.812" v="161" actId="692"/>
        <pc:sldMkLst>
          <pc:docMk/>
          <pc:sldMk cId="1201388924" sldId="1050"/>
        </pc:sldMkLst>
      </pc:sldChg>
      <pc:sldChg chg="modSp">
        <pc:chgData name="정창옥" userId="36afd207-1c9b-4c03-94c8-1a9d1b023aec" providerId="ADAL" clId="{27AA6860-97B9-4782-B146-A994DCDF5C7F}" dt="2023-08-06T13:17:31.796" v="155" actId="692"/>
        <pc:sldMkLst>
          <pc:docMk/>
          <pc:sldMk cId="2676998258" sldId="1051"/>
        </pc:sldMkLst>
      </pc:sldChg>
      <pc:sldChg chg="modSp mod">
        <pc:chgData name="정창옥" userId="36afd207-1c9b-4c03-94c8-1a9d1b023aec" providerId="ADAL" clId="{27AA6860-97B9-4782-B146-A994DCDF5C7F}" dt="2023-08-06T13:17:50.045" v="164" actId="692"/>
        <pc:sldMkLst>
          <pc:docMk/>
          <pc:sldMk cId="2908034384" sldId="1052"/>
        </pc:sldMkLst>
      </pc:sldChg>
      <pc:sldChg chg="modSp mod">
        <pc:chgData name="정창옥" userId="36afd207-1c9b-4c03-94c8-1a9d1b023aec" providerId="ADAL" clId="{27AA6860-97B9-4782-B146-A994DCDF5C7F}" dt="2023-08-16T08:00:53.771" v="824" actId="1037"/>
        <pc:sldMkLst>
          <pc:docMk/>
          <pc:sldMk cId="956062364" sldId="1053"/>
        </pc:sldMkLst>
      </pc:sldChg>
      <pc:sldChg chg="modSp mod">
        <pc:chgData name="정창옥" userId="36afd207-1c9b-4c03-94c8-1a9d1b023aec" providerId="ADAL" clId="{27AA6860-97B9-4782-B146-A994DCDF5C7F}" dt="2023-08-07T07:30:11.626" v="496" actId="14100"/>
        <pc:sldMkLst>
          <pc:docMk/>
          <pc:sldMk cId="761136506" sldId="1054"/>
        </pc:sldMkLst>
      </pc:sldChg>
      <pc:sldChg chg="modSp mod">
        <pc:chgData name="정창옥" userId="36afd207-1c9b-4c03-94c8-1a9d1b023aec" providerId="ADAL" clId="{27AA6860-97B9-4782-B146-A994DCDF5C7F}" dt="2023-08-07T07:30:21.515" v="498" actId="1038"/>
        <pc:sldMkLst>
          <pc:docMk/>
          <pc:sldMk cId="2574372331" sldId="1055"/>
        </pc:sldMkLst>
      </pc:sldChg>
      <pc:sldChg chg="modSp mod">
        <pc:chgData name="정창옥" userId="36afd207-1c9b-4c03-94c8-1a9d1b023aec" providerId="ADAL" clId="{27AA6860-97B9-4782-B146-A994DCDF5C7F}" dt="2023-08-07T07:30:29.838" v="500" actId="1038"/>
        <pc:sldMkLst>
          <pc:docMk/>
          <pc:sldMk cId="709221028" sldId="1056"/>
        </pc:sldMkLst>
      </pc:sldChg>
      <pc:sldChg chg="modSp mod">
        <pc:chgData name="정창옥" userId="36afd207-1c9b-4c03-94c8-1a9d1b023aec" providerId="ADAL" clId="{27AA6860-97B9-4782-B146-A994DCDF5C7F}" dt="2023-08-07T07:30:49.694" v="504" actId="1037"/>
        <pc:sldMkLst>
          <pc:docMk/>
          <pc:sldMk cId="1221761265" sldId="1057"/>
        </pc:sldMkLst>
      </pc:sldChg>
      <pc:sldChg chg="modSp mod">
        <pc:chgData name="정창옥" userId="36afd207-1c9b-4c03-94c8-1a9d1b023aec" providerId="ADAL" clId="{27AA6860-97B9-4782-B146-A994DCDF5C7F}" dt="2023-08-07T07:30:36.917" v="502" actId="1038"/>
        <pc:sldMkLst>
          <pc:docMk/>
          <pc:sldMk cId="3688903811" sldId="1058"/>
        </pc:sldMkLst>
      </pc:sldChg>
      <pc:sldChg chg="modSp mod">
        <pc:chgData name="정창옥" userId="36afd207-1c9b-4c03-94c8-1a9d1b023aec" providerId="ADAL" clId="{27AA6860-97B9-4782-B146-A994DCDF5C7F}" dt="2023-08-07T07:31:01.093" v="508" actId="1037"/>
        <pc:sldMkLst>
          <pc:docMk/>
          <pc:sldMk cId="3017088224" sldId="1059"/>
        </pc:sldMkLst>
      </pc:sldChg>
      <pc:sldChg chg="modSp mod">
        <pc:chgData name="정창옥" userId="36afd207-1c9b-4c03-94c8-1a9d1b023aec" providerId="ADAL" clId="{27AA6860-97B9-4782-B146-A994DCDF5C7F}" dt="2023-08-16T08:30:29.373" v="981" actId="14100"/>
        <pc:sldMkLst>
          <pc:docMk/>
          <pc:sldMk cId="3181331783" sldId="1060"/>
        </pc:sldMkLst>
      </pc:sldChg>
      <pc:sldChg chg="modSp mod">
        <pc:chgData name="정창옥" userId="36afd207-1c9b-4c03-94c8-1a9d1b023aec" providerId="ADAL" clId="{27AA6860-97B9-4782-B146-A994DCDF5C7F}" dt="2023-08-16T08:30:56.197" v="1010" actId="1038"/>
        <pc:sldMkLst>
          <pc:docMk/>
          <pc:sldMk cId="3022660044" sldId="1062"/>
        </pc:sldMkLst>
      </pc:sldChg>
      <pc:sldChg chg="modSp">
        <pc:chgData name="정창옥" userId="36afd207-1c9b-4c03-94c8-1a9d1b023aec" providerId="ADAL" clId="{27AA6860-97B9-4782-B146-A994DCDF5C7F}" dt="2023-08-16T08:07:34.078" v="897" actId="692"/>
        <pc:sldMkLst>
          <pc:docMk/>
          <pc:sldMk cId="4221889547" sldId="1063"/>
        </pc:sldMkLst>
      </pc:sldChg>
      <pc:sldChg chg="modSp mod">
        <pc:chgData name="정창옥" userId="36afd207-1c9b-4c03-94c8-1a9d1b023aec" providerId="ADAL" clId="{27AA6860-97B9-4782-B146-A994DCDF5C7F}" dt="2023-08-16T08:31:08.418" v="1013" actId="692"/>
        <pc:sldMkLst>
          <pc:docMk/>
          <pc:sldMk cId="1737058873" sldId="1064"/>
        </pc:sldMkLst>
      </pc:sldChg>
      <pc:sldChg chg="modSp mod">
        <pc:chgData name="정창옥" userId="36afd207-1c9b-4c03-94c8-1a9d1b023aec" providerId="ADAL" clId="{27AA6860-97B9-4782-B146-A994DCDF5C7F}" dt="2023-08-16T08:04:32.118" v="851" actId="1037"/>
        <pc:sldMkLst>
          <pc:docMk/>
          <pc:sldMk cId="71051145" sldId="1069"/>
        </pc:sldMkLst>
      </pc:sldChg>
      <pc:sldChg chg="modSp">
        <pc:chgData name="정창옥" userId="36afd207-1c9b-4c03-94c8-1a9d1b023aec" providerId="ADAL" clId="{27AA6860-97B9-4782-B146-A994DCDF5C7F}" dt="2023-08-07T07:13:35.391" v="457" actId="692"/>
        <pc:sldMkLst>
          <pc:docMk/>
          <pc:sldMk cId="1183984629" sldId="1069"/>
        </pc:sldMkLst>
      </pc:sldChg>
      <pc:sldChg chg="modSp">
        <pc:chgData name="정창옥" userId="36afd207-1c9b-4c03-94c8-1a9d1b023aec" providerId="ADAL" clId="{27AA6860-97B9-4782-B146-A994DCDF5C7F}" dt="2023-08-16T08:05:29.052" v="867" actId="692"/>
        <pc:sldMkLst>
          <pc:docMk/>
          <pc:sldMk cId="2831710997" sldId="1070"/>
        </pc:sldMkLst>
      </pc:sldChg>
      <pc:sldChg chg="modSp mod">
        <pc:chgData name="정창옥" userId="36afd207-1c9b-4c03-94c8-1a9d1b023aec" providerId="ADAL" clId="{27AA6860-97B9-4782-B146-A994DCDF5C7F}" dt="2023-08-07T07:28:20.078" v="483" actId="20577"/>
        <pc:sldMkLst>
          <pc:docMk/>
          <pc:sldMk cId="2058457883" sldId="1071"/>
        </pc:sldMkLst>
      </pc:sldChg>
      <pc:sldChg chg="modSp mod">
        <pc:chgData name="정창옥" userId="36afd207-1c9b-4c03-94c8-1a9d1b023aec" providerId="ADAL" clId="{27AA6860-97B9-4782-B146-A994DCDF5C7F}" dt="2023-08-07T07:34:05.987" v="554" actId="692"/>
        <pc:sldMkLst>
          <pc:docMk/>
          <pc:sldMk cId="2157878733" sldId="1072"/>
        </pc:sldMkLst>
      </pc:sldChg>
      <pc:sldChg chg="modSp mod">
        <pc:chgData name="정창옥" userId="36afd207-1c9b-4c03-94c8-1a9d1b023aec" providerId="ADAL" clId="{27AA6860-97B9-4782-B146-A994DCDF5C7F}" dt="2023-08-16T07:45:56.026" v="654" actId="14100"/>
        <pc:sldMkLst>
          <pc:docMk/>
          <pc:sldMk cId="1700986595" sldId="1073"/>
        </pc:sldMkLst>
      </pc:sldChg>
      <pc:sldChg chg="modSp mod">
        <pc:chgData name="정창옥" userId="36afd207-1c9b-4c03-94c8-1a9d1b023aec" providerId="ADAL" clId="{27AA6860-97B9-4782-B146-A994DCDF5C7F}" dt="2023-08-16T07:58:48.760" v="815" actId="14100"/>
        <pc:sldMkLst>
          <pc:docMk/>
          <pc:sldMk cId="2312595412" sldId="1074"/>
        </pc:sldMkLst>
      </pc:sldChg>
      <pc:sldChg chg="modSp mod">
        <pc:chgData name="정창옥" userId="36afd207-1c9b-4c03-94c8-1a9d1b023aec" providerId="ADAL" clId="{27AA6860-97B9-4782-B146-A994DCDF5C7F}" dt="2023-08-16T07:46:30.655" v="664" actId="1036"/>
        <pc:sldMkLst>
          <pc:docMk/>
          <pc:sldMk cId="839574439" sldId="1075"/>
        </pc:sldMkLst>
      </pc:sldChg>
      <pc:sldChg chg="modSp mod">
        <pc:chgData name="정창옥" userId="36afd207-1c9b-4c03-94c8-1a9d1b023aec" providerId="ADAL" clId="{27AA6860-97B9-4782-B146-A994DCDF5C7F}" dt="2023-08-16T07:44:01.801" v="641" actId="1035"/>
        <pc:sldMkLst>
          <pc:docMk/>
          <pc:sldMk cId="1154006373" sldId="1076"/>
        </pc:sldMkLst>
      </pc:sldChg>
      <pc:sldChg chg="modSp">
        <pc:chgData name="정창옥" userId="36afd207-1c9b-4c03-94c8-1a9d1b023aec" providerId="ADAL" clId="{27AA6860-97B9-4782-B146-A994DCDF5C7F}" dt="2023-08-07T07:32:07.218" v="515" actId="692"/>
        <pc:sldMkLst>
          <pc:docMk/>
          <pc:sldMk cId="111454033" sldId="1077"/>
        </pc:sldMkLst>
      </pc:sldChg>
      <pc:sldChg chg="modSp">
        <pc:chgData name="정창옥" userId="36afd207-1c9b-4c03-94c8-1a9d1b023aec" providerId="ADAL" clId="{27AA6860-97B9-4782-B146-A994DCDF5C7F}" dt="2023-08-07T07:32:17.830" v="518" actId="692"/>
        <pc:sldMkLst>
          <pc:docMk/>
          <pc:sldMk cId="3613785091" sldId="1078"/>
        </pc:sldMkLst>
      </pc:sldChg>
      <pc:sldChg chg="modSp mod">
        <pc:chgData name="정창옥" userId="36afd207-1c9b-4c03-94c8-1a9d1b023aec" providerId="ADAL" clId="{27AA6860-97B9-4782-B146-A994DCDF5C7F}" dt="2023-08-07T07:32:23.831" v="521" actId="692"/>
        <pc:sldMkLst>
          <pc:docMk/>
          <pc:sldMk cId="419352688" sldId="1079"/>
        </pc:sldMkLst>
      </pc:sldChg>
      <pc:sldChg chg="modSp mod">
        <pc:chgData name="정창옥" userId="36afd207-1c9b-4c03-94c8-1a9d1b023aec" providerId="ADAL" clId="{27AA6860-97B9-4782-B146-A994DCDF5C7F}" dt="2023-08-17T01:22:57.050" v="1247" actId="1076"/>
        <pc:sldMkLst>
          <pc:docMk/>
          <pc:sldMk cId="1667407394" sldId="1080"/>
        </pc:sldMkLst>
      </pc:sldChg>
      <pc:sldChg chg="modSp mod">
        <pc:chgData name="정창옥" userId="36afd207-1c9b-4c03-94c8-1a9d1b023aec" providerId="ADAL" clId="{27AA6860-97B9-4782-B146-A994DCDF5C7F}" dt="2023-08-07T07:32:31.314" v="524" actId="692"/>
        <pc:sldMkLst>
          <pc:docMk/>
          <pc:sldMk cId="720629369" sldId="1081"/>
        </pc:sldMkLst>
      </pc:sldChg>
      <pc:sldChg chg="modSp mod">
        <pc:chgData name="정창옥" userId="36afd207-1c9b-4c03-94c8-1a9d1b023aec" providerId="ADAL" clId="{27AA6860-97B9-4782-B146-A994DCDF5C7F}" dt="2023-08-16T07:58:28.579" v="813" actId="14100"/>
        <pc:sldMkLst>
          <pc:docMk/>
          <pc:sldMk cId="813816562" sldId="1082"/>
        </pc:sldMkLst>
      </pc:sldChg>
      <pc:sldChg chg="modSp mod">
        <pc:chgData name="정창옥" userId="36afd207-1c9b-4c03-94c8-1a9d1b023aec" providerId="ADAL" clId="{27AA6860-97B9-4782-B146-A994DCDF5C7F}" dt="2023-08-16T07:46:56.689" v="670" actId="1037"/>
        <pc:sldMkLst>
          <pc:docMk/>
          <pc:sldMk cId="3217793914" sldId="1083"/>
        </pc:sldMkLst>
      </pc:sldChg>
      <pc:sldChg chg="modSp mod">
        <pc:chgData name="정창옥" userId="36afd207-1c9b-4c03-94c8-1a9d1b023aec" providerId="ADAL" clId="{27AA6860-97B9-4782-B146-A994DCDF5C7F}" dt="2023-08-16T07:58:08.563" v="810" actId="1037"/>
        <pc:sldMkLst>
          <pc:docMk/>
          <pc:sldMk cId="677593474" sldId="1084"/>
        </pc:sldMkLst>
      </pc:sldChg>
      <pc:sldChg chg="modSp">
        <pc:chgData name="정창옥" userId="36afd207-1c9b-4c03-94c8-1a9d1b023aec" providerId="ADAL" clId="{27AA6860-97B9-4782-B146-A994DCDF5C7F}" dt="2023-08-16T08:07:25.757" v="894" actId="1035"/>
        <pc:sldMkLst>
          <pc:docMk/>
          <pc:sldMk cId="2787067201" sldId="1089"/>
        </pc:sldMkLst>
      </pc:sldChg>
      <pc:sldChg chg="modSp">
        <pc:chgData name="정창옥" userId="36afd207-1c9b-4c03-94c8-1a9d1b023aec" providerId="ADAL" clId="{27AA6860-97B9-4782-B146-A994DCDF5C7F}" dt="2023-08-16T08:08:59.814" v="906" actId="692"/>
        <pc:sldMkLst>
          <pc:docMk/>
          <pc:sldMk cId="4254382017" sldId="1090"/>
        </pc:sldMkLst>
      </pc:sldChg>
      <pc:sldChg chg="modSp mod">
        <pc:chgData name="정창옥" userId="36afd207-1c9b-4c03-94c8-1a9d1b023aec" providerId="ADAL" clId="{27AA6860-97B9-4782-B146-A994DCDF5C7F}" dt="2023-08-16T07:47:30.709" v="680" actId="1038"/>
        <pc:sldMkLst>
          <pc:docMk/>
          <pc:sldMk cId="1247715150" sldId="1091"/>
        </pc:sldMkLst>
      </pc:sldChg>
      <pc:sldChg chg="modSp mod">
        <pc:chgData name="정창옥" userId="36afd207-1c9b-4c03-94c8-1a9d1b023aec" providerId="ADAL" clId="{27AA6860-97B9-4782-B146-A994DCDF5C7F}" dt="2023-08-16T08:28:38.035" v="975" actId="1036"/>
        <pc:sldMkLst>
          <pc:docMk/>
          <pc:sldMk cId="3773510590" sldId="1092"/>
        </pc:sldMkLst>
      </pc:sldChg>
      <pc:sldChg chg="modSp mod">
        <pc:chgData name="정창옥" userId="36afd207-1c9b-4c03-94c8-1a9d1b023aec" providerId="ADAL" clId="{27AA6860-97B9-4782-B146-A994DCDF5C7F}" dt="2023-08-16T07:47:51.234" v="684" actId="692"/>
        <pc:sldMkLst>
          <pc:docMk/>
          <pc:sldMk cId="607192414" sldId="1093"/>
        </pc:sldMkLst>
      </pc:sldChg>
      <pc:sldChg chg="modSp mod">
        <pc:chgData name="정창옥" userId="36afd207-1c9b-4c03-94c8-1a9d1b023aec" providerId="ADAL" clId="{27AA6860-97B9-4782-B146-A994DCDF5C7F}" dt="2023-08-16T07:55:57.849" v="795" actId="14100"/>
        <pc:sldMkLst>
          <pc:docMk/>
          <pc:sldMk cId="2517473366" sldId="1094"/>
        </pc:sldMkLst>
      </pc:sldChg>
      <pc:sldChg chg="modSp mod">
        <pc:chgData name="정창옥" userId="36afd207-1c9b-4c03-94c8-1a9d1b023aec" providerId="ADAL" clId="{27AA6860-97B9-4782-B146-A994DCDF5C7F}" dt="2023-08-17T00:59:20.842" v="1038" actId="20577"/>
        <pc:sldMkLst>
          <pc:docMk/>
          <pc:sldMk cId="1981616143" sldId="1096"/>
        </pc:sldMkLst>
      </pc:sldChg>
      <pc:sldChg chg="modSp mod">
        <pc:chgData name="정창옥" userId="36afd207-1c9b-4c03-94c8-1a9d1b023aec" providerId="ADAL" clId="{27AA6860-97B9-4782-B146-A994DCDF5C7F}" dt="2023-08-17T00:57:52.628" v="1024" actId="1038"/>
        <pc:sldMkLst>
          <pc:docMk/>
          <pc:sldMk cId="602139444" sldId="1098"/>
        </pc:sldMkLst>
      </pc:sldChg>
      <pc:sldChg chg="modSp">
        <pc:chgData name="정창옥" userId="36afd207-1c9b-4c03-94c8-1a9d1b023aec" providerId="ADAL" clId="{27AA6860-97B9-4782-B146-A994DCDF5C7F}" dt="2023-08-16T07:54:02.505" v="773" actId="692"/>
        <pc:sldMkLst>
          <pc:docMk/>
          <pc:sldMk cId="2283472140" sldId="1100"/>
        </pc:sldMkLst>
      </pc:sldChg>
      <pc:sldChg chg="modSp mod">
        <pc:chgData name="정창옥" userId="36afd207-1c9b-4c03-94c8-1a9d1b023aec" providerId="ADAL" clId="{27AA6860-97B9-4782-B146-A994DCDF5C7F}" dt="2023-08-16T08:05:13.541" v="863" actId="14100"/>
        <pc:sldMkLst>
          <pc:docMk/>
          <pc:sldMk cId="1291548155" sldId="1103"/>
        </pc:sldMkLst>
      </pc:sldChg>
      <pc:sldChg chg="modSp mod">
        <pc:chgData name="정창옥" userId="36afd207-1c9b-4c03-94c8-1a9d1b023aec" providerId="ADAL" clId="{27AA6860-97B9-4782-B146-A994DCDF5C7F}" dt="2023-08-17T01:13:07.653" v="1137" actId="1076"/>
        <pc:sldMkLst>
          <pc:docMk/>
          <pc:sldMk cId="3814942013" sldId="1108"/>
        </pc:sldMkLst>
      </pc:sldChg>
      <pc:sldChg chg="modSp mod">
        <pc:chgData name="정창옥" userId="36afd207-1c9b-4c03-94c8-1a9d1b023aec" providerId="ADAL" clId="{27AA6860-97B9-4782-B146-A994DCDF5C7F}" dt="2023-08-17T01:15:07.356" v="1151" actId="14100"/>
        <pc:sldMkLst>
          <pc:docMk/>
          <pc:sldMk cId="3453177226" sldId="1110"/>
        </pc:sldMkLst>
      </pc:sldChg>
    </pc:docChg>
  </pc:docChgLst>
  <pc:docChgLst>
    <pc:chgData name="김명호" userId="e0d603aa-548e-418b-a070-918475337925" providerId="ADAL" clId="{7698440B-8F62-4DB0-823D-9D7B2537A243}"/>
    <pc:docChg chg="undo redo custSel addSld delSld modSld modMainMaster modSection">
      <pc:chgData name="김명호" userId="e0d603aa-548e-418b-a070-918475337925" providerId="ADAL" clId="{7698440B-8F62-4DB0-823D-9D7B2537A243}" dt="2025-09-12T02:45:50.103" v="4933" actId="1076"/>
      <pc:docMkLst>
        <pc:docMk/>
      </pc:docMkLst>
      <pc:sldChg chg="modSp mod">
        <pc:chgData name="김명호" userId="e0d603aa-548e-418b-a070-918475337925" providerId="ADAL" clId="{7698440B-8F62-4DB0-823D-9D7B2537A243}" dt="2025-09-12T02:45:50.103" v="4933" actId="1076"/>
        <pc:sldMkLst>
          <pc:docMk/>
          <pc:sldMk cId="663090028" sldId="259"/>
        </pc:sldMkLst>
        <pc:spChg chg="mod">
          <ac:chgData name="김명호" userId="e0d603aa-548e-418b-a070-918475337925" providerId="ADAL" clId="{7698440B-8F62-4DB0-823D-9D7B2537A243}" dt="2025-09-12T02:45:08.742" v="4925" actId="20577"/>
          <ac:spMkLst>
            <pc:docMk/>
            <pc:sldMk cId="663090028" sldId="259"/>
            <ac:spMk id="3" creationId="{95F57DC9-C93A-4186-A70B-EE25477B45C9}"/>
          </ac:spMkLst>
        </pc:spChg>
        <pc:spChg chg="mod">
          <ac:chgData name="김명호" userId="e0d603aa-548e-418b-a070-918475337925" providerId="ADAL" clId="{7698440B-8F62-4DB0-823D-9D7B2537A243}" dt="2025-09-12T02:45:15.335" v="4928" actId="20577"/>
          <ac:spMkLst>
            <pc:docMk/>
            <pc:sldMk cId="663090028" sldId="259"/>
            <ac:spMk id="6" creationId="{648CA881-48B2-44CF-802C-77A8154BE220}"/>
          </ac:spMkLst>
        </pc:spChg>
        <pc:picChg chg="mod">
          <ac:chgData name="김명호" userId="e0d603aa-548e-418b-a070-918475337925" providerId="ADAL" clId="{7698440B-8F62-4DB0-823D-9D7B2537A243}" dt="2025-09-12T02:45:50.103" v="4933" actId="1076"/>
          <ac:picMkLst>
            <pc:docMk/>
            <pc:sldMk cId="663090028" sldId="259"/>
            <ac:picMk id="2" creationId="{B967754F-EB41-7FCE-CC6E-E82C1E8A5BEF}"/>
          </ac:picMkLst>
        </pc:picChg>
      </pc:sldChg>
      <pc:sldChg chg="modSp mod">
        <pc:chgData name="김명호" userId="e0d603aa-548e-418b-a070-918475337925" providerId="ADAL" clId="{7698440B-8F62-4DB0-823D-9D7B2537A243}" dt="2025-09-12T02:45:04.112" v="4922" actId="21"/>
        <pc:sldMkLst>
          <pc:docMk/>
          <pc:sldMk cId="936676672" sldId="344"/>
        </pc:sldMkLst>
        <pc:graphicFrameChg chg="modGraphic">
          <ac:chgData name="김명호" userId="e0d603aa-548e-418b-a070-918475337925" providerId="ADAL" clId="{7698440B-8F62-4DB0-823D-9D7B2537A243}" dt="2025-09-12T02:45:04.112" v="4922" actId="21"/>
          <ac:graphicFrameMkLst>
            <pc:docMk/>
            <pc:sldMk cId="936676672" sldId="344"/>
            <ac:graphicFrameMk id="7" creationId="{978119AB-B35B-4D30-BA38-8140FAF453A1}"/>
          </ac:graphicFrameMkLst>
        </pc:graphicFrameChg>
      </pc:sldChg>
      <pc:sldChg chg="modSp mod">
        <pc:chgData name="김명호" userId="e0d603aa-548e-418b-a070-918475337925" providerId="ADAL" clId="{7698440B-8F62-4DB0-823D-9D7B2537A243}" dt="2025-09-12T02:42:44.111" v="4818" actId="20577"/>
        <pc:sldMkLst>
          <pc:docMk/>
          <pc:sldMk cId="3846560406" sldId="365"/>
        </pc:sldMkLst>
        <pc:spChg chg="mod">
          <ac:chgData name="김명호" userId="e0d603aa-548e-418b-a070-918475337925" providerId="ADAL" clId="{7698440B-8F62-4DB0-823D-9D7B2537A243}" dt="2025-09-12T02:42:44.111" v="4818" actId="20577"/>
          <ac:spMkLst>
            <pc:docMk/>
            <pc:sldMk cId="3846560406" sldId="365"/>
            <ac:spMk id="6" creationId="{467B09DC-00E1-488A-95EB-DE5320F5DD89}"/>
          </ac:spMkLst>
        </pc:spChg>
      </pc:sldChg>
      <pc:sldChg chg="modSp mod">
        <pc:chgData name="김명호" userId="e0d603aa-548e-418b-a070-918475337925" providerId="ADAL" clId="{7698440B-8F62-4DB0-823D-9D7B2537A243}" dt="2025-09-12T02:44:35.887" v="4874" actId="20577"/>
        <pc:sldMkLst>
          <pc:docMk/>
          <pc:sldMk cId="1768401518" sldId="902"/>
        </pc:sldMkLst>
        <pc:spChg chg="mod">
          <ac:chgData name="김명호" userId="e0d603aa-548e-418b-a070-918475337925" providerId="ADAL" clId="{7698440B-8F62-4DB0-823D-9D7B2537A243}" dt="2025-09-12T02:44:35.887" v="4874" actId="20577"/>
          <ac:spMkLst>
            <pc:docMk/>
            <pc:sldMk cId="1768401518" sldId="902"/>
            <ac:spMk id="6" creationId="{DEC948E3-FBF5-45EE-B6C5-B3EBDB6CD957}"/>
          </ac:spMkLst>
        </pc:spChg>
        <pc:spChg chg="mod">
          <ac:chgData name="김명호" userId="e0d603aa-548e-418b-a070-918475337925" providerId="ADAL" clId="{7698440B-8F62-4DB0-823D-9D7B2537A243}" dt="2025-09-12T02:43:20.980" v="4832" actId="20577"/>
          <ac:spMkLst>
            <pc:docMk/>
            <pc:sldMk cId="1768401518" sldId="902"/>
            <ac:spMk id="19" creationId="{49EB61F0-5091-4064-AF83-C21077B61AEB}"/>
          </ac:spMkLst>
        </pc:spChg>
        <pc:spChg chg="mod">
          <ac:chgData name="김명호" userId="e0d603aa-548e-418b-a070-918475337925" providerId="ADAL" clId="{7698440B-8F62-4DB0-823D-9D7B2537A243}" dt="2025-09-12T02:44:22.919" v="4839" actId="20577"/>
          <ac:spMkLst>
            <pc:docMk/>
            <pc:sldMk cId="1768401518" sldId="902"/>
            <ac:spMk id="24" creationId="{9B295392-FB91-4594-8D67-2C3EFB13B1D7}"/>
          </ac:spMkLst>
        </pc:spChg>
      </pc:sldChg>
      <pc:sldChg chg="delSp modSp mod">
        <pc:chgData name="김명호" userId="e0d603aa-548e-418b-a070-918475337925" providerId="ADAL" clId="{7698440B-8F62-4DB0-823D-9D7B2537A243}" dt="2025-09-12T02:42:40.327" v="4810"/>
        <pc:sldMkLst>
          <pc:docMk/>
          <pc:sldMk cId="3396898265" sldId="905"/>
        </pc:sldMkLst>
        <pc:spChg chg="mod">
          <ac:chgData name="김명호" userId="e0d603aa-548e-418b-a070-918475337925" providerId="ADAL" clId="{7698440B-8F62-4DB0-823D-9D7B2537A243}" dt="2025-09-12T02:42:40.327" v="4810"/>
          <ac:spMkLst>
            <pc:docMk/>
            <pc:sldMk cId="3396898265" sldId="905"/>
            <ac:spMk id="8" creationId="{6C09D21E-4A25-4E22-895C-D08EB43859AF}"/>
          </ac:spMkLst>
        </pc:spChg>
        <pc:spChg chg="del">
          <ac:chgData name="김명호" userId="e0d603aa-548e-418b-a070-918475337925" providerId="ADAL" clId="{7698440B-8F62-4DB0-823D-9D7B2537A243}" dt="2025-09-12T02:42:24.809" v="4791" actId="478"/>
          <ac:spMkLst>
            <pc:docMk/>
            <pc:sldMk cId="3396898265" sldId="905"/>
            <ac:spMk id="12" creationId="{4F0E0952-BC86-4B8F-B283-3F2D6C18F2DD}"/>
          </ac:spMkLst>
        </pc:spChg>
        <pc:graphicFrameChg chg="modGraphic">
          <ac:chgData name="김명호" userId="e0d603aa-548e-418b-a070-918475337925" providerId="ADAL" clId="{7698440B-8F62-4DB0-823D-9D7B2537A243}" dt="2025-09-12T02:42:22.289" v="4790" actId="14100"/>
          <ac:graphicFrameMkLst>
            <pc:docMk/>
            <pc:sldMk cId="3396898265" sldId="905"/>
            <ac:graphicFrameMk id="11" creationId="{8F177D6C-0C5E-4BFE-9625-1B81973904C4}"/>
          </ac:graphicFrameMkLst>
        </pc:graphicFrameChg>
      </pc:sldChg>
      <pc:sldChg chg="modSp mod">
        <pc:chgData name="김명호" userId="e0d603aa-548e-418b-a070-918475337925" providerId="ADAL" clId="{7698440B-8F62-4DB0-823D-9D7B2537A243}" dt="2025-09-12T01:09:40.736" v="289" actId="20577"/>
        <pc:sldMkLst>
          <pc:docMk/>
          <pc:sldMk cId="1325488425" sldId="1114"/>
        </pc:sldMkLst>
        <pc:spChg chg="mod">
          <ac:chgData name="김명호" userId="e0d603aa-548e-418b-a070-918475337925" providerId="ADAL" clId="{7698440B-8F62-4DB0-823D-9D7B2537A243}" dt="2025-09-12T01:09:40.736" v="289" actId="20577"/>
          <ac:spMkLst>
            <pc:docMk/>
            <pc:sldMk cId="1325488425" sldId="1114"/>
            <ac:spMk id="12" creationId="{C459EC22-D322-40E1-0A03-B793555B9843}"/>
          </ac:spMkLst>
        </pc:spChg>
      </pc:sldChg>
      <pc:sldChg chg="delSp modSp mod">
        <pc:chgData name="김명호" userId="e0d603aa-548e-418b-a070-918475337925" providerId="ADAL" clId="{7698440B-8F62-4DB0-823D-9D7B2537A243}" dt="2025-09-12T02:42:38.157" v="4809" actId="20577"/>
        <pc:sldMkLst>
          <pc:docMk/>
          <pc:sldMk cId="135919947" sldId="1125"/>
        </pc:sldMkLst>
        <pc:spChg chg="mod">
          <ac:chgData name="김명호" userId="e0d603aa-548e-418b-a070-918475337925" providerId="ADAL" clId="{7698440B-8F62-4DB0-823D-9D7B2537A243}" dt="2025-09-12T02:42:38.157" v="4809" actId="20577"/>
          <ac:spMkLst>
            <pc:docMk/>
            <pc:sldMk cId="135919947" sldId="1125"/>
            <ac:spMk id="8" creationId="{6C09D21E-4A25-4E22-895C-D08EB43859AF}"/>
          </ac:spMkLst>
        </pc:spChg>
        <pc:spChg chg="del">
          <ac:chgData name="김명호" userId="e0d603aa-548e-418b-a070-918475337925" providerId="ADAL" clId="{7698440B-8F62-4DB0-823D-9D7B2537A243}" dt="2025-09-12T02:42:33.575" v="4794" actId="478"/>
          <ac:spMkLst>
            <pc:docMk/>
            <pc:sldMk cId="135919947" sldId="1125"/>
            <ac:spMk id="12" creationId="{4F0E0952-BC86-4B8F-B283-3F2D6C18F2DD}"/>
          </ac:spMkLst>
        </pc:spChg>
        <pc:graphicFrameChg chg="modGraphic">
          <ac:chgData name="김명호" userId="e0d603aa-548e-418b-a070-918475337925" providerId="ADAL" clId="{7698440B-8F62-4DB0-823D-9D7B2537A243}" dt="2025-09-12T02:42:31.810" v="4793" actId="14100"/>
          <ac:graphicFrameMkLst>
            <pc:docMk/>
            <pc:sldMk cId="135919947" sldId="1125"/>
            <ac:graphicFrameMk id="11" creationId="{8F177D6C-0C5E-4BFE-9625-1B81973904C4}"/>
          </ac:graphicFrameMkLst>
        </pc:graphicFrameChg>
      </pc:sldChg>
      <pc:sldChg chg="addSp modSp mod">
        <pc:chgData name="김명호" userId="e0d603aa-548e-418b-a070-918475337925" providerId="ADAL" clId="{7698440B-8F62-4DB0-823D-9D7B2537A243}" dt="2025-09-12T01:08:30.458" v="279" actId="20577"/>
        <pc:sldMkLst>
          <pc:docMk/>
          <pc:sldMk cId="781446513" sldId="1126"/>
        </pc:sldMkLst>
        <pc:spChg chg="mod">
          <ac:chgData name="김명호" userId="e0d603aa-548e-418b-a070-918475337925" providerId="ADAL" clId="{7698440B-8F62-4DB0-823D-9D7B2537A243}" dt="2025-09-12T01:03:04.384" v="4" actId="20577"/>
          <ac:spMkLst>
            <pc:docMk/>
            <pc:sldMk cId="781446513" sldId="1126"/>
            <ac:spMk id="4" creationId="{70D9F636-F031-5107-1E18-60E10B45542F}"/>
          </ac:spMkLst>
        </pc:spChg>
        <pc:spChg chg="mod">
          <ac:chgData name="김명호" userId="e0d603aa-548e-418b-a070-918475337925" providerId="ADAL" clId="{7698440B-8F62-4DB0-823D-9D7B2537A243}" dt="2025-09-12T01:08:30.458" v="279" actId="20577"/>
          <ac:spMkLst>
            <pc:docMk/>
            <pc:sldMk cId="781446513" sldId="1126"/>
            <ac:spMk id="7" creationId="{61EA48AB-A38D-CDD2-BAE1-8ECD38C657F7}"/>
          </ac:spMkLst>
        </pc:spChg>
        <pc:spChg chg="mod">
          <ac:chgData name="김명호" userId="e0d603aa-548e-418b-a070-918475337925" providerId="ADAL" clId="{7698440B-8F62-4DB0-823D-9D7B2537A243}" dt="2025-09-12T01:07:24.664" v="77" actId="20577"/>
          <ac:spMkLst>
            <pc:docMk/>
            <pc:sldMk cId="781446513" sldId="1126"/>
            <ac:spMk id="9" creationId="{A1A77DDB-2B9E-980A-E875-2E76F75D4175}"/>
          </ac:spMkLst>
        </pc:spChg>
        <pc:spChg chg="add mod">
          <ac:chgData name="김명호" userId="e0d603aa-548e-418b-a070-918475337925" providerId="ADAL" clId="{7698440B-8F62-4DB0-823D-9D7B2537A243}" dt="2025-09-12T01:07:37.762" v="81" actId="14100"/>
          <ac:spMkLst>
            <pc:docMk/>
            <pc:sldMk cId="781446513" sldId="1126"/>
            <ac:spMk id="18" creationId="{4CB315F4-54BD-9F25-7008-78663D488D31}"/>
          </ac:spMkLst>
        </pc:spChg>
        <pc:picChg chg="add mod">
          <ac:chgData name="김명호" userId="e0d603aa-548e-418b-a070-918475337925" providerId="ADAL" clId="{7698440B-8F62-4DB0-823D-9D7B2537A243}" dt="2025-09-12T01:07:25.712" v="78" actId="1076"/>
          <ac:picMkLst>
            <pc:docMk/>
            <pc:sldMk cId="781446513" sldId="1126"/>
            <ac:picMk id="16" creationId="{13D48958-168F-EC90-D0B2-74A3DD1A2A81}"/>
          </ac:picMkLst>
        </pc:picChg>
        <pc:picChg chg="mod">
          <ac:chgData name="김명호" userId="e0d603aa-548e-418b-a070-918475337925" providerId="ADAL" clId="{7698440B-8F62-4DB0-823D-9D7B2537A243}" dt="2025-09-12T01:06:20.837" v="67" actId="1076"/>
          <ac:picMkLst>
            <pc:docMk/>
            <pc:sldMk cId="781446513" sldId="1126"/>
            <ac:picMk id="17" creationId="{A5949B29-31B4-9E6F-2656-B8C1525B4578}"/>
          </ac:picMkLst>
        </pc:picChg>
      </pc:sldChg>
      <pc:sldChg chg="modSp mod">
        <pc:chgData name="김명호" userId="e0d603aa-548e-418b-a070-918475337925" providerId="ADAL" clId="{7698440B-8F62-4DB0-823D-9D7B2537A243}" dt="2025-09-12T01:22:04.256" v="402" actId="20577"/>
        <pc:sldMkLst>
          <pc:docMk/>
          <pc:sldMk cId="2491242646" sldId="1128"/>
        </pc:sldMkLst>
        <pc:spChg chg="mod">
          <ac:chgData name="김명호" userId="e0d603aa-548e-418b-a070-918475337925" providerId="ADAL" clId="{7698440B-8F62-4DB0-823D-9D7B2537A243}" dt="2025-09-12T01:22:04.256" v="402" actId="20577"/>
          <ac:spMkLst>
            <pc:docMk/>
            <pc:sldMk cId="2491242646" sldId="1128"/>
            <ac:spMk id="7" creationId="{DB9076AE-9773-2E5F-928A-C499C5A9BA90}"/>
          </ac:spMkLst>
        </pc:spChg>
      </pc:sldChg>
      <pc:sldChg chg="modSp mod">
        <pc:chgData name="김명호" userId="e0d603aa-548e-418b-a070-918475337925" providerId="ADAL" clId="{7698440B-8F62-4DB0-823D-9D7B2537A243}" dt="2025-09-12T01:22:43.603" v="416"/>
        <pc:sldMkLst>
          <pc:docMk/>
          <pc:sldMk cId="1438074443" sldId="1129"/>
        </pc:sldMkLst>
        <pc:spChg chg="mod">
          <ac:chgData name="김명호" userId="e0d603aa-548e-418b-a070-918475337925" providerId="ADAL" clId="{7698440B-8F62-4DB0-823D-9D7B2537A243}" dt="2025-09-12T01:22:43.603" v="416"/>
          <ac:spMkLst>
            <pc:docMk/>
            <pc:sldMk cId="1438074443" sldId="1129"/>
            <ac:spMk id="12" creationId="{1ABD556E-808C-0410-D2E1-38623308377A}"/>
          </ac:spMkLst>
        </pc:spChg>
      </pc:sldChg>
      <pc:sldChg chg="modSp mod">
        <pc:chgData name="김명호" userId="e0d603aa-548e-418b-a070-918475337925" providerId="ADAL" clId="{7698440B-8F62-4DB0-823D-9D7B2537A243}" dt="2025-09-12T01:22:53.115" v="417" actId="20577"/>
        <pc:sldMkLst>
          <pc:docMk/>
          <pc:sldMk cId="2274307401" sldId="1130"/>
        </pc:sldMkLst>
        <pc:spChg chg="mod">
          <ac:chgData name="김명호" userId="e0d603aa-548e-418b-a070-918475337925" providerId="ADAL" clId="{7698440B-8F62-4DB0-823D-9D7B2537A243}" dt="2025-09-12T01:22:53.115" v="417" actId="20577"/>
          <ac:spMkLst>
            <pc:docMk/>
            <pc:sldMk cId="2274307401" sldId="1130"/>
            <ac:spMk id="12" creationId="{51B4647F-5E43-FD6B-3966-1C2383482E33}"/>
          </ac:spMkLst>
        </pc:spChg>
      </pc:sldChg>
      <pc:sldChg chg="modSp mod">
        <pc:chgData name="김명호" userId="e0d603aa-548e-418b-a070-918475337925" providerId="ADAL" clId="{7698440B-8F62-4DB0-823D-9D7B2537A243}" dt="2025-09-12T01:31:39.665" v="791" actId="6549"/>
        <pc:sldMkLst>
          <pc:docMk/>
          <pc:sldMk cId="3534304933" sldId="1131"/>
        </pc:sldMkLst>
        <pc:spChg chg="mod">
          <ac:chgData name="김명호" userId="e0d603aa-548e-418b-a070-918475337925" providerId="ADAL" clId="{7698440B-8F62-4DB0-823D-9D7B2537A243}" dt="2025-09-12T01:31:39.665" v="791" actId="6549"/>
          <ac:spMkLst>
            <pc:docMk/>
            <pc:sldMk cId="3534304933" sldId="1131"/>
            <ac:spMk id="7" creationId="{20513E22-2EA9-0843-7C91-AED657944A58}"/>
          </ac:spMkLst>
        </pc:spChg>
        <pc:spChg chg="mod">
          <ac:chgData name="김명호" userId="e0d603aa-548e-418b-a070-918475337925" providerId="ADAL" clId="{7698440B-8F62-4DB0-823D-9D7B2537A243}" dt="2025-09-12T01:29:12.098" v="476"/>
          <ac:spMkLst>
            <pc:docMk/>
            <pc:sldMk cId="3534304933" sldId="1131"/>
            <ac:spMk id="11" creationId="{417A461D-0CAA-5CA4-DF8D-B36C6FB0E3FD}"/>
          </ac:spMkLst>
        </pc:spChg>
        <pc:spChg chg="mod">
          <ac:chgData name="김명호" userId="e0d603aa-548e-418b-a070-918475337925" providerId="ADAL" clId="{7698440B-8F62-4DB0-823D-9D7B2537A243}" dt="2025-09-12T01:30:08.127" v="540"/>
          <ac:spMkLst>
            <pc:docMk/>
            <pc:sldMk cId="3534304933" sldId="1131"/>
            <ac:spMk id="12" creationId="{C7A2679C-FD47-7338-D641-3F3208C5AF28}"/>
          </ac:spMkLst>
        </pc:spChg>
        <pc:spChg chg="mod">
          <ac:chgData name="김명호" userId="e0d603aa-548e-418b-a070-918475337925" providerId="ADAL" clId="{7698440B-8F62-4DB0-823D-9D7B2537A243}" dt="2025-09-12T01:28:16.048" v="465"/>
          <ac:spMkLst>
            <pc:docMk/>
            <pc:sldMk cId="3534304933" sldId="1131"/>
            <ac:spMk id="15" creationId="{FCC8AB69-41AE-19EE-48E8-D1AB5B5C84DF}"/>
          </ac:spMkLst>
        </pc:spChg>
        <pc:grpChg chg="mod">
          <ac:chgData name="김명호" userId="e0d603aa-548e-418b-a070-918475337925" providerId="ADAL" clId="{7698440B-8F62-4DB0-823D-9D7B2537A243}" dt="2025-09-12T01:29:12.098" v="476"/>
          <ac:grpSpMkLst>
            <pc:docMk/>
            <pc:sldMk cId="3534304933" sldId="1131"/>
            <ac:grpSpMk id="10" creationId="{994FCA10-5472-D5DA-DE0B-2F624FFD1B27}"/>
          </ac:grpSpMkLst>
        </pc:grpChg>
        <pc:grpChg chg="mod">
          <ac:chgData name="김명호" userId="e0d603aa-548e-418b-a070-918475337925" providerId="ADAL" clId="{7698440B-8F62-4DB0-823D-9D7B2537A243}" dt="2025-09-12T01:29:48.099" v="511" actId="1076"/>
          <ac:grpSpMkLst>
            <pc:docMk/>
            <pc:sldMk cId="3534304933" sldId="1131"/>
            <ac:grpSpMk id="13" creationId="{3AF9ADC1-9FB7-009B-236B-132EBB2EF9E2}"/>
          </ac:grpSpMkLst>
        </pc:grpChg>
        <pc:picChg chg="mod">
          <ac:chgData name="김명호" userId="e0d603aa-548e-418b-a070-918475337925" providerId="ADAL" clId="{7698440B-8F62-4DB0-823D-9D7B2537A243}" dt="2025-09-12T01:23:15.028" v="419" actId="14100"/>
          <ac:picMkLst>
            <pc:docMk/>
            <pc:sldMk cId="3534304933" sldId="1131"/>
            <ac:picMk id="19" creationId="{5A48304E-8B00-535F-AC6E-312D4A4623F6}"/>
          </ac:picMkLst>
        </pc:picChg>
      </pc:sldChg>
      <pc:sldChg chg="del">
        <pc:chgData name="김명호" userId="e0d603aa-548e-418b-a070-918475337925" providerId="ADAL" clId="{7698440B-8F62-4DB0-823D-9D7B2537A243}" dt="2025-09-12T01:32:47.325" v="792" actId="47"/>
        <pc:sldMkLst>
          <pc:docMk/>
          <pc:sldMk cId="1802351439" sldId="1132"/>
        </pc:sldMkLst>
      </pc:sldChg>
      <pc:sldChg chg="modSp mod">
        <pc:chgData name="김명호" userId="e0d603aa-548e-418b-a070-918475337925" providerId="ADAL" clId="{7698440B-8F62-4DB0-823D-9D7B2537A243}" dt="2025-09-12T01:35:18.599" v="797"/>
        <pc:sldMkLst>
          <pc:docMk/>
          <pc:sldMk cId="1372699946" sldId="1134"/>
        </pc:sldMkLst>
        <pc:spChg chg="mod">
          <ac:chgData name="김명호" userId="e0d603aa-548e-418b-a070-918475337925" providerId="ADAL" clId="{7698440B-8F62-4DB0-823D-9D7B2537A243}" dt="2025-09-12T01:35:14.322" v="795" actId="21"/>
          <ac:spMkLst>
            <pc:docMk/>
            <pc:sldMk cId="1372699946" sldId="1134"/>
            <ac:spMk id="12" creationId="{67AAFC66-0E70-1FDB-6EE2-2BDC33621FA3}"/>
          </ac:spMkLst>
        </pc:spChg>
        <pc:spChg chg="mod">
          <ac:chgData name="김명호" userId="e0d603aa-548e-418b-a070-918475337925" providerId="ADAL" clId="{7698440B-8F62-4DB0-823D-9D7B2537A243}" dt="2025-09-12T01:35:18.599" v="797"/>
          <ac:spMkLst>
            <pc:docMk/>
            <pc:sldMk cId="1372699946" sldId="1134"/>
            <ac:spMk id="15" creationId="{996AA032-91B8-DA96-C731-BC98A25973A2}"/>
          </ac:spMkLst>
        </pc:spChg>
      </pc:sldChg>
      <pc:sldChg chg="modSp mod">
        <pc:chgData name="김명호" userId="e0d603aa-548e-418b-a070-918475337925" providerId="ADAL" clId="{7698440B-8F62-4DB0-823D-9D7B2537A243}" dt="2025-09-12T01:40:08.625" v="1210" actId="21"/>
        <pc:sldMkLst>
          <pc:docMk/>
          <pc:sldMk cId="4166037575" sldId="1135"/>
        </pc:sldMkLst>
        <pc:spChg chg="mod">
          <ac:chgData name="김명호" userId="e0d603aa-548e-418b-a070-918475337925" providerId="ADAL" clId="{7698440B-8F62-4DB0-823D-9D7B2537A243}" dt="2025-09-12T01:40:08.625" v="1210" actId="21"/>
          <ac:spMkLst>
            <pc:docMk/>
            <pc:sldMk cId="4166037575" sldId="1135"/>
            <ac:spMk id="7" creationId="{E2A54D1E-A3E9-2FE2-8D79-BD662FD04E94}"/>
          </ac:spMkLst>
        </pc:spChg>
        <pc:spChg chg="mod">
          <ac:chgData name="김명호" userId="e0d603aa-548e-418b-a070-918475337925" providerId="ADAL" clId="{7698440B-8F62-4DB0-823D-9D7B2537A243}" dt="2025-09-12T01:38:35.525" v="859" actId="20577"/>
          <ac:spMkLst>
            <pc:docMk/>
            <pc:sldMk cId="4166037575" sldId="1135"/>
            <ac:spMk id="12" creationId="{68C90B0C-4AED-A747-4D70-CCC55DF812D3}"/>
          </ac:spMkLst>
        </pc:spChg>
        <pc:grpChg chg="mod">
          <ac:chgData name="김명호" userId="e0d603aa-548e-418b-a070-918475337925" providerId="ADAL" clId="{7698440B-8F62-4DB0-823D-9D7B2537A243}" dt="2025-09-12T01:38:40.411" v="861" actId="1076"/>
          <ac:grpSpMkLst>
            <pc:docMk/>
            <pc:sldMk cId="4166037575" sldId="1135"/>
            <ac:grpSpMk id="10" creationId="{289F7600-BA62-FF23-0E4E-C69EF5A28BCC}"/>
          </ac:grpSpMkLst>
        </pc:grpChg>
        <pc:grpChg chg="mod">
          <ac:chgData name="김명호" userId="e0d603aa-548e-418b-a070-918475337925" providerId="ADAL" clId="{7698440B-8F62-4DB0-823D-9D7B2537A243}" dt="2025-09-12T01:38:40.411" v="861" actId="1076"/>
          <ac:grpSpMkLst>
            <pc:docMk/>
            <pc:sldMk cId="4166037575" sldId="1135"/>
            <ac:grpSpMk id="13" creationId="{B4B05EFE-1EE9-9BD6-3B28-1B566253F6F8}"/>
          </ac:grpSpMkLst>
        </pc:grpChg>
      </pc:sldChg>
      <pc:sldChg chg="modSp mod">
        <pc:chgData name="김명호" userId="e0d603aa-548e-418b-a070-918475337925" providerId="ADAL" clId="{7698440B-8F62-4DB0-823D-9D7B2537A243}" dt="2025-09-12T02:04:49.871" v="1764" actId="113"/>
        <pc:sldMkLst>
          <pc:docMk/>
          <pc:sldMk cId="2265584386" sldId="1136"/>
        </pc:sldMkLst>
        <pc:spChg chg="mod">
          <ac:chgData name="김명호" userId="e0d603aa-548e-418b-a070-918475337925" providerId="ADAL" clId="{7698440B-8F62-4DB0-823D-9D7B2537A243}" dt="2025-09-12T02:04:49.871" v="1764" actId="113"/>
          <ac:spMkLst>
            <pc:docMk/>
            <pc:sldMk cId="2265584386" sldId="1136"/>
            <ac:spMk id="7" creationId="{FA6264B3-4F85-241E-6539-759998140BE6}"/>
          </ac:spMkLst>
        </pc:spChg>
        <pc:spChg chg="mod">
          <ac:chgData name="김명호" userId="e0d603aa-548e-418b-a070-918475337925" providerId="ADAL" clId="{7698440B-8F62-4DB0-823D-9D7B2537A243}" dt="2025-09-12T02:04:18.482" v="1668"/>
          <ac:spMkLst>
            <pc:docMk/>
            <pc:sldMk cId="2265584386" sldId="1136"/>
            <ac:spMk id="12" creationId="{BEF73FB0-F4A8-E77D-A248-2697374367F0}"/>
          </ac:spMkLst>
        </pc:spChg>
      </pc:sldChg>
      <pc:sldChg chg="modSp del mod">
        <pc:chgData name="김명호" userId="e0d603aa-548e-418b-a070-918475337925" providerId="ADAL" clId="{7698440B-8F62-4DB0-823D-9D7B2537A243}" dt="2025-09-12T01:41:51.962" v="1219" actId="47"/>
        <pc:sldMkLst>
          <pc:docMk/>
          <pc:sldMk cId="2704759938" sldId="1137"/>
        </pc:sldMkLst>
        <pc:spChg chg="mod">
          <ac:chgData name="김명호" userId="e0d603aa-548e-418b-a070-918475337925" providerId="ADAL" clId="{7698440B-8F62-4DB0-823D-9D7B2537A243}" dt="2025-09-12T01:40:54.583" v="1218" actId="20577"/>
          <ac:spMkLst>
            <pc:docMk/>
            <pc:sldMk cId="2704759938" sldId="1137"/>
            <ac:spMk id="12" creationId="{6A6EE345-C90E-84F9-8620-6866CBA969AB}"/>
          </ac:spMkLst>
        </pc:spChg>
      </pc:sldChg>
      <pc:sldChg chg="modSp mod">
        <pc:chgData name="김명호" userId="e0d603aa-548e-418b-a070-918475337925" providerId="ADAL" clId="{7698440B-8F62-4DB0-823D-9D7B2537A243}" dt="2025-09-12T02:06:04.558" v="1831" actId="113"/>
        <pc:sldMkLst>
          <pc:docMk/>
          <pc:sldMk cId="2359495950" sldId="1138"/>
        </pc:sldMkLst>
        <pc:spChg chg="mod">
          <ac:chgData name="김명호" userId="e0d603aa-548e-418b-a070-918475337925" providerId="ADAL" clId="{7698440B-8F62-4DB0-823D-9D7B2537A243}" dt="2025-09-12T02:06:04.558" v="1831" actId="113"/>
          <ac:spMkLst>
            <pc:docMk/>
            <pc:sldMk cId="2359495950" sldId="1138"/>
            <ac:spMk id="7" creationId="{9AD0A640-1CFF-E07F-F7AE-1EB072A486EF}"/>
          </ac:spMkLst>
        </pc:spChg>
        <pc:spChg chg="mod">
          <ac:chgData name="김명호" userId="e0d603aa-548e-418b-a070-918475337925" providerId="ADAL" clId="{7698440B-8F62-4DB0-823D-9D7B2537A243}" dt="2025-09-12T01:47:53.691" v="1427"/>
          <ac:spMkLst>
            <pc:docMk/>
            <pc:sldMk cId="2359495950" sldId="1138"/>
            <ac:spMk id="11" creationId="{A6C4F92D-FB6F-9073-2F67-ACAF150EB160}"/>
          </ac:spMkLst>
        </pc:spChg>
        <pc:spChg chg="mod">
          <ac:chgData name="김명호" userId="e0d603aa-548e-418b-a070-918475337925" providerId="ADAL" clId="{7698440B-8F62-4DB0-823D-9D7B2537A243}" dt="2025-09-12T01:48:09.931" v="1442"/>
          <ac:spMkLst>
            <pc:docMk/>
            <pc:sldMk cId="2359495950" sldId="1138"/>
            <ac:spMk id="12" creationId="{290A318B-5DA0-C57C-0F9C-FC326A8C185B}"/>
          </ac:spMkLst>
        </pc:spChg>
        <pc:spChg chg="mod">
          <ac:chgData name="김명호" userId="e0d603aa-548e-418b-a070-918475337925" providerId="ADAL" clId="{7698440B-8F62-4DB0-823D-9D7B2537A243}" dt="2025-09-12T01:47:41.106" v="1419"/>
          <ac:spMkLst>
            <pc:docMk/>
            <pc:sldMk cId="2359495950" sldId="1138"/>
            <ac:spMk id="14" creationId="{1DE0890A-50AE-8323-D11D-B4551B3944AD}"/>
          </ac:spMkLst>
        </pc:spChg>
        <pc:spChg chg="mod">
          <ac:chgData name="김명호" userId="e0d603aa-548e-418b-a070-918475337925" providerId="ADAL" clId="{7698440B-8F62-4DB0-823D-9D7B2537A243}" dt="2025-09-12T01:47:51.700" v="1426" actId="5793"/>
          <ac:spMkLst>
            <pc:docMk/>
            <pc:sldMk cId="2359495950" sldId="1138"/>
            <ac:spMk id="15" creationId="{2112F0FF-6C57-7684-FD1A-9BC67F3D4947}"/>
          </ac:spMkLst>
        </pc:spChg>
        <pc:grpChg chg="mod">
          <ac:chgData name="김명호" userId="e0d603aa-548e-418b-a070-918475337925" providerId="ADAL" clId="{7698440B-8F62-4DB0-823D-9D7B2537A243}" dt="2025-09-12T01:47:53.691" v="1427"/>
          <ac:grpSpMkLst>
            <pc:docMk/>
            <pc:sldMk cId="2359495950" sldId="1138"/>
            <ac:grpSpMk id="10" creationId="{F796ABC6-6939-5682-757D-40332549ED4D}"/>
          </ac:grpSpMkLst>
        </pc:grpChg>
        <pc:grpChg chg="mod">
          <ac:chgData name="김명호" userId="e0d603aa-548e-418b-a070-918475337925" providerId="ADAL" clId="{7698440B-8F62-4DB0-823D-9D7B2537A243}" dt="2025-09-12T01:48:12.262" v="1443" actId="1076"/>
          <ac:grpSpMkLst>
            <pc:docMk/>
            <pc:sldMk cId="2359495950" sldId="1138"/>
            <ac:grpSpMk id="13" creationId="{5D266756-8F33-C7DF-0D6D-611F6B498599}"/>
          </ac:grpSpMkLst>
        </pc:grpChg>
      </pc:sldChg>
      <pc:sldChg chg="modSp mod">
        <pc:chgData name="김명호" userId="e0d603aa-548e-418b-a070-918475337925" providerId="ADAL" clId="{7698440B-8F62-4DB0-823D-9D7B2537A243}" dt="2025-09-12T01:51:19.392" v="1478" actId="21"/>
        <pc:sldMkLst>
          <pc:docMk/>
          <pc:sldMk cId="1057173039" sldId="1139"/>
        </pc:sldMkLst>
        <pc:spChg chg="mod">
          <ac:chgData name="김명호" userId="e0d603aa-548e-418b-a070-918475337925" providerId="ADAL" clId="{7698440B-8F62-4DB0-823D-9D7B2537A243}" dt="2025-09-12T01:51:19.392" v="1478" actId="21"/>
          <ac:spMkLst>
            <pc:docMk/>
            <pc:sldMk cId="1057173039" sldId="1139"/>
            <ac:spMk id="7" creationId="{54786982-51C3-FC1C-5AA2-295867532A63}"/>
          </ac:spMkLst>
        </pc:spChg>
        <pc:spChg chg="mod">
          <ac:chgData name="김명호" userId="e0d603aa-548e-418b-a070-918475337925" providerId="ADAL" clId="{7698440B-8F62-4DB0-823D-9D7B2537A243}" dt="2025-09-12T01:50:50.742" v="1476"/>
          <ac:spMkLst>
            <pc:docMk/>
            <pc:sldMk cId="1057173039" sldId="1139"/>
            <ac:spMk id="12" creationId="{F510212D-57C0-AF76-E22D-EB6D07438FF0}"/>
          </ac:spMkLst>
        </pc:spChg>
        <pc:spChg chg="mod">
          <ac:chgData name="김명호" userId="e0d603aa-548e-418b-a070-918475337925" providerId="ADAL" clId="{7698440B-8F62-4DB0-823D-9D7B2537A243}" dt="2025-09-12T01:50:11.039" v="1453"/>
          <ac:spMkLst>
            <pc:docMk/>
            <pc:sldMk cId="1057173039" sldId="1139"/>
            <ac:spMk id="15" creationId="{2DAADDFE-585B-6762-244B-1B54E7D2FDF6}"/>
          </ac:spMkLst>
        </pc:spChg>
      </pc:sldChg>
      <pc:sldChg chg="modSp mod">
        <pc:chgData name="김명호" userId="e0d603aa-548e-418b-a070-918475337925" providerId="ADAL" clId="{7698440B-8F62-4DB0-823D-9D7B2537A243}" dt="2025-09-12T01:51:30.273" v="1479" actId="21"/>
        <pc:sldMkLst>
          <pc:docMk/>
          <pc:sldMk cId="806464209" sldId="1140"/>
        </pc:sldMkLst>
        <pc:spChg chg="mod">
          <ac:chgData name="김명호" userId="e0d603aa-548e-418b-a070-918475337925" providerId="ADAL" clId="{7698440B-8F62-4DB0-823D-9D7B2537A243}" dt="2025-09-12T01:51:30.273" v="1479" actId="21"/>
          <ac:spMkLst>
            <pc:docMk/>
            <pc:sldMk cId="806464209" sldId="1140"/>
            <ac:spMk id="7" creationId="{B079495B-E1BE-8A7D-A618-B451028E8C3B}"/>
          </ac:spMkLst>
        </pc:spChg>
      </pc:sldChg>
      <pc:sldChg chg="addSp modSp mod">
        <pc:chgData name="김명호" userId="e0d603aa-548e-418b-a070-918475337925" providerId="ADAL" clId="{7698440B-8F62-4DB0-823D-9D7B2537A243}" dt="2025-09-12T01:57:01.926" v="1544" actId="20577"/>
        <pc:sldMkLst>
          <pc:docMk/>
          <pc:sldMk cId="3762377890" sldId="1142"/>
        </pc:sldMkLst>
        <pc:spChg chg="mod">
          <ac:chgData name="김명호" userId="e0d603aa-548e-418b-a070-918475337925" providerId="ADAL" clId="{7698440B-8F62-4DB0-823D-9D7B2537A243}" dt="2025-09-12T01:57:01.926" v="1544" actId="20577"/>
          <ac:spMkLst>
            <pc:docMk/>
            <pc:sldMk cId="3762377890" sldId="1142"/>
            <ac:spMk id="7" creationId="{C94B2CBA-8FEA-71B9-D6CA-136ADDA8129F}"/>
          </ac:spMkLst>
        </pc:spChg>
        <pc:spChg chg="mod">
          <ac:chgData name="김명호" userId="e0d603aa-548e-418b-a070-918475337925" providerId="ADAL" clId="{7698440B-8F62-4DB0-823D-9D7B2537A243}" dt="2025-09-12T01:55:35.484" v="1481"/>
          <ac:spMkLst>
            <pc:docMk/>
            <pc:sldMk cId="3762377890" sldId="1142"/>
            <ac:spMk id="11" creationId="{D5ABA6E0-54A3-A28A-4841-06BFA2BBE0D4}"/>
          </ac:spMkLst>
        </pc:spChg>
        <pc:spChg chg="mod">
          <ac:chgData name="김명호" userId="e0d603aa-548e-418b-a070-918475337925" providerId="ADAL" clId="{7698440B-8F62-4DB0-823D-9D7B2537A243}" dt="2025-09-12T01:55:35.484" v="1481"/>
          <ac:spMkLst>
            <pc:docMk/>
            <pc:sldMk cId="3762377890" sldId="1142"/>
            <ac:spMk id="12" creationId="{90EC2505-BBE8-820B-2C6C-06F987DECD78}"/>
          </ac:spMkLst>
        </pc:spChg>
        <pc:spChg chg="mod">
          <ac:chgData name="김명호" userId="e0d603aa-548e-418b-a070-918475337925" providerId="ADAL" clId="{7698440B-8F62-4DB0-823D-9D7B2537A243}" dt="2025-09-12T01:55:35.484" v="1481"/>
          <ac:spMkLst>
            <pc:docMk/>
            <pc:sldMk cId="3762377890" sldId="1142"/>
            <ac:spMk id="14" creationId="{0B712448-BE7E-6FE1-14C3-CFB0D71BCDFA}"/>
          </ac:spMkLst>
        </pc:spChg>
        <pc:spChg chg="mod">
          <ac:chgData name="김명호" userId="e0d603aa-548e-418b-a070-918475337925" providerId="ADAL" clId="{7698440B-8F62-4DB0-823D-9D7B2537A243}" dt="2025-09-12T01:55:35.484" v="1481"/>
          <ac:spMkLst>
            <pc:docMk/>
            <pc:sldMk cId="3762377890" sldId="1142"/>
            <ac:spMk id="15" creationId="{94922FE0-5726-621E-3B40-063B71CC436C}"/>
          </ac:spMkLst>
        </pc:spChg>
        <pc:grpChg chg="add mod">
          <ac:chgData name="김명호" userId="e0d603aa-548e-418b-a070-918475337925" providerId="ADAL" clId="{7698440B-8F62-4DB0-823D-9D7B2537A243}" dt="2025-09-12T01:55:35.484" v="1481"/>
          <ac:grpSpMkLst>
            <pc:docMk/>
            <pc:sldMk cId="3762377890" sldId="1142"/>
            <ac:grpSpMk id="8" creationId="{43852AF6-202B-2E1C-D79F-E2DC1AB24074}"/>
          </ac:grpSpMkLst>
        </pc:grpChg>
        <pc:grpChg chg="add mod">
          <ac:chgData name="김명호" userId="e0d603aa-548e-418b-a070-918475337925" providerId="ADAL" clId="{7698440B-8F62-4DB0-823D-9D7B2537A243}" dt="2025-09-12T01:55:35.484" v="1481"/>
          <ac:grpSpMkLst>
            <pc:docMk/>
            <pc:sldMk cId="3762377890" sldId="1142"/>
            <ac:grpSpMk id="13" creationId="{0FC73A67-E864-A910-A636-9B62F7ADE03C}"/>
          </ac:grpSpMkLst>
        </pc:grpChg>
      </pc:sldChg>
      <pc:sldChg chg="modSp mod">
        <pc:chgData name="김명호" userId="e0d603aa-548e-418b-a070-918475337925" providerId="ADAL" clId="{7698440B-8F62-4DB0-823D-9D7B2537A243}" dt="2025-09-12T01:57:27.437" v="1552" actId="20577"/>
        <pc:sldMkLst>
          <pc:docMk/>
          <pc:sldMk cId="2643972919" sldId="1143"/>
        </pc:sldMkLst>
        <pc:spChg chg="mod">
          <ac:chgData name="김명호" userId="e0d603aa-548e-418b-a070-918475337925" providerId="ADAL" clId="{7698440B-8F62-4DB0-823D-9D7B2537A243}" dt="2025-09-12T01:57:27.437" v="1552" actId="20577"/>
          <ac:spMkLst>
            <pc:docMk/>
            <pc:sldMk cId="2643972919" sldId="1143"/>
            <ac:spMk id="14" creationId="{C796D6AB-1426-1A48-0B11-1301603AE681}"/>
          </ac:spMkLst>
        </pc:spChg>
      </pc:sldChg>
      <pc:sldChg chg="modSp mod">
        <pc:chgData name="김명호" userId="e0d603aa-548e-418b-a070-918475337925" providerId="ADAL" clId="{7698440B-8F62-4DB0-823D-9D7B2537A243}" dt="2025-09-12T01:59:14.841" v="1581"/>
        <pc:sldMkLst>
          <pc:docMk/>
          <pc:sldMk cId="663995706" sldId="1145"/>
        </pc:sldMkLst>
        <pc:spChg chg="mod">
          <ac:chgData name="김명호" userId="e0d603aa-548e-418b-a070-918475337925" providerId="ADAL" clId="{7698440B-8F62-4DB0-823D-9D7B2537A243}" dt="2025-09-12T01:59:14.841" v="1581"/>
          <ac:spMkLst>
            <pc:docMk/>
            <pc:sldMk cId="663995706" sldId="1145"/>
            <ac:spMk id="14" creationId="{E1FB5545-3F23-2A43-66BC-8DB0D25E839D}"/>
          </ac:spMkLst>
        </pc:spChg>
      </pc:sldChg>
      <pc:sldChg chg="del">
        <pc:chgData name="김명호" userId="e0d603aa-548e-418b-a070-918475337925" providerId="ADAL" clId="{7698440B-8F62-4DB0-823D-9D7B2537A243}" dt="2025-09-12T02:00:21.917" v="1582" actId="47"/>
        <pc:sldMkLst>
          <pc:docMk/>
          <pc:sldMk cId="2096424227" sldId="1147"/>
        </pc:sldMkLst>
      </pc:sldChg>
      <pc:sldChg chg="modSp mod">
        <pc:chgData name="김명호" userId="e0d603aa-548e-418b-a070-918475337925" providerId="ADAL" clId="{7698440B-8F62-4DB0-823D-9D7B2537A243}" dt="2025-09-12T02:01:07.638" v="1621"/>
        <pc:sldMkLst>
          <pc:docMk/>
          <pc:sldMk cId="970436054" sldId="1148"/>
        </pc:sldMkLst>
        <pc:spChg chg="mod">
          <ac:chgData name="김명호" userId="e0d603aa-548e-418b-a070-918475337925" providerId="ADAL" clId="{7698440B-8F62-4DB0-823D-9D7B2537A243}" dt="2025-09-12T02:01:07.638" v="1621"/>
          <ac:spMkLst>
            <pc:docMk/>
            <pc:sldMk cId="970436054" sldId="1148"/>
            <ac:spMk id="33" creationId="{A1947486-F745-1856-C32D-D9B3B2914CA0}"/>
          </ac:spMkLst>
        </pc:spChg>
      </pc:sldChg>
      <pc:sldChg chg="modSp mod">
        <pc:chgData name="김명호" userId="e0d603aa-548e-418b-a070-918475337925" providerId="ADAL" clId="{7698440B-8F62-4DB0-823D-9D7B2537A243}" dt="2025-09-12T02:04:18.482" v="1668"/>
        <pc:sldMkLst>
          <pc:docMk/>
          <pc:sldMk cId="1363262398" sldId="1149"/>
        </pc:sldMkLst>
        <pc:spChg chg="mod">
          <ac:chgData name="김명호" userId="e0d603aa-548e-418b-a070-918475337925" providerId="ADAL" clId="{7698440B-8F62-4DB0-823D-9D7B2537A243}" dt="2025-09-12T02:04:18.482" v="1668"/>
          <ac:spMkLst>
            <pc:docMk/>
            <pc:sldMk cId="1363262398" sldId="1149"/>
            <ac:spMk id="9" creationId="{855AB00B-20B6-574E-D72D-D5248D5E4497}"/>
          </ac:spMkLst>
        </pc:spChg>
      </pc:sldChg>
      <pc:sldChg chg="addSp delSp modSp mod">
        <pc:chgData name="김명호" userId="e0d603aa-548e-418b-a070-918475337925" providerId="ADAL" clId="{7698440B-8F62-4DB0-823D-9D7B2537A243}" dt="2025-09-12T02:05:43.678" v="1770" actId="22"/>
        <pc:sldMkLst>
          <pc:docMk/>
          <pc:sldMk cId="3162123901" sldId="1150"/>
        </pc:sldMkLst>
        <pc:spChg chg="add del mod">
          <ac:chgData name="김명호" userId="e0d603aa-548e-418b-a070-918475337925" providerId="ADAL" clId="{7698440B-8F62-4DB0-823D-9D7B2537A243}" dt="2025-09-12T02:05:36.261" v="1767" actId="478"/>
          <ac:spMkLst>
            <pc:docMk/>
            <pc:sldMk cId="3162123901" sldId="1150"/>
            <ac:spMk id="8" creationId="{6F4E0508-A038-B938-3153-483AE1488DFA}"/>
          </ac:spMkLst>
        </pc:spChg>
        <pc:spChg chg="add mod">
          <ac:chgData name="김명호" userId="e0d603aa-548e-418b-a070-918475337925" providerId="ADAL" clId="{7698440B-8F62-4DB0-823D-9D7B2537A243}" dt="2025-09-12T02:05:37.047" v="1768"/>
          <ac:spMkLst>
            <pc:docMk/>
            <pc:sldMk cId="3162123901" sldId="1150"/>
            <ac:spMk id="9" creationId="{2B9C936C-C4CE-E411-2627-66A53F97AEFC}"/>
          </ac:spMkLst>
        </pc:spChg>
        <pc:spChg chg="mod">
          <ac:chgData name="김명호" userId="e0d603aa-548e-418b-a070-918475337925" providerId="ADAL" clId="{7698440B-8F62-4DB0-823D-9D7B2537A243}" dt="2025-09-12T02:05:37.047" v="1768"/>
          <ac:spMkLst>
            <pc:docMk/>
            <pc:sldMk cId="3162123901" sldId="1150"/>
            <ac:spMk id="11" creationId="{CECEDC8D-C18E-37A3-1F10-855226AF09C1}"/>
          </ac:spMkLst>
        </pc:spChg>
        <pc:spChg chg="mod">
          <ac:chgData name="김명호" userId="e0d603aa-548e-418b-a070-918475337925" providerId="ADAL" clId="{7698440B-8F62-4DB0-823D-9D7B2537A243}" dt="2025-09-12T02:05:37.047" v="1768"/>
          <ac:spMkLst>
            <pc:docMk/>
            <pc:sldMk cId="3162123901" sldId="1150"/>
            <ac:spMk id="12" creationId="{2143E4E8-3962-39BD-5230-631036DF4A79}"/>
          </ac:spMkLst>
        </pc:spChg>
        <pc:spChg chg="mod">
          <ac:chgData name="김명호" userId="e0d603aa-548e-418b-a070-918475337925" providerId="ADAL" clId="{7698440B-8F62-4DB0-823D-9D7B2537A243}" dt="2025-09-12T02:05:37.047" v="1768"/>
          <ac:spMkLst>
            <pc:docMk/>
            <pc:sldMk cId="3162123901" sldId="1150"/>
            <ac:spMk id="14" creationId="{8D8F98EB-561C-DE36-9C8C-23E5F5B35145}"/>
          </ac:spMkLst>
        </pc:spChg>
        <pc:spChg chg="mod">
          <ac:chgData name="김명호" userId="e0d603aa-548e-418b-a070-918475337925" providerId="ADAL" clId="{7698440B-8F62-4DB0-823D-9D7B2537A243}" dt="2025-09-12T02:05:37.047" v="1768"/>
          <ac:spMkLst>
            <pc:docMk/>
            <pc:sldMk cId="3162123901" sldId="1150"/>
            <ac:spMk id="15" creationId="{BA6C75A3-40B9-6906-AAFA-722BF1F4607E}"/>
          </ac:spMkLst>
        </pc:spChg>
        <pc:spChg chg="add del">
          <ac:chgData name="김명호" userId="e0d603aa-548e-418b-a070-918475337925" providerId="ADAL" clId="{7698440B-8F62-4DB0-823D-9D7B2537A243}" dt="2025-09-12T02:05:43.678" v="1770" actId="22"/>
          <ac:spMkLst>
            <pc:docMk/>
            <pc:sldMk cId="3162123901" sldId="1150"/>
            <ac:spMk id="25" creationId="{1D52CC68-B5C4-7218-9C6F-5BFDF88555F7}"/>
          </ac:spMkLst>
        </pc:spChg>
        <pc:spChg chg="del">
          <ac:chgData name="김명호" userId="e0d603aa-548e-418b-a070-918475337925" providerId="ADAL" clId="{7698440B-8F62-4DB0-823D-9D7B2537A243}" dt="2025-09-12T02:05:34.783" v="1766" actId="478"/>
          <ac:spMkLst>
            <pc:docMk/>
            <pc:sldMk cId="3162123901" sldId="1150"/>
            <ac:spMk id="30" creationId="{24593032-B043-CB3D-DF03-1F187604B1EC}"/>
          </ac:spMkLst>
        </pc:spChg>
        <pc:grpChg chg="add mod">
          <ac:chgData name="김명호" userId="e0d603aa-548e-418b-a070-918475337925" providerId="ADAL" clId="{7698440B-8F62-4DB0-823D-9D7B2537A243}" dt="2025-09-12T02:05:37.047" v="1768"/>
          <ac:grpSpMkLst>
            <pc:docMk/>
            <pc:sldMk cId="3162123901" sldId="1150"/>
            <ac:grpSpMk id="10" creationId="{6FA0FF06-4549-25AC-FE45-8BFBB0282E84}"/>
          </ac:grpSpMkLst>
        </pc:grpChg>
        <pc:grpChg chg="add mod">
          <ac:chgData name="김명호" userId="e0d603aa-548e-418b-a070-918475337925" providerId="ADAL" clId="{7698440B-8F62-4DB0-823D-9D7B2537A243}" dt="2025-09-12T02:05:37.047" v="1768"/>
          <ac:grpSpMkLst>
            <pc:docMk/>
            <pc:sldMk cId="3162123901" sldId="1150"/>
            <ac:grpSpMk id="13" creationId="{707AB1FF-3956-91CA-DEC1-3C4E5177BB04}"/>
          </ac:grpSpMkLst>
        </pc:grpChg>
        <pc:grpChg chg="del">
          <ac:chgData name="김명호" userId="e0d603aa-548e-418b-a070-918475337925" providerId="ADAL" clId="{7698440B-8F62-4DB0-823D-9D7B2537A243}" dt="2025-09-12T02:05:09.139" v="1765" actId="478"/>
          <ac:grpSpMkLst>
            <pc:docMk/>
            <pc:sldMk cId="3162123901" sldId="1150"/>
            <ac:grpSpMk id="16" creationId="{C6823D49-F6E3-5B29-FD47-3D4CDF52302C}"/>
          </ac:grpSpMkLst>
        </pc:grpChg>
        <pc:grpChg chg="del">
          <ac:chgData name="김명호" userId="e0d603aa-548e-418b-a070-918475337925" providerId="ADAL" clId="{7698440B-8F62-4DB0-823D-9D7B2537A243}" dt="2025-09-12T02:05:09.139" v="1765" actId="478"/>
          <ac:grpSpMkLst>
            <pc:docMk/>
            <pc:sldMk cId="3162123901" sldId="1150"/>
            <ac:grpSpMk id="20" creationId="{01D53786-82BF-B5BF-A0A0-729EA30E8955}"/>
          </ac:grpSpMkLst>
        </pc:grpChg>
      </pc:sldChg>
      <pc:sldChg chg="modSp mod">
        <pc:chgData name="김명호" userId="e0d603aa-548e-418b-a070-918475337925" providerId="ADAL" clId="{7698440B-8F62-4DB0-823D-9D7B2537A243}" dt="2025-09-12T02:07:48.611" v="1864"/>
        <pc:sldMkLst>
          <pc:docMk/>
          <pc:sldMk cId="537216723" sldId="1151"/>
        </pc:sldMkLst>
        <pc:spChg chg="mod">
          <ac:chgData name="김명호" userId="e0d603aa-548e-418b-a070-918475337925" providerId="ADAL" clId="{7698440B-8F62-4DB0-823D-9D7B2537A243}" dt="2025-09-12T02:07:48.611" v="1864"/>
          <ac:spMkLst>
            <pc:docMk/>
            <pc:sldMk cId="537216723" sldId="1151"/>
            <ac:spMk id="18" creationId="{276F4FEC-4F6C-5B97-428C-B31C37B1C36C}"/>
          </ac:spMkLst>
        </pc:spChg>
      </pc:sldChg>
      <pc:sldChg chg="modSp add del">
        <pc:chgData name="김명호" userId="e0d603aa-548e-418b-a070-918475337925" providerId="ADAL" clId="{7698440B-8F62-4DB0-823D-9D7B2537A243}" dt="2025-09-12T02:10:05.450" v="1920" actId="47"/>
        <pc:sldMkLst>
          <pc:docMk/>
          <pc:sldMk cId="2567143869" sldId="1152"/>
        </pc:sldMkLst>
        <pc:spChg chg="mod">
          <ac:chgData name="김명호" userId="e0d603aa-548e-418b-a070-918475337925" providerId="ADAL" clId="{7698440B-8F62-4DB0-823D-9D7B2537A243}" dt="2025-09-12T01:33:38.353" v="793"/>
          <ac:spMkLst>
            <pc:docMk/>
            <pc:sldMk cId="2567143869" sldId="1152"/>
            <ac:spMk id="10" creationId="{6C7569CE-7A9D-28BB-2C5E-4B84F26B46AE}"/>
          </ac:spMkLst>
        </pc:spChg>
      </pc:sldChg>
      <pc:sldChg chg="modSp mod">
        <pc:chgData name="김명호" userId="e0d603aa-548e-418b-a070-918475337925" providerId="ADAL" clId="{7698440B-8F62-4DB0-823D-9D7B2537A243}" dt="2025-09-12T02:10:45.717" v="2004" actId="20577"/>
        <pc:sldMkLst>
          <pc:docMk/>
          <pc:sldMk cId="1726764375" sldId="1154"/>
        </pc:sldMkLst>
        <pc:spChg chg="mod">
          <ac:chgData name="김명호" userId="e0d603aa-548e-418b-a070-918475337925" providerId="ADAL" clId="{7698440B-8F62-4DB0-823D-9D7B2537A243}" dt="2025-09-12T02:10:45.717" v="2004" actId="20577"/>
          <ac:spMkLst>
            <pc:docMk/>
            <pc:sldMk cId="1726764375" sldId="1154"/>
            <ac:spMk id="30" creationId="{71752C92-4E4D-1391-2F9B-B8719669F7AD}"/>
          </ac:spMkLst>
        </pc:spChg>
      </pc:sldChg>
      <pc:sldChg chg="modSp mod">
        <pc:chgData name="김명호" userId="e0d603aa-548e-418b-a070-918475337925" providerId="ADAL" clId="{7698440B-8F62-4DB0-823D-9D7B2537A243}" dt="2025-09-12T02:12:27.517" v="2282"/>
        <pc:sldMkLst>
          <pc:docMk/>
          <pc:sldMk cId="2476639104" sldId="1155"/>
        </pc:sldMkLst>
        <pc:spChg chg="mod">
          <ac:chgData name="김명호" userId="e0d603aa-548e-418b-a070-918475337925" providerId="ADAL" clId="{7698440B-8F62-4DB0-823D-9D7B2537A243}" dt="2025-09-12T02:12:27.517" v="2282"/>
          <ac:spMkLst>
            <pc:docMk/>
            <pc:sldMk cId="2476639104" sldId="1155"/>
            <ac:spMk id="11" creationId="{C03CFCF7-10FD-8245-EE2B-E5A0DF8DE35D}"/>
          </ac:spMkLst>
        </pc:spChg>
        <pc:spChg chg="mod">
          <ac:chgData name="김명호" userId="e0d603aa-548e-418b-a070-918475337925" providerId="ADAL" clId="{7698440B-8F62-4DB0-823D-9D7B2537A243}" dt="2025-09-12T02:12:09.190" v="2258" actId="20577"/>
          <ac:spMkLst>
            <pc:docMk/>
            <pc:sldMk cId="2476639104" sldId="1155"/>
            <ac:spMk id="30" creationId="{76EE0AA1-6BAE-4857-9306-BE22FF4F6246}"/>
          </ac:spMkLst>
        </pc:spChg>
        <pc:grpChg chg="mod">
          <ac:chgData name="김명호" userId="e0d603aa-548e-418b-a070-918475337925" providerId="ADAL" clId="{7698440B-8F62-4DB0-823D-9D7B2537A243}" dt="2025-09-12T02:12:11.122" v="2259" actId="1076"/>
          <ac:grpSpMkLst>
            <pc:docMk/>
            <pc:sldMk cId="2476639104" sldId="1155"/>
            <ac:grpSpMk id="12" creationId="{1A1BA42C-10CB-8F75-923C-C885309CCC33}"/>
          </ac:grpSpMkLst>
        </pc:grpChg>
      </pc:sldChg>
      <pc:sldChg chg="addSp delSp modSp mod">
        <pc:chgData name="김명호" userId="e0d603aa-548e-418b-a070-918475337925" providerId="ADAL" clId="{7698440B-8F62-4DB0-823D-9D7B2537A243}" dt="2025-09-12T02:12:56.815" v="2286"/>
        <pc:sldMkLst>
          <pc:docMk/>
          <pc:sldMk cId="3992973557" sldId="1156"/>
        </pc:sldMkLst>
        <pc:spChg chg="add del mod">
          <ac:chgData name="김명호" userId="e0d603aa-548e-418b-a070-918475337925" providerId="ADAL" clId="{7698440B-8F62-4DB0-823D-9D7B2537A243}" dt="2025-09-12T02:12:56.530" v="2285" actId="478"/>
          <ac:spMkLst>
            <pc:docMk/>
            <pc:sldMk cId="3992973557" sldId="1156"/>
            <ac:spMk id="8" creationId="{F87BD5A1-95B2-19BF-5846-B09D4A6C009E}"/>
          </ac:spMkLst>
        </pc:spChg>
        <pc:spChg chg="add mod">
          <ac:chgData name="김명호" userId="e0d603aa-548e-418b-a070-918475337925" providerId="ADAL" clId="{7698440B-8F62-4DB0-823D-9D7B2537A243}" dt="2025-09-12T02:12:56.815" v="2286"/>
          <ac:spMkLst>
            <pc:docMk/>
            <pc:sldMk cId="3992973557" sldId="1156"/>
            <ac:spMk id="9" creationId="{8A2C2570-2A63-FDBD-974C-89A0C6B38836}"/>
          </ac:spMkLst>
        </pc:spChg>
        <pc:spChg chg="mod">
          <ac:chgData name="김명호" userId="e0d603aa-548e-418b-a070-918475337925" providerId="ADAL" clId="{7698440B-8F62-4DB0-823D-9D7B2537A243}" dt="2025-09-12T02:12:56.815" v="2286"/>
          <ac:spMkLst>
            <pc:docMk/>
            <pc:sldMk cId="3992973557" sldId="1156"/>
            <ac:spMk id="11" creationId="{1BA91000-1463-6C15-D1E2-0A008D07B7A1}"/>
          </ac:spMkLst>
        </pc:spChg>
        <pc:spChg chg="mod">
          <ac:chgData name="김명호" userId="e0d603aa-548e-418b-a070-918475337925" providerId="ADAL" clId="{7698440B-8F62-4DB0-823D-9D7B2537A243}" dt="2025-09-12T02:12:56.815" v="2286"/>
          <ac:spMkLst>
            <pc:docMk/>
            <pc:sldMk cId="3992973557" sldId="1156"/>
            <ac:spMk id="12" creationId="{170E80C3-1FFE-95FA-F894-F29DE23DBFF4}"/>
          </ac:spMkLst>
        </pc:spChg>
        <pc:spChg chg="mod">
          <ac:chgData name="김명호" userId="e0d603aa-548e-418b-a070-918475337925" providerId="ADAL" clId="{7698440B-8F62-4DB0-823D-9D7B2537A243}" dt="2025-09-12T02:12:56.815" v="2286"/>
          <ac:spMkLst>
            <pc:docMk/>
            <pc:sldMk cId="3992973557" sldId="1156"/>
            <ac:spMk id="15" creationId="{E13D386D-F80E-8DC1-ECD3-046CF4749864}"/>
          </ac:spMkLst>
        </pc:spChg>
        <pc:spChg chg="mod">
          <ac:chgData name="김명호" userId="e0d603aa-548e-418b-a070-918475337925" providerId="ADAL" clId="{7698440B-8F62-4DB0-823D-9D7B2537A243}" dt="2025-09-12T02:12:56.815" v="2286"/>
          <ac:spMkLst>
            <pc:docMk/>
            <pc:sldMk cId="3992973557" sldId="1156"/>
            <ac:spMk id="16" creationId="{8D516419-4868-AC85-C90E-FF32BDF27EAC}"/>
          </ac:spMkLst>
        </pc:spChg>
        <pc:spChg chg="del mod">
          <ac:chgData name="김명호" userId="e0d603aa-548e-418b-a070-918475337925" providerId="ADAL" clId="{7698440B-8F62-4DB0-823D-9D7B2537A243}" dt="2025-09-12T02:12:54.150" v="2284" actId="478"/>
          <ac:spMkLst>
            <pc:docMk/>
            <pc:sldMk cId="3992973557" sldId="1156"/>
            <ac:spMk id="30" creationId="{BD1561E4-9697-91EE-5154-43BC3FC3C6CB}"/>
          </ac:spMkLst>
        </pc:spChg>
        <pc:grpChg chg="add mod">
          <ac:chgData name="김명호" userId="e0d603aa-548e-418b-a070-918475337925" providerId="ADAL" clId="{7698440B-8F62-4DB0-823D-9D7B2537A243}" dt="2025-09-12T02:12:56.815" v="2286"/>
          <ac:grpSpMkLst>
            <pc:docMk/>
            <pc:sldMk cId="3992973557" sldId="1156"/>
            <ac:grpSpMk id="10" creationId="{DF84D70F-E0FB-24F3-412B-E718C643CF8A}"/>
          </ac:grpSpMkLst>
        </pc:grpChg>
        <pc:grpChg chg="add mod">
          <ac:chgData name="김명호" userId="e0d603aa-548e-418b-a070-918475337925" providerId="ADAL" clId="{7698440B-8F62-4DB0-823D-9D7B2537A243}" dt="2025-09-12T02:12:56.815" v="2286"/>
          <ac:grpSpMkLst>
            <pc:docMk/>
            <pc:sldMk cId="3992973557" sldId="1156"/>
            <ac:grpSpMk id="14" creationId="{664D51A3-A6AA-B348-9264-AE0F4914FD27}"/>
          </ac:grpSpMkLst>
        </pc:grpChg>
      </pc:sldChg>
      <pc:sldChg chg="modSp mod">
        <pc:chgData name="김명호" userId="e0d603aa-548e-418b-a070-918475337925" providerId="ADAL" clId="{7698440B-8F62-4DB0-823D-9D7B2537A243}" dt="2025-09-12T02:15:56.923" v="2631" actId="20577"/>
        <pc:sldMkLst>
          <pc:docMk/>
          <pc:sldMk cId="3706314659" sldId="1157"/>
        </pc:sldMkLst>
        <pc:spChg chg="mod">
          <ac:chgData name="김명호" userId="e0d603aa-548e-418b-a070-918475337925" providerId="ADAL" clId="{7698440B-8F62-4DB0-823D-9D7B2537A243}" dt="2025-09-12T02:14:57.806" v="2288"/>
          <ac:spMkLst>
            <pc:docMk/>
            <pc:sldMk cId="3706314659" sldId="1157"/>
            <ac:spMk id="8" creationId="{3D4443B2-9017-A9F7-B8BF-D38EB35214D8}"/>
          </ac:spMkLst>
        </pc:spChg>
        <pc:spChg chg="mod">
          <ac:chgData name="김명호" userId="e0d603aa-548e-418b-a070-918475337925" providerId="ADAL" clId="{7698440B-8F62-4DB0-823D-9D7B2537A243}" dt="2025-09-12T02:15:03.880" v="2291" actId="400"/>
          <ac:spMkLst>
            <pc:docMk/>
            <pc:sldMk cId="3706314659" sldId="1157"/>
            <ac:spMk id="9" creationId="{45186670-E369-ABE5-7E33-BEC0826E99CE}"/>
          </ac:spMkLst>
        </pc:spChg>
        <pc:spChg chg="mod">
          <ac:chgData name="김명호" userId="e0d603aa-548e-418b-a070-918475337925" providerId="ADAL" clId="{7698440B-8F62-4DB0-823D-9D7B2537A243}" dt="2025-09-12T02:15:56.923" v="2631" actId="20577"/>
          <ac:spMkLst>
            <pc:docMk/>
            <pc:sldMk cId="3706314659" sldId="1157"/>
            <ac:spMk id="30" creationId="{48088A5D-2707-44DA-20C9-EFCAF9585F47}"/>
          </ac:spMkLst>
        </pc:spChg>
        <pc:grpChg chg="mod">
          <ac:chgData name="김명호" userId="e0d603aa-548e-418b-a070-918475337925" providerId="ADAL" clId="{7698440B-8F62-4DB0-823D-9D7B2537A243}" dt="2025-09-12T02:14:57.806" v="2288"/>
          <ac:grpSpMkLst>
            <pc:docMk/>
            <pc:sldMk cId="3706314659" sldId="1157"/>
            <ac:grpSpMk id="7" creationId="{84939EEB-76F0-A6A2-B14B-C96BBF61F8B7}"/>
          </ac:grpSpMkLst>
        </pc:grpChg>
      </pc:sldChg>
      <pc:sldChg chg="modSp mod">
        <pc:chgData name="김명호" userId="e0d603aa-548e-418b-a070-918475337925" providerId="ADAL" clId="{7698440B-8F62-4DB0-823D-9D7B2537A243}" dt="2025-09-12T02:18:31.462" v="2696"/>
        <pc:sldMkLst>
          <pc:docMk/>
          <pc:sldMk cId="3035672788" sldId="1158"/>
        </pc:sldMkLst>
        <pc:spChg chg="mod">
          <ac:chgData name="김명호" userId="e0d603aa-548e-418b-a070-918475337925" providerId="ADAL" clId="{7698440B-8F62-4DB0-823D-9D7B2537A243}" dt="2025-09-12T02:16:58.806" v="2661" actId="113"/>
          <ac:spMkLst>
            <pc:docMk/>
            <pc:sldMk cId="3035672788" sldId="1158"/>
            <ac:spMk id="9" creationId="{B6A542F6-6F7C-7AD0-6531-1D34D0DD2A28}"/>
          </ac:spMkLst>
        </pc:spChg>
        <pc:spChg chg="mod">
          <ac:chgData name="김명호" userId="e0d603aa-548e-418b-a070-918475337925" providerId="ADAL" clId="{7698440B-8F62-4DB0-823D-9D7B2537A243}" dt="2025-09-12T02:18:31.462" v="2696"/>
          <ac:spMkLst>
            <pc:docMk/>
            <pc:sldMk cId="3035672788" sldId="1158"/>
            <ac:spMk id="12" creationId="{AD10E35F-E8C8-677D-C174-BE9BCC2FEB90}"/>
          </ac:spMkLst>
        </pc:spChg>
      </pc:sldChg>
      <pc:sldChg chg="modSp mod">
        <pc:chgData name="김명호" userId="e0d603aa-548e-418b-a070-918475337925" providerId="ADAL" clId="{7698440B-8F62-4DB0-823D-9D7B2537A243}" dt="2025-09-12T02:18:25.870" v="2694" actId="113"/>
        <pc:sldMkLst>
          <pc:docMk/>
          <pc:sldMk cId="3697737714" sldId="1159"/>
        </pc:sldMkLst>
        <pc:spChg chg="mod">
          <ac:chgData name="김명호" userId="e0d603aa-548e-418b-a070-918475337925" providerId="ADAL" clId="{7698440B-8F62-4DB0-823D-9D7B2537A243}" dt="2025-09-12T02:18:12.254" v="2665" actId="20578"/>
          <ac:spMkLst>
            <pc:docMk/>
            <pc:sldMk cId="3697737714" sldId="1159"/>
            <ac:spMk id="8" creationId="{9325757A-F160-772E-527F-525888EFF49D}"/>
          </ac:spMkLst>
        </pc:spChg>
        <pc:spChg chg="mod">
          <ac:chgData name="김명호" userId="e0d603aa-548e-418b-a070-918475337925" providerId="ADAL" clId="{7698440B-8F62-4DB0-823D-9D7B2537A243}" dt="2025-09-12T02:18:25.870" v="2694" actId="113"/>
          <ac:spMkLst>
            <pc:docMk/>
            <pc:sldMk cId="3697737714" sldId="1159"/>
            <ac:spMk id="9" creationId="{77F018EA-E875-80AE-077C-9BBC8ADBE77E}"/>
          </ac:spMkLst>
        </pc:spChg>
        <pc:grpChg chg="mod">
          <ac:chgData name="김명호" userId="e0d603aa-548e-418b-a070-918475337925" providerId="ADAL" clId="{7698440B-8F62-4DB0-823D-9D7B2537A243}" dt="2025-09-12T02:18:12.254" v="2665" actId="20578"/>
          <ac:grpSpMkLst>
            <pc:docMk/>
            <pc:sldMk cId="3697737714" sldId="1159"/>
            <ac:grpSpMk id="7" creationId="{F8FB9936-22A4-C10E-DFF1-37485C4C29C0}"/>
          </ac:grpSpMkLst>
        </pc:grpChg>
      </pc:sldChg>
      <pc:sldChg chg="del">
        <pc:chgData name="김명호" userId="e0d603aa-548e-418b-a070-918475337925" providerId="ADAL" clId="{7698440B-8F62-4DB0-823D-9D7B2537A243}" dt="2025-09-12T02:18:35.873" v="2697" actId="47"/>
        <pc:sldMkLst>
          <pc:docMk/>
          <pc:sldMk cId="2752551532" sldId="1160"/>
        </pc:sldMkLst>
      </pc:sldChg>
      <pc:sldChg chg="del">
        <pc:chgData name="김명호" userId="e0d603aa-548e-418b-a070-918475337925" providerId="ADAL" clId="{7698440B-8F62-4DB0-823D-9D7B2537A243}" dt="2025-09-12T02:19:54.437" v="2698" actId="47"/>
        <pc:sldMkLst>
          <pc:docMk/>
          <pc:sldMk cId="183240510" sldId="1161"/>
        </pc:sldMkLst>
      </pc:sldChg>
      <pc:sldChg chg="modSp mod">
        <pc:chgData name="김명호" userId="e0d603aa-548e-418b-a070-918475337925" providerId="ADAL" clId="{7698440B-8F62-4DB0-823D-9D7B2537A243}" dt="2025-09-12T02:21:58.757" v="2899"/>
        <pc:sldMkLst>
          <pc:docMk/>
          <pc:sldMk cId="402250652" sldId="1162"/>
        </pc:sldMkLst>
        <pc:spChg chg="mod">
          <ac:chgData name="김명호" userId="e0d603aa-548e-418b-a070-918475337925" providerId="ADAL" clId="{7698440B-8F62-4DB0-823D-9D7B2537A243}" dt="2025-09-12T02:21:26.857" v="2873"/>
          <ac:spMkLst>
            <pc:docMk/>
            <pc:sldMk cId="402250652" sldId="1162"/>
            <ac:spMk id="9" creationId="{4038A4FC-3325-965B-86B6-C2FD1905A858}"/>
          </ac:spMkLst>
        </pc:spChg>
        <pc:spChg chg="mod">
          <ac:chgData name="김명호" userId="e0d603aa-548e-418b-a070-918475337925" providerId="ADAL" clId="{7698440B-8F62-4DB0-823D-9D7B2537A243}" dt="2025-09-12T02:21:58.757" v="2899"/>
          <ac:spMkLst>
            <pc:docMk/>
            <pc:sldMk cId="402250652" sldId="1162"/>
            <ac:spMk id="10" creationId="{A8761B23-3080-301B-3827-2BB65E1D3A25}"/>
          </ac:spMkLst>
        </pc:spChg>
        <pc:spChg chg="mod">
          <ac:chgData name="김명호" userId="e0d603aa-548e-418b-a070-918475337925" providerId="ADAL" clId="{7698440B-8F62-4DB0-823D-9D7B2537A243}" dt="2025-09-12T02:21:18.904" v="2870" actId="21"/>
          <ac:spMkLst>
            <pc:docMk/>
            <pc:sldMk cId="402250652" sldId="1162"/>
            <ac:spMk id="16" creationId="{2650D537-F8CB-001F-77FA-5D262F35CB28}"/>
          </ac:spMkLst>
        </pc:spChg>
        <pc:grpChg chg="mod">
          <ac:chgData name="김명호" userId="e0d603aa-548e-418b-a070-918475337925" providerId="ADAL" clId="{7698440B-8F62-4DB0-823D-9D7B2537A243}" dt="2025-09-12T02:21:26.857" v="2873"/>
          <ac:grpSpMkLst>
            <pc:docMk/>
            <pc:sldMk cId="402250652" sldId="1162"/>
            <ac:grpSpMk id="7" creationId="{3551E13F-3D0B-4F65-11D6-DF138E677821}"/>
          </ac:grpSpMkLst>
        </pc:grpChg>
        <pc:grpChg chg="mod">
          <ac:chgData name="김명호" userId="e0d603aa-548e-418b-a070-918475337925" providerId="ADAL" clId="{7698440B-8F62-4DB0-823D-9D7B2537A243}" dt="2025-09-12T02:20:40.593" v="2739" actId="1076"/>
          <ac:grpSpMkLst>
            <pc:docMk/>
            <pc:sldMk cId="402250652" sldId="1162"/>
            <ac:grpSpMk id="11" creationId="{39B73E25-058A-6281-BF91-89EB5DDD294E}"/>
          </ac:grpSpMkLst>
        </pc:grpChg>
      </pc:sldChg>
      <pc:sldChg chg="addSp delSp modSp mod">
        <pc:chgData name="김명호" userId="e0d603aa-548e-418b-a070-918475337925" providerId="ADAL" clId="{7698440B-8F62-4DB0-823D-9D7B2537A243}" dt="2025-09-12T02:22:43.875" v="2921"/>
        <pc:sldMkLst>
          <pc:docMk/>
          <pc:sldMk cId="798315683" sldId="1163"/>
        </pc:sldMkLst>
        <pc:spChg chg="add del mod">
          <ac:chgData name="김명호" userId="e0d603aa-548e-418b-a070-918475337925" providerId="ADAL" clId="{7698440B-8F62-4DB0-823D-9D7B2537A243}" dt="2025-09-12T02:22:28.014" v="2901" actId="478"/>
          <ac:spMkLst>
            <pc:docMk/>
            <pc:sldMk cId="798315683" sldId="1163"/>
            <ac:spMk id="8" creationId="{08C2AB10-AD36-5140-AC1B-BEB380AE8BF0}"/>
          </ac:spMkLst>
        </pc:spChg>
        <pc:spChg chg="add mod">
          <ac:chgData name="김명호" userId="e0d603aa-548e-418b-a070-918475337925" providerId="ADAL" clId="{7698440B-8F62-4DB0-823D-9D7B2537A243}" dt="2025-09-12T02:22:43.875" v="2921"/>
          <ac:spMkLst>
            <pc:docMk/>
            <pc:sldMk cId="798315683" sldId="1163"/>
            <ac:spMk id="9" creationId="{1E0E4EBB-0016-7DA7-FAFA-CE6C78A5DF8B}"/>
          </ac:spMkLst>
        </pc:spChg>
        <pc:spChg chg="mod">
          <ac:chgData name="김명호" userId="e0d603aa-548e-418b-a070-918475337925" providerId="ADAL" clId="{7698440B-8F62-4DB0-823D-9D7B2537A243}" dt="2025-09-12T02:22:28.287" v="2902"/>
          <ac:spMkLst>
            <pc:docMk/>
            <pc:sldMk cId="798315683" sldId="1163"/>
            <ac:spMk id="11" creationId="{46364715-E30E-EB88-E3A8-37A45BCEF6DF}"/>
          </ac:spMkLst>
        </pc:spChg>
        <pc:spChg chg="mod">
          <ac:chgData name="김명호" userId="e0d603aa-548e-418b-a070-918475337925" providerId="ADAL" clId="{7698440B-8F62-4DB0-823D-9D7B2537A243}" dt="2025-09-12T02:22:28.287" v="2902"/>
          <ac:spMkLst>
            <pc:docMk/>
            <pc:sldMk cId="798315683" sldId="1163"/>
            <ac:spMk id="12" creationId="{EC0B8CE6-54F9-8618-1155-32403E3D4115}"/>
          </ac:spMkLst>
        </pc:spChg>
        <pc:spChg chg="mod">
          <ac:chgData name="김명호" userId="e0d603aa-548e-418b-a070-918475337925" providerId="ADAL" clId="{7698440B-8F62-4DB0-823D-9D7B2537A243}" dt="2025-09-12T02:22:28.287" v="2902"/>
          <ac:spMkLst>
            <pc:docMk/>
            <pc:sldMk cId="798315683" sldId="1163"/>
            <ac:spMk id="14" creationId="{D0B76CDC-618B-49D8-DC5D-28EF7D124313}"/>
          </ac:spMkLst>
        </pc:spChg>
        <pc:spChg chg="mod">
          <ac:chgData name="김명호" userId="e0d603aa-548e-418b-a070-918475337925" providerId="ADAL" clId="{7698440B-8F62-4DB0-823D-9D7B2537A243}" dt="2025-09-12T02:22:28.287" v="2902"/>
          <ac:spMkLst>
            <pc:docMk/>
            <pc:sldMk cId="798315683" sldId="1163"/>
            <ac:spMk id="15" creationId="{2E09B8D2-89CA-B752-A46B-D74E7840FD4F}"/>
          </ac:spMkLst>
        </pc:spChg>
        <pc:spChg chg="del">
          <ac:chgData name="김명호" userId="e0d603aa-548e-418b-a070-918475337925" providerId="ADAL" clId="{7698440B-8F62-4DB0-823D-9D7B2537A243}" dt="2025-09-12T02:22:25.430" v="2900" actId="478"/>
          <ac:spMkLst>
            <pc:docMk/>
            <pc:sldMk cId="798315683" sldId="1163"/>
            <ac:spMk id="16" creationId="{BEEB2A10-7644-CA02-2484-9F40944B84F3}"/>
          </ac:spMkLst>
        </pc:spChg>
        <pc:grpChg chg="add mod">
          <ac:chgData name="김명호" userId="e0d603aa-548e-418b-a070-918475337925" providerId="ADAL" clId="{7698440B-8F62-4DB0-823D-9D7B2537A243}" dt="2025-09-12T02:22:28.287" v="2902"/>
          <ac:grpSpMkLst>
            <pc:docMk/>
            <pc:sldMk cId="798315683" sldId="1163"/>
            <ac:grpSpMk id="10" creationId="{8AD82A25-A118-EE7B-D199-AFF0BC8D3C48}"/>
          </ac:grpSpMkLst>
        </pc:grpChg>
        <pc:grpChg chg="add mod">
          <ac:chgData name="김명호" userId="e0d603aa-548e-418b-a070-918475337925" providerId="ADAL" clId="{7698440B-8F62-4DB0-823D-9D7B2537A243}" dt="2025-09-12T02:22:28.287" v="2902"/>
          <ac:grpSpMkLst>
            <pc:docMk/>
            <pc:sldMk cId="798315683" sldId="1163"/>
            <ac:grpSpMk id="13" creationId="{D1FBC0E3-007F-9422-1CAC-22B0125806F6}"/>
          </ac:grpSpMkLst>
        </pc:grpChg>
      </pc:sldChg>
      <pc:sldChg chg="addSp delSp modSp mod">
        <pc:chgData name="김명호" userId="e0d603aa-548e-418b-a070-918475337925" providerId="ADAL" clId="{7698440B-8F62-4DB0-823D-9D7B2537A243}" dt="2025-09-12T02:23:25.614" v="2924"/>
        <pc:sldMkLst>
          <pc:docMk/>
          <pc:sldMk cId="1551264487" sldId="1164"/>
        </pc:sldMkLst>
        <pc:spChg chg="add del mod">
          <ac:chgData name="김명호" userId="e0d603aa-548e-418b-a070-918475337925" providerId="ADAL" clId="{7698440B-8F62-4DB0-823D-9D7B2537A243}" dt="2025-09-12T02:23:24.731" v="2923" actId="478"/>
          <ac:spMkLst>
            <pc:docMk/>
            <pc:sldMk cId="1551264487" sldId="1164"/>
            <ac:spMk id="8" creationId="{30949968-B4A1-A056-4B78-8EA61030A5F3}"/>
          </ac:spMkLst>
        </pc:spChg>
        <pc:spChg chg="add mod">
          <ac:chgData name="김명호" userId="e0d603aa-548e-418b-a070-918475337925" providerId="ADAL" clId="{7698440B-8F62-4DB0-823D-9D7B2537A243}" dt="2025-09-12T02:23:25.614" v="2924"/>
          <ac:spMkLst>
            <pc:docMk/>
            <pc:sldMk cId="1551264487" sldId="1164"/>
            <ac:spMk id="9" creationId="{ABE28478-E99B-4499-5A56-E9536FB27B90}"/>
          </ac:spMkLst>
        </pc:spChg>
        <pc:spChg chg="mod">
          <ac:chgData name="김명호" userId="e0d603aa-548e-418b-a070-918475337925" providerId="ADAL" clId="{7698440B-8F62-4DB0-823D-9D7B2537A243}" dt="2025-09-12T02:23:25.614" v="2924"/>
          <ac:spMkLst>
            <pc:docMk/>
            <pc:sldMk cId="1551264487" sldId="1164"/>
            <ac:spMk id="11" creationId="{8B497E0B-E3E7-2FA9-3184-E8AEB018052F}"/>
          </ac:spMkLst>
        </pc:spChg>
        <pc:spChg chg="mod">
          <ac:chgData name="김명호" userId="e0d603aa-548e-418b-a070-918475337925" providerId="ADAL" clId="{7698440B-8F62-4DB0-823D-9D7B2537A243}" dt="2025-09-12T02:23:25.614" v="2924"/>
          <ac:spMkLst>
            <pc:docMk/>
            <pc:sldMk cId="1551264487" sldId="1164"/>
            <ac:spMk id="12" creationId="{9EBDF50A-D525-FCF0-88AE-7A96E6CED39E}"/>
          </ac:spMkLst>
        </pc:spChg>
        <pc:spChg chg="mod">
          <ac:chgData name="김명호" userId="e0d603aa-548e-418b-a070-918475337925" providerId="ADAL" clId="{7698440B-8F62-4DB0-823D-9D7B2537A243}" dt="2025-09-12T02:23:25.614" v="2924"/>
          <ac:spMkLst>
            <pc:docMk/>
            <pc:sldMk cId="1551264487" sldId="1164"/>
            <ac:spMk id="14" creationId="{3D524B2A-0DF3-FF69-5498-0FE28B7AB6B5}"/>
          </ac:spMkLst>
        </pc:spChg>
        <pc:spChg chg="mod">
          <ac:chgData name="김명호" userId="e0d603aa-548e-418b-a070-918475337925" providerId="ADAL" clId="{7698440B-8F62-4DB0-823D-9D7B2537A243}" dt="2025-09-12T02:23:25.614" v="2924"/>
          <ac:spMkLst>
            <pc:docMk/>
            <pc:sldMk cId="1551264487" sldId="1164"/>
            <ac:spMk id="15" creationId="{BCE8D1A2-A152-9FAE-1671-857E8828DB2E}"/>
          </ac:spMkLst>
        </pc:spChg>
        <pc:spChg chg="del">
          <ac:chgData name="김명호" userId="e0d603aa-548e-418b-a070-918475337925" providerId="ADAL" clId="{7698440B-8F62-4DB0-823D-9D7B2537A243}" dt="2025-09-12T02:23:23.566" v="2922" actId="478"/>
          <ac:spMkLst>
            <pc:docMk/>
            <pc:sldMk cId="1551264487" sldId="1164"/>
            <ac:spMk id="16" creationId="{A0DB5774-0203-1FB0-81AF-AFF4216AB78A}"/>
          </ac:spMkLst>
        </pc:spChg>
        <pc:grpChg chg="add mod">
          <ac:chgData name="김명호" userId="e0d603aa-548e-418b-a070-918475337925" providerId="ADAL" clId="{7698440B-8F62-4DB0-823D-9D7B2537A243}" dt="2025-09-12T02:23:25.614" v="2924"/>
          <ac:grpSpMkLst>
            <pc:docMk/>
            <pc:sldMk cId="1551264487" sldId="1164"/>
            <ac:grpSpMk id="10" creationId="{05656801-5519-53F9-21D2-AADE4FC044F7}"/>
          </ac:grpSpMkLst>
        </pc:grpChg>
        <pc:grpChg chg="add mod">
          <ac:chgData name="김명호" userId="e0d603aa-548e-418b-a070-918475337925" providerId="ADAL" clId="{7698440B-8F62-4DB0-823D-9D7B2537A243}" dt="2025-09-12T02:23:25.614" v="2924"/>
          <ac:grpSpMkLst>
            <pc:docMk/>
            <pc:sldMk cId="1551264487" sldId="1164"/>
            <ac:grpSpMk id="13" creationId="{91942098-EE11-3D37-9D73-8F76E574C5B6}"/>
          </ac:grpSpMkLst>
        </pc:grpChg>
      </pc:sldChg>
      <pc:sldChg chg="del">
        <pc:chgData name="김명호" userId="e0d603aa-548e-418b-a070-918475337925" providerId="ADAL" clId="{7698440B-8F62-4DB0-823D-9D7B2537A243}" dt="2025-09-12T02:23:49.530" v="2925" actId="47"/>
        <pc:sldMkLst>
          <pc:docMk/>
          <pc:sldMk cId="2550679081" sldId="1165"/>
        </pc:sldMkLst>
      </pc:sldChg>
      <pc:sldChg chg="addSp modSp mod">
        <pc:chgData name="김명호" userId="e0d603aa-548e-418b-a070-918475337925" providerId="ADAL" clId="{7698440B-8F62-4DB0-823D-9D7B2537A243}" dt="2025-09-12T02:24:49.469" v="3056" actId="113"/>
        <pc:sldMkLst>
          <pc:docMk/>
          <pc:sldMk cId="3488390565" sldId="1166"/>
        </pc:sldMkLst>
        <pc:spChg chg="add mod">
          <ac:chgData name="김명호" userId="e0d603aa-548e-418b-a070-918475337925" providerId="ADAL" clId="{7698440B-8F62-4DB0-823D-9D7B2537A243}" dt="2025-09-12T02:24:19.726" v="2927"/>
          <ac:spMkLst>
            <pc:docMk/>
            <pc:sldMk cId="3488390565" sldId="1166"/>
            <ac:spMk id="7" creationId="{EC8356E9-816E-D726-E032-50870009D4D5}"/>
          </ac:spMkLst>
        </pc:spChg>
        <pc:spChg chg="mod">
          <ac:chgData name="김명호" userId="e0d603aa-548e-418b-a070-918475337925" providerId="ADAL" clId="{7698440B-8F62-4DB0-823D-9D7B2537A243}" dt="2025-09-12T02:24:19.042" v="2926"/>
          <ac:spMkLst>
            <pc:docMk/>
            <pc:sldMk cId="3488390565" sldId="1166"/>
            <ac:spMk id="9" creationId="{141C6DB0-3D32-8BAF-A7DF-193B3313682E}"/>
          </ac:spMkLst>
        </pc:spChg>
        <pc:spChg chg="mod">
          <ac:chgData name="김명호" userId="e0d603aa-548e-418b-a070-918475337925" providerId="ADAL" clId="{7698440B-8F62-4DB0-823D-9D7B2537A243}" dt="2025-09-12T02:24:19.042" v="2926"/>
          <ac:spMkLst>
            <pc:docMk/>
            <pc:sldMk cId="3488390565" sldId="1166"/>
            <ac:spMk id="11" creationId="{FE4FFBB0-4630-4D0C-FD73-E4504CDB867B}"/>
          </ac:spMkLst>
        </pc:spChg>
        <pc:spChg chg="mod">
          <ac:chgData name="김명호" userId="e0d603aa-548e-418b-a070-918475337925" providerId="ADAL" clId="{7698440B-8F62-4DB0-823D-9D7B2537A243}" dt="2025-09-12T02:24:19.042" v="2926"/>
          <ac:spMkLst>
            <pc:docMk/>
            <pc:sldMk cId="3488390565" sldId="1166"/>
            <ac:spMk id="13" creationId="{215C1A84-9B84-D4C2-4ECD-BB48C8254805}"/>
          </ac:spMkLst>
        </pc:spChg>
        <pc:spChg chg="mod">
          <ac:chgData name="김명호" userId="e0d603aa-548e-418b-a070-918475337925" providerId="ADAL" clId="{7698440B-8F62-4DB0-823D-9D7B2537A243}" dt="2025-09-12T02:24:19.042" v="2926"/>
          <ac:spMkLst>
            <pc:docMk/>
            <pc:sldMk cId="3488390565" sldId="1166"/>
            <ac:spMk id="14" creationId="{86FFAFD7-CF0C-FED6-7E79-8D1969E7F2FA}"/>
          </ac:spMkLst>
        </pc:spChg>
        <pc:spChg chg="mod">
          <ac:chgData name="김명호" userId="e0d603aa-548e-418b-a070-918475337925" providerId="ADAL" clId="{7698440B-8F62-4DB0-823D-9D7B2537A243}" dt="2025-09-12T02:24:45.190" v="3055" actId="20577"/>
          <ac:spMkLst>
            <pc:docMk/>
            <pc:sldMk cId="3488390565" sldId="1166"/>
            <ac:spMk id="21" creationId="{4F96D567-4C0E-8847-71D1-CE11702758C0}"/>
          </ac:spMkLst>
        </pc:spChg>
        <pc:spChg chg="mod">
          <ac:chgData name="김명호" userId="e0d603aa-548e-418b-a070-918475337925" providerId="ADAL" clId="{7698440B-8F62-4DB0-823D-9D7B2537A243}" dt="2025-09-12T02:24:49.469" v="3056" actId="113"/>
          <ac:spMkLst>
            <pc:docMk/>
            <pc:sldMk cId="3488390565" sldId="1166"/>
            <ac:spMk id="24" creationId="{39D074D8-6566-3782-014E-06039AF628EC}"/>
          </ac:spMkLst>
        </pc:spChg>
        <pc:grpChg chg="add mod">
          <ac:chgData name="김명호" userId="e0d603aa-548e-418b-a070-918475337925" providerId="ADAL" clId="{7698440B-8F62-4DB0-823D-9D7B2537A243}" dt="2025-09-12T02:24:19.042" v="2926"/>
          <ac:grpSpMkLst>
            <pc:docMk/>
            <pc:sldMk cId="3488390565" sldId="1166"/>
            <ac:grpSpMk id="8" creationId="{C3950C28-CFA6-DA10-0707-66A49F432049}"/>
          </ac:grpSpMkLst>
        </pc:grpChg>
        <pc:grpChg chg="add mod">
          <ac:chgData name="김명호" userId="e0d603aa-548e-418b-a070-918475337925" providerId="ADAL" clId="{7698440B-8F62-4DB0-823D-9D7B2537A243}" dt="2025-09-12T02:24:19.042" v="2926"/>
          <ac:grpSpMkLst>
            <pc:docMk/>
            <pc:sldMk cId="3488390565" sldId="1166"/>
            <ac:grpSpMk id="12" creationId="{B4752FFD-A82D-E2DF-2F4D-DAC42EE1D700}"/>
          </ac:grpSpMkLst>
        </pc:grpChg>
      </pc:sldChg>
      <pc:sldChg chg="modSp del">
        <pc:chgData name="김명호" userId="e0d603aa-548e-418b-a070-918475337925" providerId="ADAL" clId="{7698440B-8F62-4DB0-823D-9D7B2537A243}" dt="2025-09-12T02:24:58.970" v="3057" actId="47"/>
        <pc:sldMkLst>
          <pc:docMk/>
          <pc:sldMk cId="1618267804" sldId="1167"/>
        </pc:sldMkLst>
        <pc:spChg chg="mod">
          <ac:chgData name="김명호" userId="e0d603aa-548e-418b-a070-918475337925" providerId="ADAL" clId="{7698440B-8F62-4DB0-823D-9D7B2537A243}" dt="2025-09-12T01:33:38.353" v="793"/>
          <ac:spMkLst>
            <pc:docMk/>
            <pc:sldMk cId="1618267804" sldId="1167"/>
            <ac:spMk id="13" creationId="{7CAB0BCC-B24D-791E-BA35-0EDC07CF1266}"/>
          </ac:spMkLst>
        </pc:spChg>
      </pc:sldChg>
      <pc:sldChg chg="modSp mod">
        <pc:chgData name="김명호" userId="e0d603aa-548e-418b-a070-918475337925" providerId="ADAL" clId="{7698440B-8F62-4DB0-823D-9D7B2537A243}" dt="2025-09-12T02:27:04.241" v="3199" actId="20577"/>
        <pc:sldMkLst>
          <pc:docMk/>
          <pc:sldMk cId="2737295026" sldId="1168"/>
        </pc:sldMkLst>
        <pc:spChg chg="mod">
          <ac:chgData name="김명호" userId="e0d603aa-548e-418b-a070-918475337925" providerId="ADAL" clId="{7698440B-8F62-4DB0-823D-9D7B2537A243}" dt="2025-09-12T02:27:04.241" v="3199" actId="20577"/>
          <ac:spMkLst>
            <pc:docMk/>
            <pc:sldMk cId="2737295026" sldId="1168"/>
            <ac:spMk id="9" creationId="{5F8BDF78-72D3-6A9A-1506-9BC8CD8A56DF}"/>
          </ac:spMkLst>
        </pc:spChg>
        <pc:spChg chg="mod">
          <ac:chgData name="김명호" userId="e0d603aa-548e-418b-a070-918475337925" providerId="ADAL" clId="{7698440B-8F62-4DB0-823D-9D7B2537A243}" dt="2025-09-12T02:26:36.318" v="3072" actId="21"/>
          <ac:spMkLst>
            <pc:docMk/>
            <pc:sldMk cId="2737295026" sldId="1168"/>
            <ac:spMk id="19" creationId="{350FB907-4284-5730-FE14-8564B57E7ADB}"/>
          </ac:spMkLst>
        </pc:spChg>
        <pc:grpChg chg="mod">
          <ac:chgData name="김명호" userId="e0d603aa-548e-418b-a070-918475337925" providerId="ADAL" clId="{7698440B-8F62-4DB0-823D-9D7B2537A243}" dt="2025-09-12T02:26:41.195" v="3073" actId="1076"/>
          <ac:grpSpMkLst>
            <pc:docMk/>
            <pc:sldMk cId="2737295026" sldId="1168"/>
            <ac:grpSpMk id="20" creationId="{DC5BD924-7E44-6D1D-3AA6-F9761C3C3059}"/>
          </ac:grpSpMkLst>
        </pc:grpChg>
      </pc:sldChg>
      <pc:sldChg chg="addSp modSp mod">
        <pc:chgData name="김명호" userId="e0d603aa-548e-418b-a070-918475337925" providerId="ADAL" clId="{7698440B-8F62-4DB0-823D-9D7B2537A243}" dt="2025-09-12T02:32:26.520" v="3884" actId="20577"/>
        <pc:sldMkLst>
          <pc:docMk/>
          <pc:sldMk cId="1537305237" sldId="1169"/>
        </pc:sldMkLst>
        <pc:spChg chg="mod">
          <ac:chgData name="김명호" userId="e0d603aa-548e-418b-a070-918475337925" providerId="ADAL" clId="{7698440B-8F62-4DB0-823D-9D7B2537A243}" dt="2025-09-12T02:32:19.368" v="3877"/>
          <ac:spMkLst>
            <pc:docMk/>
            <pc:sldMk cId="1537305237" sldId="1169"/>
            <ac:spMk id="5" creationId="{F76812EA-D876-0443-B24B-D316E14AB44E}"/>
          </ac:spMkLst>
        </pc:spChg>
        <pc:spChg chg="mod">
          <ac:chgData name="김명호" userId="e0d603aa-548e-418b-a070-918475337925" providerId="ADAL" clId="{7698440B-8F62-4DB0-823D-9D7B2537A243}" dt="2025-09-12T02:32:26.520" v="3884" actId="20577"/>
          <ac:spMkLst>
            <pc:docMk/>
            <pc:sldMk cId="1537305237" sldId="1169"/>
            <ac:spMk id="6" creationId="{457CBFEF-786E-A953-557A-A4A29114A66E}"/>
          </ac:spMkLst>
        </pc:spChg>
        <pc:spChg chg="mod">
          <ac:chgData name="김명호" userId="e0d603aa-548e-418b-a070-918475337925" providerId="ADAL" clId="{7698440B-8F62-4DB0-823D-9D7B2537A243}" dt="2025-09-12T02:30:29.792" v="3669"/>
          <ac:spMkLst>
            <pc:docMk/>
            <pc:sldMk cId="1537305237" sldId="1169"/>
            <ac:spMk id="8" creationId="{7CA47A32-3998-9CF8-6981-FA6FD11CCDE2}"/>
          </ac:spMkLst>
        </pc:spChg>
        <pc:spChg chg="mod">
          <ac:chgData name="김명호" userId="e0d603aa-548e-418b-a070-918475337925" providerId="ADAL" clId="{7698440B-8F62-4DB0-823D-9D7B2537A243}" dt="2025-09-12T02:31:33.450" v="3875" actId="20577"/>
          <ac:spMkLst>
            <pc:docMk/>
            <pc:sldMk cId="1537305237" sldId="1169"/>
            <ac:spMk id="9" creationId="{BABDEB1F-52F4-22A4-A8A9-041DE8C34363}"/>
          </ac:spMkLst>
        </pc:spChg>
        <pc:spChg chg="mod">
          <ac:chgData name="김명호" userId="e0d603aa-548e-418b-a070-918475337925" providerId="ADAL" clId="{7698440B-8F62-4DB0-823D-9D7B2537A243}" dt="2025-09-12T02:30:55.240" v="3699" actId="20577"/>
          <ac:spMkLst>
            <pc:docMk/>
            <pc:sldMk cId="1537305237" sldId="1169"/>
            <ac:spMk id="10" creationId="{05342B42-9962-3410-6C57-9CDAAA80E0CA}"/>
          </ac:spMkLst>
        </pc:spChg>
        <pc:grpChg chg="add mod">
          <ac:chgData name="김명호" userId="e0d603aa-548e-418b-a070-918475337925" providerId="ADAL" clId="{7698440B-8F62-4DB0-823D-9D7B2537A243}" dt="2025-09-12T02:30:29.792" v="3669"/>
          <ac:grpSpMkLst>
            <pc:docMk/>
            <pc:sldMk cId="1537305237" sldId="1169"/>
            <ac:grpSpMk id="7" creationId="{C48F744D-9416-B76A-CA97-C177DA7432C3}"/>
          </ac:grpSpMkLst>
        </pc:grpChg>
      </pc:sldChg>
      <pc:sldChg chg="modSp mod">
        <pc:chgData name="김명호" userId="e0d603aa-548e-418b-a070-918475337925" providerId="ADAL" clId="{7698440B-8F62-4DB0-823D-9D7B2537A243}" dt="2025-09-12T02:27:07.926" v="3200" actId="20577"/>
        <pc:sldMkLst>
          <pc:docMk/>
          <pc:sldMk cId="3114998893" sldId="1170"/>
        </pc:sldMkLst>
        <pc:spChg chg="mod">
          <ac:chgData name="김명호" userId="e0d603aa-548e-418b-a070-918475337925" providerId="ADAL" clId="{7698440B-8F62-4DB0-823D-9D7B2537A243}" dt="2025-09-12T02:27:07.926" v="3200" actId="20577"/>
          <ac:spMkLst>
            <pc:docMk/>
            <pc:sldMk cId="3114998893" sldId="1170"/>
            <ac:spMk id="9" creationId="{0AA2565D-49E6-F6B4-9870-8D7ABBDF46E1}"/>
          </ac:spMkLst>
        </pc:spChg>
      </pc:sldChg>
      <pc:sldChg chg="modSp mod">
        <pc:chgData name="김명호" userId="e0d603aa-548e-418b-a070-918475337925" providerId="ADAL" clId="{7698440B-8F62-4DB0-823D-9D7B2537A243}" dt="2025-09-12T02:27:19.084" v="3204" actId="20577"/>
        <pc:sldMkLst>
          <pc:docMk/>
          <pc:sldMk cId="1793888364" sldId="1171"/>
        </pc:sldMkLst>
        <pc:spChg chg="mod">
          <ac:chgData name="김명호" userId="e0d603aa-548e-418b-a070-918475337925" providerId="ADAL" clId="{7698440B-8F62-4DB0-823D-9D7B2537A243}" dt="2025-09-12T02:27:19.084" v="3204" actId="20577"/>
          <ac:spMkLst>
            <pc:docMk/>
            <pc:sldMk cId="1793888364" sldId="1171"/>
            <ac:spMk id="11" creationId="{823BC7A3-E391-45CA-6160-6B9F830745BC}"/>
          </ac:spMkLst>
        </pc:spChg>
      </pc:sldChg>
      <pc:sldChg chg="modSp del">
        <pc:chgData name="김명호" userId="e0d603aa-548e-418b-a070-918475337925" providerId="ADAL" clId="{7698440B-8F62-4DB0-823D-9D7B2537A243}" dt="2025-09-12T02:35:26.777" v="4314" actId="47"/>
        <pc:sldMkLst>
          <pc:docMk/>
          <pc:sldMk cId="735961431" sldId="1172"/>
        </pc:sldMkLst>
        <pc:spChg chg="mod">
          <ac:chgData name="김명호" userId="e0d603aa-548e-418b-a070-918475337925" providerId="ADAL" clId="{7698440B-8F62-4DB0-823D-9D7B2537A243}" dt="2025-09-12T01:33:38.353" v="793"/>
          <ac:spMkLst>
            <pc:docMk/>
            <pc:sldMk cId="735961431" sldId="1172"/>
            <ac:spMk id="31" creationId="{994D5093-2E90-B165-17D2-5AA95CFBA8EE}"/>
          </ac:spMkLst>
        </pc:spChg>
      </pc:sldChg>
      <pc:sldChg chg="modSp">
        <pc:chgData name="김명호" userId="e0d603aa-548e-418b-a070-918475337925" providerId="ADAL" clId="{7698440B-8F62-4DB0-823D-9D7B2537A243}" dt="2025-09-12T01:33:38.353" v="793"/>
        <pc:sldMkLst>
          <pc:docMk/>
          <pc:sldMk cId="2148686114" sldId="1173"/>
        </pc:sldMkLst>
        <pc:spChg chg="mod">
          <ac:chgData name="김명호" userId="e0d603aa-548e-418b-a070-918475337925" providerId="ADAL" clId="{7698440B-8F62-4DB0-823D-9D7B2537A243}" dt="2025-09-12T01:33:38.353" v="793"/>
          <ac:spMkLst>
            <pc:docMk/>
            <pc:sldMk cId="2148686114" sldId="1173"/>
            <ac:spMk id="31" creationId="{A7EDBE45-7C8D-A4F2-4E1D-CF149FDE2E4C}"/>
          </ac:spMkLst>
        </pc:spChg>
      </pc:sldChg>
      <pc:sldChg chg="modSp mod">
        <pc:chgData name="김명호" userId="e0d603aa-548e-418b-a070-918475337925" providerId="ADAL" clId="{7698440B-8F62-4DB0-823D-9D7B2537A243}" dt="2025-09-12T02:35:58.869" v="4327" actId="20577"/>
        <pc:sldMkLst>
          <pc:docMk/>
          <pc:sldMk cId="1096143004" sldId="1174"/>
        </pc:sldMkLst>
        <pc:spChg chg="mod">
          <ac:chgData name="김명호" userId="e0d603aa-548e-418b-a070-918475337925" providerId="ADAL" clId="{7698440B-8F62-4DB0-823D-9D7B2537A243}" dt="2025-09-12T02:35:58.869" v="4327" actId="20577"/>
          <ac:spMkLst>
            <pc:docMk/>
            <pc:sldMk cId="1096143004" sldId="1174"/>
            <ac:spMk id="15" creationId="{2FB2ACFE-FDD7-EED2-5390-EB2DECE41050}"/>
          </ac:spMkLst>
        </pc:spChg>
      </pc:sldChg>
      <pc:sldChg chg="modSp">
        <pc:chgData name="김명호" userId="e0d603aa-548e-418b-a070-918475337925" providerId="ADAL" clId="{7698440B-8F62-4DB0-823D-9D7B2537A243}" dt="2025-09-12T01:33:38.353" v="793"/>
        <pc:sldMkLst>
          <pc:docMk/>
          <pc:sldMk cId="886916051" sldId="1176"/>
        </pc:sldMkLst>
        <pc:spChg chg="mod">
          <ac:chgData name="김명호" userId="e0d603aa-548e-418b-a070-918475337925" providerId="ADAL" clId="{7698440B-8F62-4DB0-823D-9D7B2537A243}" dt="2025-09-12T01:33:38.353" v="793"/>
          <ac:spMkLst>
            <pc:docMk/>
            <pc:sldMk cId="886916051" sldId="1176"/>
            <ac:spMk id="20" creationId="{ECBD3433-899A-1794-2D7D-352ED70D8FFC}"/>
          </ac:spMkLst>
        </pc:spChg>
      </pc:sldChg>
      <pc:sldChg chg="modSp mod">
        <pc:chgData name="김명호" userId="e0d603aa-548e-418b-a070-918475337925" providerId="ADAL" clId="{7698440B-8F62-4DB0-823D-9D7B2537A243}" dt="2025-09-12T02:36:42.117" v="4336" actId="20577"/>
        <pc:sldMkLst>
          <pc:docMk/>
          <pc:sldMk cId="2040049456" sldId="1177"/>
        </pc:sldMkLst>
        <pc:spChg chg="mod">
          <ac:chgData name="김명호" userId="e0d603aa-548e-418b-a070-918475337925" providerId="ADAL" clId="{7698440B-8F62-4DB0-823D-9D7B2537A243}" dt="2025-09-12T02:36:42.117" v="4336" actId="20577"/>
          <ac:spMkLst>
            <pc:docMk/>
            <pc:sldMk cId="2040049456" sldId="1177"/>
            <ac:spMk id="22" creationId="{FB2669E6-6072-15CB-48C4-93A2CEB03FFB}"/>
          </ac:spMkLst>
        </pc:spChg>
      </pc:sldChg>
      <pc:sldChg chg="modSp">
        <pc:chgData name="김명호" userId="e0d603aa-548e-418b-a070-918475337925" providerId="ADAL" clId="{7698440B-8F62-4DB0-823D-9D7B2537A243}" dt="2025-09-12T02:36:44.845" v="4337"/>
        <pc:sldMkLst>
          <pc:docMk/>
          <pc:sldMk cId="997063842" sldId="1178"/>
        </pc:sldMkLst>
        <pc:spChg chg="mod">
          <ac:chgData name="김명호" userId="e0d603aa-548e-418b-a070-918475337925" providerId="ADAL" clId="{7698440B-8F62-4DB0-823D-9D7B2537A243}" dt="2025-09-12T02:36:44.845" v="4337"/>
          <ac:spMkLst>
            <pc:docMk/>
            <pc:sldMk cId="997063842" sldId="1178"/>
            <ac:spMk id="21" creationId="{79000369-423C-BFDC-9713-AA9E7B1F0D5E}"/>
          </ac:spMkLst>
        </pc:spChg>
        <pc:spChg chg="mod">
          <ac:chgData name="김명호" userId="e0d603aa-548e-418b-a070-918475337925" providerId="ADAL" clId="{7698440B-8F62-4DB0-823D-9D7B2537A243}" dt="2025-09-12T02:36:44.845" v="4337"/>
          <ac:spMkLst>
            <pc:docMk/>
            <pc:sldMk cId="997063842" sldId="1178"/>
            <ac:spMk id="22" creationId="{6BA036EE-6506-482C-27A8-C1DD0727D88D}"/>
          </ac:spMkLst>
        </pc:spChg>
        <pc:grpChg chg="mod">
          <ac:chgData name="김명호" userId="e0d603aa-548e-418b-a070-918475337925" providerId="ADAL" clId="{7698440B-8F62-4DB0-823D-9D7B2537A243}" dt="2025-09-12T02:36:44.845" v="4337"/>
          <ac:grpSpMkLst>
            <pc:docMk/>
            <pc:sldMk cId="997063842" sldId="1178"/>
            <ac:grpSpMk id="18" creationId="{6432A273-911A-A31B-D4AC-739D3D187306}"/>
          </ac:grpSpMkLst>
        </pc:grpChg>
      </pc:sldChg>
      <pc:sldChg chg="delSp modSp add mod">
        <pc:chgData name="김명호" userId="e0d603aa-548e-418b-a070-918475337925" providerId="ADAL" clId="{7698440B-8F62-4DB0-823D-9D7B2537A243}" dt="2025-09-12T01:43:38.463" v="1227" actId="20577"/>
        <pc:sldMkLst>
          <pc:docMk/>
          <pc:sldMk cId="2420288064" sldId="1179"/>
        </pc:sldMkLst>
        <pc:spChg chg="mod">
          <ac:chgData name="김명호" userId="e0d603aa-548e-418b-a070-918475337925" providerId="ADAL" clId="{7698440B-8F62-4DB0-823D-9D7B2537A243}" dt="2025-09-12T01:43:26.322" v="1223"/>
          <ac:spMkLst>
            <pc:docMk/>
            <pc:sldMk cId="2420288064" sldId="1179"/>
            <ac:spMk id="5" creationId="{10395B04-E360-DDFE-A18D-65014A483180}"/>
          </ac:spMkLst>
        </pc:spChg>
        <pc:spChg chg="mod">
          <ac:chgData name="김명호" userId="e0d603aa-548e-418b-a070-918475337925" providerId="ADAL" clId="{7698440B-8F62-4DB0-823D-9D7B2537A243}" dt="2025-09-12T01:43:29.913" v="1224"/>
          <ac:spMkLst>
            <pc:docMk/>
            <pc:sldMk cId="2420288064" sldId="1179"/>
            <ac:spMk id="6" creationId="{44CF87B5-4123-E324-F6DC-26E69AE6F2BE}"/>
          </ac:spMkLst>
        </pc:spChg>
        <pc:spChg chg="mod">
          <ac:chgData name="김명호" userId="e0d603aa-548e-418b-a070-918475337925" providerId="ADAL" clId="{7698440B-8F62-4DB0-823D-9D7B2537A243}" dt="2025-09-12T01:43:38.463" v="1227" actId="20577"/>
          <ac:spMkLst>
            <pc:docMk/>
            <pc:sldMk cId="2420288064" sldId="1179"/>
            <ac:spMk id="7" creationId="{6068CDE0-4A40-B114-433F-8FA2BB3901EA}"/>
          </ac:spMkLst>
        </pc:spChg>
        <pc:spChg chg="mod">
          <ac:chgData name="김명호" userId="e0d603aa-548e-418b-a070-918475337925" providerId="ADAL" clId="{7698440B-8F62-4DB0-823D-9D7B2537A243}" dt="2025-09-12T01:43:20.289" v="1222" actId="14100"/>
          <ac:spMkLst>
            <pc:docMk/>
            <pc:sldMk cId="2420288064" sldId="1179"/>
            <ac:spMk id="20" creationId="{C8EF23F5-45ED-7794-28C3-47D92D5B6268}"/>
          </ac:spMkLst>
        </pc:spChg>
        <pc:grpChg chg="del">
          <ac:chgData name="김명호" userId="e0d603aa-548e-418b-a070-918475337925" providerId="ADAL" clId="{7698440B-8F62-4DB0-823D-9D7B2537A243}" dt="2025-09-12T01:43:36.251" v="1226" actId="478"/>
          <ac:grpSpMkLst>
            <pc:docMk/>
            <pc:sldMk cId="2420288064" sldId="1179"/>
            <ac:grpSpMk id="10" creationId="{AB34F9B6-48CD-44C7-5542-0FAA91B30B4A}"/>
          </ac:grpSpMkLst>
        </pc:grpChg>
      </pc:sldChg>
      <pc:sldChg chg="addSp delSp modSp add mod">
        <pc:chgData name="김명호" userId="e0d603aa-548e-418b-a070-918475337925" providerId="ADAL" clId="{7698440B-8F62-4DB0-823D-9D7B2537A243}" dt="2025-09-12T02:35:24.190" v="4313" actId="20577"/>
        <pc:sldMkLst>
          <pc:docMk/>
          <pc:sldMk cId="417613234" sldId="1180"/>
        </pc:sldMkLst>
        <pc:spChg chg="mod">
          <ac:chgData name="김명호" userId="e0d603aa-548e-418b-a070-918475337925" providerId="ADAL" clId="{7698440B-8F62-4DB0-823D-9D7B2537A243}" dt="2025-09-12T02:34:48.295" v="4178"/>
          <ac:spMkLst>
            <pc:docMk/>
            <pc:sldMk cId="417613234" sldId="1180"/>
            <ac:spMk id="5" creationId="{7D3FEE0D-EE54-F028-CE80-F235F7916DD9}"/>
          </ac:spMkLst>
        </pc:spChg>
        <pc:spChg chg="mod">
          <ac:chgData name="김명호" userId="e0d603aa-548e-418b-a070-918475337925" providerId="ADAL" clId="{7698440B-8F62-4DB0-823D-9D7B2537A243}" dt="2025-09-12T02:35:03.717" v="4186" actId="20577"/>
          <ac:spMkLst>
            <pc:docMk/>
            <pc:sldMk cId="417613234" sldId="1180"/>
            <ac:spMk id="6" creationId="{E77621EB-7C79-C453-69FE-D53101216DAA}"/>
          </ac:spMkLst>
        </pc:spChg>
        <pc:spChg chg="mod">
          <ac:chgData name="김명호" userId="e0d603aa-548e-418b-a070-918475337925" providerId="ADAL" clId="{7698440B-8F62-4DB0-823D-9D7B2537A243}" dt="2025-09-12T02:35:24.190" v="4313" actId="20577"/>
          <ac:spMkLst>
            <pc:docMk/>
            <pc:sldMk cId="417613234" sldId="1180"/>
            <ac:spMk id="9" creationId="{0DEB620B-A67A-D54D-24B6-3BAF5BC63521}"/>
          </ac:spMkLst>
        </pc:spChg>
        <pc:spChg chg="mod">
          <ac:chgData name="김명호" userId="e0d603aa-548e-418b-a070-918475337925" providerId="ADAL" clId="{7698440B-8F62-4DB0-823D-9D7B2537A243}" dt="2025-09-12T02:34:22.492" v="4148"/>
          <ac:spMkLst>
            <pc:docMk/>
            <pc:sldMk cId="417613234" sldId="1180"/>
            <ac:spMk id="13" creationId="{465DE56C-D0B9-A61B-837E-CC80A635A916}"/>
          </ac:spMkLst>
        </pc:spChg>
        <pc:spChg chg="mod">
          <ac:chgData name="김명호" userId="e0d603aa-548e-418b-a070-918475337925" providerId="ADAL" clId="{7698440B-8F62-4DB0-823D-9D7B2537A243}" dt="2025-09-12T02:34:36.603" v="4177"/>
          <ac:spMkLst>
            <pc:docMk/>
            <pc:sldMk cId="417613234" sldId="1180"/>
            <ac:spMk id="14" creationId="{C7FD6FE6-3148-FA0C-17F1-A877FF265523}"/>
          </ac:spMkLst>
        </pc:spChg>
        <pc:spChg chg="mod">
          <ac:chgData name="김명호" userId="e0d603aa-548e-418b-a070-918475337925" providerId="ADAL" clId="{7698440B-8F62-4DB0-823D-9D7B2537A243}" dt="2025-09-12T02:32:42.767" v="3887" actId="14100"/>
          <ac:spMkLst>
            <pc:docMk/>
            <pc:sldMk cId="417613234" sldId="1180"/>
            <ac:spMk id="16" creationId="{687BA9F3-51C0-DB54-805B-972978835AAE}"/>
          </ac:spMkLst>
        </pc:spChg>
        <pc:grpChg chg="del">
          <ac:chgData name="김명호" userId="e0d603aa-548e-418b-a070-918475337925" providerId="ADAL" clId="{7698440B-8F62-4DB0-823D-9D7B2537A243}" dt="2025-09-12T02:33:13.645" v="4069" actId="478"/>
          <ac:grpSpMkLst>
            <pc:docMk/>
            <pc:sldMk cId="417613234" sldId="1180"/>
            <ac:grpSpMk id="7" creationId="{64A6FB8A-BA8B-D71B-6459-2D027D0CC2E1}"/>
          </ac:grpSpMkLst>
        </pc:grpChg>
        <pc:grpChg chg="add mod">
          <ac:chgData name="김명호" userId="e0d603aa-548e-418b-a070-918475337925" providerId="ADAL" clId="{7698440B-8F62-4DB0-823D-9D7B2537A243}" dt="2025-09-12T02:34:22.492" v="4148"/>
          <ac:grpSpMkLst>
            <pc:docMk/>
            <pc:sldMk cId="417613234" sldId="1180"/>
            <ac:grpSpMk id="12" creationId="{411985E0-364D-EF3E-F1E9-D6EECAD9B35B}"/>
          </ac:grpSpMkLst>
        </pc:grpChg>
      </pc:sldChg>
      <pc:sldChg chg="modSp add mod">
        <pc:chgData name="김명호" userId="e0d603aa-548e-418b-a070-918475337925" providerId="ADAL" clId="{7698440B-8F62-4DB0-823D-9D7B2537A243}" dt="2025-09-12T02:40:59.865" v="4779" actId="113"/>
        <pc:sldMkLst>
          <pc:docMk/>
          <pc:sldMk cId="3967934348" sldId="1181"/>
        </pc:sldMkLst>
        <pc:spChg chg="mod">
          <ac:chgData name="김명호" userId="e0d603aa-548e-418b-a070-918475337925" providerId="ADAL" clId="{7698440B-8F62-4DB0-823D-9D7B2537A243}" dt="2025-09-12T02:37:30.253" v="4341" actId="1036"/>
          <ac:spMkLst>
            <pc:docMk/>
            <pc:sldMk cId="3967934348" sldId="1181"/>
            <ac:spMk id="13" creationId="{30E3F6ED-4287-8596-6562-8F5A6C41F360}"/>
          </ac:spMkLst>
        </pc:spChg>
        <pc:spChg chg="mod">
          <ac:chgData name="김명호" userId="e0d603aa-548e-418b-a070-918475337925" providerId="ADAL" clId="{7698440B-8F62-4DB0-823D-9D7B2537A243}" dt="2025-09-12T02:40:59.865" v="4779" actId="113"/>
          <ac:spMkLst>
            <pc:docMk/>
            <pc:sldMk cId="3967934348" sldId="1181"/>
            <ac:spMk id="17" creationId="{C9344A2F-9606-0BF1-CCB1-A15B5E56EDA6}"/>
          </ac:spMkLst>
        </pc:spChg>
        <pc:spChg chg="mod">
          <ac:chgData name="김명호" userId="e0d603aa-548e-418b-a070-918475337925" providerId="ADAL" clId="{7698440B-8F62-4DB0-823D-9D7B2537A243}" dt="2025-09-12T02:39:12.363" v="4599"/>
          <ac:spMkLst>
            <pc:docMk/>
            <pc:sldMk cId="3967934348" sldId="1181"/>
            <ac:spMk id="21" creationId="{8F04A5ED-8375-26C4-FE89-E4ED1D45D4F4}"/>
          </ac:spMkLst>
        </pc:spChg>
        <pc:spChg chg="mod">
          <ac:chgData name="김명호" userId="e0d603aa-548e-418b-a070-918475337925" providerId="ADAL" clId="{7698440B-8F62-4DB0-823D-9D7B2537A243}" dt="2025-09-12T02:40:28.357" v="4662" actId="20577"/>
          <ac:spMkLst>
            <pc:docMk/>
            <pc:sldMk cId="3967934348" sldId="1181"/>
            <ac:spMk id="22" creationId="{56B165FD-1EBA-1A6C-225B-A15175D02118}"/>
          </ac:spMkLst>
        </pc:spChg>
        <pc:spChg chg="mod">
          <ac:chgData name="김명호" userId="e0d603aa-548e-418b-a070-918475337925" providerId="ADAL" clId="{7698440B-8F62-4DB0-823D-9D7B2537A243}" dt="2025-09-12T02:38:29.975" v="4566"/>
          <ac:spMkLst>
            <pc:docMk/>
            <pc:sldMk cId="3967934348" sldId="1181"/>
            <ac:spMk id="24" creationId="{442E60E4-2234-0B08-53D7-EC8256CC031A}"/>
          </ac:spMkLst>
        </pc:spChg>
        <pc:spChg chg="mod">
          <ac:chgData name="김명호" userId="e0d603aa-548e-418b-a070-918475337925" providerId="ADAL" clId="{7698440B-8F62-4DB0-823D-9D7B2537A243}" dt="2025-09-12T02:39:52.685" v="4641" actId="5793"/>
          <ac:spMkLst>
            <pc:docMk/>
            <pc:sldMk cId="3967934348" sldId="1181"/>
            <ac:spMk id="25" creationId="{0025826B-F177-D258-4720-9F062F99A689}"/>
          </ac:spMkLst>
        </pc:spChg>
        <pc:grpChg chg="mod">
          <ac:chgData name="김명호" userId="e0d603aa-548e-418b-a070-918475337925" providerId="ADAL" clId="{7698440B-8F62-4DB0-823D-9D7B2537A243}" dt="2025-09-12T02:40:30.769" v="4663" actId="1076"/>
          <ac:grpSpMkLst>
            <pc:docMk/>
            <pc:sldMk cId="3967934348" sldId="1181"/>
            <ac:grpSpMk id="18" creationId="{299BD834-B13E-E6B5-4E1B-A8B8DB9AC7B0}"/>
          </ac:grpSpMkLst>
        </pc:grpChg>
        <pc:grpChg chg="mod">
          <ac:chgData name="김명호" userId="e0d603aa-548e-418b-a070-918475337925" providerId="ADAL" clId="{7698440B-8F62-4DB0-823D-9D7B2537A243}" dt="2025-09-12T02:40:30.769" v="4663" actId="1076"/>
          <ac:grpSpMkLst>
            <pc:docMk/>
            <pc:sldMk cId="3967934348" sldId="1181"/>
            <ac:grpSpMk id="23" creationId="{6B115F8C-5424-DB61-0E17-B0A06903AD2C}"/>
          </ac:grpSpMkLst>
        </pc:grpChg>
      </pc:sldChg>
      <pc:sldMasterChg chg="modSp mod">
        <pc:chgData name="김명호" userId="e0d603aa-548e-418b-a070-918475337925" providerId="ADAL" clId="{7698440B-8F62-4DB0-823D-9D7B2537A243}" dt="2025-09-12T02:45:35.523" v="4931" actId="20577"/>
        <pc:sldMasterMkLst>
          <pc:docMk/>
          <pc:sldMasterMk cId="3730080836" sldId="2147483700"/>
        </pc:sldMasterMkLst>
        <pc:spChg chg="mod">
          <ac:chgData name="김명호" userId="e0d603aa-548e-418b-a070-918475337925" providerId="ADAL" clId="{7698440B-8F62-4DB0-823D-9D7B2537A243}" dt="2025-09-12T02:45:35.523" v="4931" actId="20577"/>
          <ac:spMkLst>
            <pc:docMk/>
            <pc:sldMasterMk cId="3730080836" sldId="2147483700"/>
            <ac:spMk id="5" creationId="{49D477C1-B80A-436A-873B-8939B1660757}"/>
          </ac:spMkLst>
        </pc:spChg>
      </pc:sldMasterChg>
    </pc:docChg>
  </pc:docChgLst>
  <pc:docChgLst>
    <pc:chgData name="김명호" userId="e0d603aa-548e-418b-a070-918475337925" providerId="ADAL" clId="{35D7A2D9-4A06-43B0-B65F-B38B95AC857A}"/>
    <pc:docChg chg="modSld">
      <pc:chgData name="김명호" userId="e0d603aa-548e-418b-a070-918475337925" providerId="ADAL" clId="{35D7A2D9-4A06-43B0-B65F-B38B95AC857A}" dt="2023-10-12T04:15:30.059" v="0" actId="729"/>
      <pc:docMkLst>
        <pc:docMk/>
      </pc:docMkLst>
      <pc:sldChg chg="mod modShow">
        <pc:chgData name="김명호" userId="e0d603aa-548e-418b-a070-918475337925" providerId="ADAL" clId="{35D7A2D9-4A06-43B0-B65F-B38B95AC857A}" dt="2023-10-12T04:15:30.059" v="0" actId="729"/>
        <pc:sldMkLst>
          <pc:docMk/>
          <pc:sldMk cId="3784733205" sldId="928"/>
        </pc:sldMkLst>
      </pc:sldChg>
    </pc:docChg>
  </pc:docChgLst>
  <pc:docChgLst>
    <pc:chgData name="김명호" userId="e0d603aa-548e-418b-a070-918475337925" providerId="ADAL" clId="{1BF6CD01-8403-413D-A9E9-143A2B6AA875}"/>
    <pc:docChg chg="undo custSel addSld modSld">
      <pc:chgData name="김명호" userId="e0d603aa-548e-418b-a070-918475337925" providerId="ADAL" clId="{1BF6CD01-8403-413D-A9E9-143A2B6AA875}" dt="2025-09-12T05:21:13.262" v="1264"/>
      <pc:docMkLst>
        <pc:docMk/>
      </pc:docMkLst>
      <pc:sldChg chg="addSp delSp modSp mod">
        <pc:chgData name="김명호" userId="e0d603aa-548e-418b-a070-918475337925" providerId="ADAL" clId="{1BF6CD01-8403-413D-A9E9-143A2B6AA875}" dt="2025-09-12T04:17:33.142" v="1"/>
        <pc:sldMkLst>
          <pc:docMk/>
          <pc:sldMk cId="663090028" sldId="259"/>
        </pc:sldMkLst>
        <pc:spChg chg="mod">
          <ac:chgData name="김명호" userId="e0d603aa-548e-418b-a070-918475337925" providerId="ADAL" clId="{1BF6CD01-8403-413D-A9E9-143A2B6AA875}" dt="2025-09-12T04:17:33.142" v="1"/>
          <ac:spMkLst>
            <pc:docMk/>
            <pc:sldMk cId="663090028" sldId="259"/>
            <ac:spMk id="9" creationId="{359D9CA9-9A07-409F-2225-3CC1BB3E08D0}"/>
          </ac:spMkLst>
        </pc:spChg>
        <pc:spChg chg="mod">
          <ac:chgData name="김명호" userId="e0d603aa-548e-418b-a070-918475337925" providerId="ADAL" clId="{1BF6CD01-8403-413D-A9E9-143A2B6AA875}" dt="2025-09-12T04:17:33.142" v="1"/>
          <ac:spMkLst>
            <pc:docMk/>
            <pc:sldMk cId="663090028" sldId="259"/>
            <ac:spMk id="10" creationId="{79F50281-1E3A-4EF6-A01A-692F1D51D598}"/>
          </ac:spMkLst>
        </pc:spChg>
        <pc:spChg chg="mod">
          <ac:chgData name="김명호" userId="e0d603aa-548e-418b-a070-918475337925" providerId="ADAL" clId="{1BF6CD01-8403-413D-A9E9-143A2B6AA875}" dt="2025-09-12T04:17:33.142" v="1"/>
          <ac:spMkLst>
            <pc:docMk/>
            <pc:sldMk cId="663090028" sldId="259"/>
            <ac:spMk id="11" creationId="{90918F27-8D75-A1A0-685C-EB0A680C5666}"/>
          </ac:spMkLst>
        </pc:spChg>
        <pc:spChg chg="mod">
          <ac:chgData name="김명호" userId="e0d603aa-548e-418b-a070-918475337925" providerId="ADAL" clId="{1BF6CD01-8403-413D-A9E9-143A2B6AA875}" dt="2025-09-12T04:17:33.142" v="1"/>
          <ac:spMkLst>
            <pc:docMk/>
            <pc:sldMk cId="663090028" sldId="259"/>
            <ac:spMk id="16" creationId="{A4ACCD01-2191-6534-C530-36ED77FE7D0A}"/>
          </ac:spMkLst>
        </pc:spChg>
        <pc:spChg chg="mod">
          <ac:chgData name="김명호" userId="e0d603aa-548e-418b-a070-918475337925" providerId="ADAL" clId="{1BF6CD01-8403-413D-A9E9-143A2B6AA875}" dt="2025-09-12T04:17:33.142" v="1"/>
          <ac:spMkLst>
            <pc:docMk/>
            <pc:sldMk cId="663090028" sldId="259"/>
            <ac:spMk id="17" creationId="{BA58D9A3-83A9-F431-B3A1-937C0E3AC70A}"/>
          </ac:spMkLst>
        </pc:spChg>
        <pc:grpChg chg="add mod">
          <ac:chgData name="김명호" userId="e0d603aa-548e-418b-a070-918475337925" providerId="ADAL" clId="{1BF6CD01-8403-413D-A9E9-143A2B6AA875}" dt="2025-09-12T04:17:33.142" v="1"/>
          <ac:grpSpMkLst>
            <pc:docMk/>
            <pc:sldMk cId="663090028" sldId="259"/>
            <ac:grpSpMk id="7" creationId="{C7293793-307E-9178-0954-1F14F5EAC140}"/>
          </ac:grpSpMkLst>
        </pc:grpChg>
        <pc:picChg chg="del">
          <ac:chgData name="김명호" userId="e0d603aa-548e-418b-a070-918475337925" providerId="ADAL" clId="{1BF6CD01-8403-413D-A9E9-143A2B6AA875}" dt="2025-09-12T04:17:32.321" v="0" actId="478"/>
          <ac:picMkLst>
            <pc:docMk/>
            <pc:sldMk cId="663090028" sldId="259"/>
            <ac:picMk id="2" creationId="{B967754F-EB41-7FCE-CC6E-E82C1E8A5BEF}"/>
          </ac:picMkLst>
        </pc:picChg>
        <pc:picChg chg="mod">
          <ac:chgData name="김명호" userId="e0d603aa-548e-418b-a070-918475337925" providerId="ADAL" clId="{1BF6CD01-8403-413D-A9E9-143A2B6AA875}" dt="2025-09-12T04:17:33.142" v="1"/>
          <ac:picMkLst>
            <pc:docMk/>
            <pc:sldMk cId="663090028" sldId="259"/>
            <ac:picMk id="8" creationId="{3AA5515D-BAF6-9CF2-965C-C92F6FCEAAF9}"/>
          </ac:picMkLst>
        </pc:picChg>
        <pc:picChg chg="mod">
          <ac:chgData name="김명호" userId="e0d603aa-548e-418b-a070-918475337925" providerId="ADAL" clId="{1BF6CD01-8403-413D-A9E9-143A2B6AA875}" dt="2025-09-12T04:17:33.142" v="1"/>
          <ac:picMkLst>
            <pc:docMk/>
            <pc:sldMk cId="663090028" sldId="259"/>
            <ac:picMk id="18" creationId="{708CB854-E8C4-9886-A0C6-A44FEC6241A1}"/>
          </ac:picMkLst>
        </pc:picChg>
      </pc:sldChg>
      <pc:sldChg chg="modSp mod">
        <pc:chgData name="김명호" userId="e0d603aa-548e-418b-a070-918475337925" providerId="ADAL" clId="{1BF6CD01-8403-413D-A9E9-143A2B6AA875}" dt="2025-09-12T05:21:13.262" v="1264"/>
        <pc:sldMkLst>
          <pc:docMk/>
          <pc:sldMk cId="936676672" sldId="344"/>
        </pc:sldMkLst>
        <pc:graphicFrameChg chg="mod modGraphic">
          <ac:chgData name="김명호" userId="e0d603aa-548e-418b-a070-918475337925" providerId="ADAL" clId="{1BF6CD01-8403-413D-A9E9-143A2B6AA875}" dt="2025-09-12T05:21:13.262" v="1264"/>
          <ac:graphicFrameMkLst>
            <pc:docMk/>
            <pc:sldMk cId="936676672" sldId="344"/>
            <ac:graphicFrameMk id="7" creationId="{978119AB-B35B-4D30-BA38-8140FAF453A1}"/>
          </ac:graphicFrameMkLst>
        </pc:graphicFrameChg>
      </pc:sldChg>
      <pc:sldChg chg="modSp mod">
        <pc:chgData name="김명호" userId="e0d603aa-548e-418b-a070-918475337925" providerId="ADAL" clId="{1BF6CD01-8403-413D-A9E9-143A2B6AA875}" dt="2025-09-12T04:46:14.566" v="22"/>
        <pc:sldMkLst>
          <pc:docMk/>
          <pc:sldMk cId="1325488425" sldId="1114"/>
        </pc:sldMkLst>
        <pc:spChg chg="mod">
          <ac:chgData name="김명호" userId="e0d603aa-548e-418b-a070-918475337925" providerId="ADAL" clId="{1BF6CD01-8403-413D-A9E9-143A2B6AA875}" dt="2025-09-12T04:46:14.566" v="22"/>
          <ac:spMkLst>
            <pc:docMk/>
            <pc:sldMk cId="1325488425" sldId="1114"/>
            <ac:spMk id="12" creationId="{C459EC22-D322-40E1-0A03-B793555B9843}"/>
          </ac:spMkLst>
        </pc:spChg>
      </pc:sldChg>
      <pc:sldChg chg="addSp delSp modSp mod">
        <pc:chgData name="김명호" userId="e0d603aa-548e-418b-a070-918475337925" providerId="ADAL" clId="{1BF6CD01-8403-413D-A9E9-143A2B6AA875}" dt="2025-09-12T04:55:40.947" v="324" actId="1076"/>
        <pc:sldMkLst>
          <pc:docMk/>
          <pc:sldMk cId="2491242646" sldId="1128"/>
        </pc:sldMkLst>
        <pc:spChg chg="mod">
          <ac:chgData name="김명호" userId="e0d603aa-548e-418b-a070-918475337925" providerId="ADAL" clId="{1BF6CD01-8403-413D-A9E9-143A2B6AA875}" dt="2025-09-12T04:55:37.633" v="323" actId="20577"/>
          <ac:spMkLst>
            <pc:docMk/>
            <pc:sldMk cId="2491242646" sldId="1128"/>
            <ac:spMk id="7" creationId="{DB9076AE-9773-2E5F-928A-C499C5A9BA90}"/>
          </ac:spMkLst>
        </pc:spChg>
        <pc:spChg chg="mod">
          <ac:chgData name="김명호" userId="e0d603aa-548e-418b-a070-918475337925" providerId="ADAL" clId="{1BF6CD01-8403-413D-A9E9-143A2B6AA875}" dt="2025-09-12T04:54:08.657" v="35"/>
          <ac:spMkLst>
            <pc:docMk/>
            <pc:sldMk cId="2491242646" sldId="1128"/>
            <ac:spMk id="9" creationId="{C98793A1-0354-F240-AA4D-7BDD6AB8C7A1}"/>
          </ac:spMkLst>
        </pc:spChg>
        <pc:spChg chg="mod">
          <ac:chgData name="김명호" userId="e0d603aa-548e-418b-a070-918475337925" providerId="ADAL" clId="{1BF6CD01-8403-413D-A9E9-143A2B6AA875}" dt="2025-09-12T04:54:18.410" v="38"/>
          <ac:spMkLst>
            <pc:docMk/>
            <pc:sldMk cId="2491242646" sldId="1128"/>
            <ac:spMk id="10" creationId="{4521A3EE-9CDC-3807-8E47-E60217B97D30}"/>
          </ac:spMkLst>
        </pc:spChg>
        <pc:spChg chg="add del">
          <ac:chgData name="김명호" userId="e0d603aa-548e-418b-a070-918475337925" providerId="ADAL" clId="{1BF6CD01-8403-413D-A9E9-143A2B6AA875}" dt="2025-09-12T04:54:06.217" v="31" actId="22"/>
          <ac:spMkLst>
            <pc:docMk/>
            <pc:sldMk cId="2491242646" sldId="1128"/>
            <ac:spMk id="12" creationId="{0966C6C5-59CC-E971-43EF-1CF1A302EFAB}"/>
          </ac:spMkLst>
        </pc:spChg>
        <pc:grpChg chg="add mod">
          <ac:chgData name="김명호" userId="e0d603aa-548e-418b-a070-918475337925" providerId="ADAL" clId="{1BF6CD01-8403-413D-A9E9-143A2B6AA875}" dt="2025-09-12T04:55:40.947" v="324" actId="1076"/>
          <ac:grpSpMkLst>
            <pc:docMk/>
            <pc:sldMk cId="2491242646" sldId="1128"/>
            <ac:grpSpMk id="8" creationId="{35FBDA85-F422-3A99-061C-A67141C17E3A}"/>
          </ac:grpSpMkLst>
        </pc:grpChg>
      </pc:sldChg>
      <pc:sldChg chg="addSp delSp modSp mod">
        <pc:chgData name="김명호" userId="e0d603aa-548e-418b-a070-918475337925" providerId="ADAL" clId="{1BF6CD01-8403-413D-A9E9-143A2B6AA875}" dt="2025-09-12T04:56:57.502" v="327"/>
        <pc:sldMkLst>
          <pc:docMk/>
          <pc:sldMk cId="806464209" sldId="1140"/>
        </pc:sldMkLst>
        <pc:spChg chg="del">
          <ac:chgData name="김명호" userId="e0d603aa-548e-418b-a070-918475337925" providerId="ADAL" clId="{1BF6CD01-8403-413D-A9E9-143A2B6AA875}" dt="2025-09-12T04:56:55.477" v="325" actId="478"/>
          <ac:spMkLst>
            <pc:docMk/>
            <pc:sldMk cId="806464209" sldId="1140"/>
            <ac:spMk id="7" creationId="{B079495B-E1BE-8A7D-A618-B451028E8C3B}"/>
          </ac:spMkLst>
        </pc:spChg>
        <pc:spChg chg="add del mod">
          <ac:chgData name="김명호" userId="e0d603aa-548e-418b-a070-918475337925" providerId="ADAL" clId="{1BF6CD01-8403-413D-A9E9-143A2B6AA875}" dt="2025-09-12T04:56:56.551" v="326" actId="478"/>
          <ac:spMkLst>
            <pc:docMk/>
            <pc:sldMk cId="806464209" sldId="1140"/>
            <ac:spMk id="9" creationId="{7ABB55F5-6F1C-2403-54CA-1D4BB7E20C94}"/>
          </ac:spMkLst>
        </pc:spChg>
        <pc:spChg chg="add mod">
          <ac:chgData name="김명호" userId="e0d603aa-548e-418b-a070-918475337925" providerId="ADAL" clId="{1BF6CD01-8403-413D-A9E9-143A2B6AA875}" dt="2025-09-12T04:56:57.502" v="327"/>
          <ac:spMkLst>
            <pc:docMk/>
            <pc:sldMk cId="806464209" sldId="1140"/>
            <ac:spMk id="10" creationId="{EF4AC14A-FA30-838C-E777-753A7961B06A}"/>
          </ac:spMkLst>
        </pc:spChg>
        <pc:spChg chg="mod">
          <ac:chgData name="김명호" userId="e0d603aa-548e-418b-a070-918475337925" providerId="ADAL" clId="{1BF6CD01-8403-413D-A9E9-143A2B6AA875}" dt="2025-09-12T04:56:57.502" v="327"/>
          <ac:spMkLst>
            <pc:docMk/>
            <pc:sldMk cId="806464209" sldId="1140"/>
            <ac:spMk id="12" creationId="{91B7291F-3118-9736-5B9E-96E9BE485D23}"/>
          </ac:spMkLst>
        </pc:spChg>
        <pc:spChg chg="mod">
          <ac:chgData name="김명호" userId="e0d603aa-548e-418b-a070-918475337925" providerId="ADAL" clId="{1BF6CD01-8403-413D-A9E9-143A2B6AA875}" dt="2025-09-12T04:56:57.502" v="327"/>
          <ac:spMkLst>
            <pc:docMk/>
            <pc:sldMk cId="806464209" sldId="1140"/>
            <ac:spMk id="13" creationId="{31DEC4DB-6EC9-D208-3316-D7BD416D8C19}"/>
          </ac:spMkLst>
        </pc:spChg>
        <pc:spChg chg="mod">
          <ac:chgData name="김명호" userId="e0d603aa-548e-418b-a070-918475337925" providerId="ADAL" clId="{1BF6CD01-8403-413D-A9E9-143A2B6AA875}" dt="2025-09-12T04:56:57.502" v="327"/>
          <ac:spMkLst>
            <pc:docMk/>
            <pc:sldMk cId="806464209" sldId="1140"/>
            <ac:spMk id="15" creationId="{2F54BC64-245E-F828-725B-B5856D722CFA}"/>
          </ac:spMkLst>
        </pc:spChg>
        <pc:spChg chg="mod">
          <ac:chgData name="김명호" userId="e0d603aa-548e-418b-a070-918475337925" providerId="ADAL" clId="{1BF6CD01-8403-413D-A9E9-143A2B6AA875}" dt="2025-09-12T04:56:57.502" v="327"/>
          <ac:spMkLst>
            <pc:docMk/>
            <pc:sldMk cId="806464209" sldId="1140"/>
            <ac:spMk id="17" creationId="{4A5F490B-AE36-522F-546E-9E34ED1E9958}"/>
          </ac:spMkLst>
        </pc:spChg>
        <pc:grpChg chg="add mod">
          <ac:chgData name="김명호" userId="e0d603aa-548e-418b-a070-918475337925" providerId="ADAL" clId="{1BF6CD01-8403-413D-A9E9-143A2B6AA875}" dt="2025-09-12T04:56:57.502" v="327"/>
          <ac:grpSpMkLst>
            <pc:docMk/>
            <pc:sldMk cId="806464209" sldId="1140"/>
            <ac:grpSpMk id="11" creationId="{421AA9AC-BA59-2D45-6292-EDED217D913C}"/>
          </ac:grpSpMkLst>
        </pc:grpChg>
        <pc:grpChg chg="add mod">
          <ac:chgData name="김명호" userId="e0d603aa-548e-418b-a070-918475337925" providerId="ADAL" clId="{1BF6CD01-8403-413D-A9E9-143A2B6AA875}" dt="2025-09-12T04:56:57.502" v="327"/>
          <ac:grpSpMkLst>
            <pc:docMk/>
            <pc:sldMk cId="806464209" sldId="1140"/>
            <ac:grpSpMk id="14" creationId="{B18F84C5-E086-6569-58A5-24C1509E6A9B}"/>
          </ac:grpSpMkLst>
        </pc:grpChg>
      </pc:sldChg>
      <pc:sldChg chg="modSp mod">
        <pc:chgData name="김명호" userId="e0d603aa-548e-418b-a070-918475337925" providerId="ADAL" clId="{1BF6CD01-8403-413D-A9E9-143A2B6AA875}" dt="2025-09-12T05:13:01.481" v="616" actId="400"/>
        <pc:sldMkLst>
          <pc:docMk/>
          <pc:sldMk cId="2767125593" sldId="1144"/>
        </pc:sldMkLst>
        <pc:spChg chg="mod">
          <ac:chgData name="김명호" userId="e0d603aa-548e-418b-a070-918475337925" providerId="ADAL" clId="{1BF6CD01-8403-413D-A9E9-143A2B6AA875}" dt="2025-09-12T05:13:01.481" v="616" actId="400"/>
          <ac:spMkLst>
            <pc:docMk/>
            <pc:sldMk cId="2767125593" sldId="1144"/>
            <ac:spMk id="14" creationId="{D024C55D-FCD5-97B7-5EEE-4176985E89FB}"/>
          </ac:spMkLst>
        </pc:spChg>
        <pc:picChg chg="mod">
          <ac:chgData name="김명호" userId="e0d603aa-548e-418b-a070-918475337925" providerId="ADAL" clId="{1BF6CD01-8403-413D-A9E9-143A2B6AA875}" dt="2025-09-12T04:58:45.641" v="329" actId="14100"/>
          <ac:picMkLst>
            <pc:docMk/>
            <pc:sldMk cId="2767125593" sldId="1144"/>
            <ac:picMk id="9" creationId="{42480F1B-DDE1-972D-139B-45A2251F8254}"/>
          </ac:picMkLst>
        </pc:picChg>
      </pc:sldChg>
      <pc:sldChg chg="addSp delSp modSp mod">
        <pc:chgData name="김명호" userId="e0d603aa-548e-418b-a070-918475337925" providerId="ADAL" clId="{1BF6CD01-8403-413D-A9E9-143A2B6AA875}" dt="2025-09-12T05:12:36.672" v="613"/>
        <pc:sldMkLst>
          <pc:docMk/>
          <pc:sldMk cId="1726764375" sldId="1154"/>
        </pc:sldMkLst>
        <pc:spChg chg="mod">
          <ac:chgData name="김명호" userId="e0d603aa-548e-418b-a070-918475337925" providerId="ADAL" clId="{1BF6CD01-8403-413D-A9E9-143A2B6AA875}" dt="2025-09-12T05:03:50.579" v="350"/>
          <ac:spMkLst>
            <pc:docMk/>
            <pc:sldMk cId="1726764375" sldId="1154"/>
            <ac:spMk id="8" creationId="{EAFCC454-EF98-18E2-F553-6CC035F9C452}"/>
          </ac:spMkLst>
        </pc:spChg>
        <pc:spChg chg="mod">
          <ac:chgData name="김명호" userId="e0d603aa-548e-418b-a070-918475337925" providerId="ADAL" clId="{1BF6CD01-8403-413D-A9E9-143A2B6AA875}" dt="2025-09-12T05:04:12.888" v="368" actId="20577"/>
          <ac:spMkLst>
            <pc:docMk/>
            <pc:sldMk cId="1726764375" sldId="1154"/>
            <ac:spMk id="9" creationId="{5C15DD6E-2A6C-EFED-FE49-C9F937C45228}"/>
          </ac:spMkLst>
        </pc:spChg>
        <pc:spChg chg="add del mod">
          <ac:chgData name="김명호" userId="e0d603aa-548e-418b-a070-918475337925" providerId="ADAL" clId="{1BF6CD01-8403-413D-A9E9-143A2B6AA875}" dt="2025-09-12T05:11:20.632" v="370" actId="478"/>
          <ac:spMkLst>
            <pc:docMk/>
            <pc:sldMk cId="1726764375" sldId="1154"/>
            <ac:spMk id="11" creationId="{0E9D58E1-7305-6246-66C0-E2B75FCDB123}"/>
          </ac:spMkLst>
        </pc:spChg>
        <pc:spChg chg="add mod">
          <ac:chgData name="김명호" userId="e0d603aa-548e-418b-a070-918475337925" providerId="ADAL" clId="{1BF6CD01-8403-413D-A9E9-143A2B6AA875}" dt="2025-09-12T05:12:36.672" v="613"/>
          <ac:spMkLst>
            <pc:docMk/>
            <pc:sldMk cId="1726764375" sldId="1154"/>
            <ac:spMk id="12" creationId="{A3A8DC83-5602-EDCD-E4D0-91F720AE04D7}"/>
          </ac:spMkLst>
        </pc:spChg>
        <pc:spChg chg="mod">
          <ac:chgData name="김명호" userId="e0d603aa-548e-418b-a070-918475337925" providerId="ADAL" clId="{1BF6CD01-8403-413D-A9E9-143A2B6AA875}" dt="2025-09-12T05:11:21.412" v="371"/>
          <ac:spMkLst>
            <pc:docMk/>
            <pc:sldMk cId="1726764375" sldId="1154"/>
            <ac:spMk id="15" creationId="{6371A47E-8EF3-EE22-1998-A8F26D1D843C}"/>
          </ac:spMkLst>
        </pc:spChg>
        <pc:spChg chg="mod">
          <ac:chgData name="김명호" userId="e0d603aa-548e-418b-a070-918475337925" providerId="ADAL" clId="{1BF6CD01-8403-413D-A9E9-143A2B6AA875}" dt="2025-09-12T05:11:21.412" v="371"/>
          <ac:spMkLst>
            <pc:docMk/>
            <pc:sldMk cId="1726764375" sldId="1154"/>
            <ac:spMk id="16" creationId="{17958347-DE9F-EE67-D51F-DF21B621E9BF}"/>
          </ac:spMkLst>
        </pc:spChg>
        <pc:spChg chg="mod">
          <ac:chgData name="김명호" userId="e0d603aa-548e-418b-a070-918475337925" providerId="ADAL" clId="{1BF6CD01-8403-413D-A9E9-143A2B6AA875}" dt="2025-09-12T05:11:21.412" v="371"/>
          <ac:spMkLst>
            <pc:docMk/>
            <pc:sldMk cId="1726764375" sldId="1154"/>
            <ac:spMk id="18" creationId="{DAF91534-612B-C692-75C4-D5CA0334C8C5}"/>
          </ac:spMkLst>
        </pc:spChg>
        <pc:spChg chg="mod">
          <ac:chgData name="김명호" userId="e0d603aa-548e-418b-a070-918475337925" providerId="ADAL" clId="{1BF6CD01-8403-413D-A9E9-143A2B6AA875}" dt="2025-09-12T05:11:21.412" v="371"/>
          <ac:spMkLst>
            <pc:docMk/>
            <pc:sldMk cId="1726764375" sldId="1154"/>
            <ac:spMk id="20" creationId="{472FC512-9560-59A1-9D7C-5FF40EE816DE}"/>
          </ac:spMkLst>
        </pc:spChg>
        <pc:spChg chg="del mod">
          <ac:chgData name="김명호" userId="e0d603aa-548e-418b-a070-918475337925" providerId="ADAL" clId="{1BF6CD01-8403-413D-A9E9-143A2B6AA875}" dt="2025-09-12T05:11:19.491" v="369" actId="478"/>
          <ac:spMkLst>
            <pc:docMk/>
            <pc:sldMk cId="1726764375" sldId="1154"/>
            <ac:spMk id="30" creationId="{71752C92-4E4D-1391-2F9B-B8719669F7AD}"/>
          </ac:spMkLst>
        </pc:spChg>
        <pc:grpChg chg="add del mod">
          <ac:chgData name="김명호" userId="e0d603aa-548e-418b-a070-918475337925" providerId="ADAL" clId="{1BF6CD01-8403-413D-A9E9-143A2B6AA875}" dt="2025-09-12T05:11:19.491" v="369" actId="478"/>
          <ac:grpSpMkLst>
            <pc:docMk/>
            <pc:sldMk cId="1726764375" sldId="1154"/>
            <ac:grpSpMk id="7" creationId="{4F29F4C4-B1C6-9E13-029B-AB3E685F3B75}"/>
          </ac:grpSpMkLst>
        </pc:grpChg>
        <pc:grpChg chg="add mod">
          <ac:chgData name="김명호" userId="e0d603aa-548e-418b-a070-918475337925" providerId="ADAL" clId="{1BF6CD01-8403-413D-A9E9-143A2B6AA875}" dt="2025-09-12T05:12:21.489" v="541" actId="1076"/>
          <ac:grpSpMkLst>
            <pc:docMk/>
            <pc:sldMk cId="1726764375" sldId="1154"/>
            <ac:grpSpMk id="14" creationId="{8CB69876-38FC-8C0A-6DD0-FC5859AF8228}"/>
          </ac:grpSpMkLst>
        </pc:grpChg>
        <pc:grpChg chg="add mod">
          <ac:chgData name="김명호" userId="e0d603aa-548e-418b-a070-918475337925" providerId="ADAL" clId="{1BF6CD01-8403-413D-A9E9-143A2B6AA875}" dt="2025-09-12T05:12:21.489" v="541" actId="1076"/>
          <ac:grpSpMkLst>
            <pc:docMk/>
            <pc:sldMk cId="1726764375" sldId="1154"/>
            <ac:grpSpMk id="17" creationId="{75D86DDE-2982-D86F-1505-7BDFE2F9A13A}"/>
          </ac:grpSpMkLst>
        </pc:grpChg>
      </pc:sldChg>
      <pc:sldChg chg="delSp modSp add mod">
        <pc:chgData name="김명호" userId="e0d603aa-548e-418b-a070-918475337925" providerId="ADAL" clId="{1BF6CD01-8403-413D-A9E9-143A2B6AA875}" dt="2025-09-12T05:17:33.776" v="920" actId="20577"/>
        <pc:sldMkLst>
          <pc:docMk/>
          <pc:sldMk cId="510272362" sldId="1182"/>
        </pc:sldMkLst>
        <pc:spChg chg="mod">
          <ac:chgData name="김명호" userId="e0d603aa-548e-418b-a070-918475337925" providerId="ADAL" clId="{1BF6CD01-8403-413D-A9E9-143A2B6AA875}" dt="2025-09-12T05:17:26.126" v="915"/>
          <ac:spMkLst>
            <pc:docMk/>
            <pc:sldMk cId="510272362" sldId="1182"/>
            <ac:spMk id="5" creationId="{37EA09EB-204F-CA46-759F-1BAE2B3A3244}"/>
          </ac:spMkLst>
        </pc:spChg>
        <pc:spChg chg="mod">
          <ac:chgData name="김명호" userId="e0d603aa-548e-418b-a070-918475337925" providerId="ADAL" clId="{1BF6CD01-8403-413D-A9E9-143A2B6AA875}" dt="2025-09-12T05:17:33.776" v="920" actId="20577"/>
          <ac:spMkLst>
            <pc:docMk/>
            <pc:sldMk cId="510272362" sldId="1182"/>
            <ac:spMk id="6" creationId="{8EFE1321-33A2-17E7-B3BA-FE94FCA15BF5}"/>
          </ac:spMkLst>
        </pc:spChg>
        <pc:spChg chg="mod">
          <ac:chgData name="김명호" userId="e0d603aa-548e-418b-a070-918475337925" providerId="ADAL" clId="{1BF6CD01-8403-413D-A9E9-143A2B6AA875}" dt="2025-09-12T05:15:51.794" v="914" actId="20577"/>
          <ac:spMkLst>
            <pc:docMk/>
            <pc:sldMk cId="510272362" sldId="1182"/>
            <ac:spMk id="12" creationId="{3BEC9603-4C1F-9D15-EF19-38DE4F486105}"/>
          </ac:spMkLst>
        </pc:spChg>
        <pc:spChg chg="mod">
          <ac:chgData name="김명호" userId="e0d603aa-548e-418b-a070-918475337925" providerId="ADAL" clId="{1BF6CD01-8403-413D-A9E9-143A2B6AA875}" dt="2025-09-12T05:15:18.708" v="900"/>
          <ac:spMkLst>
            <pc:docMk/>
            <pc:sldMk cId="510272362" sldId="1182"/>
            <ac:spMk id="15" creationId="{0CAACA7B-C1CD-0E37-E96C-8B36C326A7A8}"/>
          </ac:spMkLst>
        </pc:spChg>
        <pc:spChg chg="mod">
          <ac:chgData name="김명호" userId="e0d603aa-548e-418b-a070-918475337925" providerId="ADAL" clId="{1BF6CD01-8403-413D-A9E9-143A2B6AA875}" dt="2025-09-12T05:15:40.112" v="910"/>
          <ac:spMkLst>
            <pc:docMk/>
            <pc:sldMk cId="510272362" sldId="1182"/>
            <ac:spMk id="16" creationId="{EC33BD34-17A0-FA1F-E689-C88C38984BF8}"/>
          </ac:spMkLst>
        </pc:spChg>
        <pc:spChg chg="mod">
          <ac:chgData name="김명호" userId="e0d603aa-548e-418b-a070-918475337925" providerId="ADAL" clId="{1BF6CD01-8403-413D-A9E9-143A2B6AA875}" dt="2025-09-12T05:15:04.968" v="897"/>
          <ac:spMkLst>
            <pc:docMk/>
            <pc:sldMk cId="510272362" sldId="1182"/>
            <ac:spMk id="18" creationId="{C649EDE7-9E3A-4751-925B-5F7E05B15C48}"/>
          </ac:spMkLst>
        </pc:spChg>
        <pc:spChg chg="mod">
          <ac:chgData name="김명호" userId="e0d603aa-548e-418b-a070-918475337925" providerId="ADAL" clId="{1BF6CD01-8403-413D-A9E9-143A2B6AA875}" dt="2025-09-12T05:13:49.520" v="620" actId="14100"/>
          <ac:spMkLst>
            <pc:docMk/>
            <pc:sldMk cId="510272362" sldId="1182"/>
            <ac:spMk id="19" creationId="{7CA5663B-56DC-D134-F7B6-9D5EB5CACC3E}"/>
          </ac:spMkLst>
        </pc:spChg>
        <pc:spChg chg="mod">
          <ac:chgData name="김명호" userId="e0d603aa-548e-418b-a070-918475337925" providerId="ADAL" clId="{1BF6CD01-8403-413D-A9E9-143A2B6AA875}" dt="2025-09-12T05:15:04.968" v="897"/>
          <ac:spMkLst>
            <pc:docMk/>
            <pc:sldMk cId="510272362" sldId="1182"/>
            <ac:spMk id="20" creationId="{6B8CB79A-2C69-CD30-799C-4D2B98B53373}"/>
          </ac:spMkLst>
        </pc:spChg>
        <pc:grpChg chg="mod">
          <ac:chgData name="김명호" userId="e0d603aa-548e-418b-a070-918475337925" providerId="ADAL" clId="{1BF6CD01-8403-413D-A9E9-143A2B6AA875}" dt="2025-09-12T05:15:44.064" v="911" actId="1076"/>
          <ac:grpSpMkLst>
            <pc:docMk/>
            <pc:sldMk cId="510272362" sldId="1182"/>
            <ac:grpSpMk id="14" creationId="{4E1028CF-4FC9-501B-606B-88EE51AB1831}"/>
          </ac:grpSpMkLst>
        </pc:grpChg>
        <pc:grpChg chg="del mod">
          <ac:chgData name="김명호" userId="e0d603aa-548e-418b-a070-918475337925" providerId="ADAL" clId="{1BF6CD01-8403-413D-A9E9-143A2B6AA875}" dt="2025-09-12T05:15:15.870" v="899" actId="478"/>
          <ac:grpSpMkLst>
            <pc:docMk/>
            <pc:sldMk cId="510272362" sldId="1182"/>
            <ac:grpSpMk id="17" creationId="{BB9BF22D-E96A-3538-EC33-52F30B66F98D}"/>
          </ac:grpSpMkLst>
        </pc:grpChg>
      </pc:sldChg>
      <pc:sldChg chg="addSp delSp modSp add mod">
        <pc:chgData name="김명호" userId="e0d603aa-548e-418b-a070-918475337925" providerId="ADAL" clId="{1BF6CD01-8403-413D-A9E9-143A2B6AA875}" dt="2025-09-12T05:19:57.262" v="1244"/>
        <pc:sldMkLst>
          <pc:docMk/>
          <pc:sldMk cId="765903465" sldId="1183"/>
        </pc:sldMkLst>
        <pc:spChg chg="mod">
          <ac:chgData name="김명호" userId="e0d603aa-548e-418b-a070-918475337925" providerId="ADAL" clId="{1BF6CD01-8403-413D-A9E9-143A2B6AA875}" dt="2025-09-12T05:19:57.262" v="1244"/>
          <ac:spMkLst>
            <pc:docMk/>
            <pc:sldMk cId="765903465" sldId="1183"/>
            <ac:spMk id="12" creationId="{ECF3A109-0D4A-5C2B-5A8A-2D7A71D05559}"/>
          </ac:spMkLst>
        </pc:spChg>
        <pc:spChg chg="mod">
          <ac:chgData name="김명호" userId="e0d603aa-548e-418b-a070-918475337925" providerId="ADAL" clId="{1BF6CD01-8403-413D-A9E9-143A2B6AA875}" dt="2025-09-12T05:18:31.645" v="945"/>
          <ac:spMkLst>
            <pc:docMk/>
            <pc:sldMk cId="765903465" sldId="1183"/>
            <ac:spMk id="15" creationId="{72CF1CAC-5B56-4B28-D517-A29D3734599A}"/>
          </ac:spMkLst>
        </pc:spChg>
        <pc:spChg chg="mod">
          <ac:chgData name="김명호" userId="e0d603aa-548e-418b-a070-918475337925" providerId="ADAL" clId="{1BF6CD01-8403-413D-A9E9-143A2B6AA875}" dt="2025-09-12T05:19:17.490" v="966" actId="400"/>
          <ac:spMkLst>
            <pc:docMk/>
            <pc:sldMk cId="765903465" sldId="1183"/>
            <ac:spMk id="16" creationId="{133896E0-BD07-1D46-75DA-4D09C0DACF2A}"/>
          </ac:spMkLst>
        </pc:spChg>
        <pc:spChg chg="mod">
          <ac:chgData name="김명호" userId="e0d603aa-548e-418b-a070-918475337925" providerId="ADAL" clId="{1BF6CD01-8403-413D-A9E9-143A2B6AA875}" dt="2025-09-12T05:18:06.962" v="944" actId="1036"/>
          <ac:spMkLst>
            <pc:docMk/>
            <pc:sldMk cId="765903465" sldId="1183"/>
            <ac:spMk id="19" creationId="{F432CA21-F1D6-0F04-7CA7-6155C3B90E95}"/>
          </ac:spMkLst>
        </pc:spChg>
        <pc:grpChg chg="mod">
          <ac:chgData name="김명호" userId="e0d603aa-548e-418b-a070-918475337925" providerId="ADAL" clId="{1BF6CD01-8403-413D-A9E9-143A2B6AA875}" dt="2025-09-12T05:18:31.645" v="945"/>
          <ac:grpSpMkLst>
            <pc:docMk/>
            <pc:sldMk cId="765903465" sldId="1183"/>
            <ac:grpSpMk id="14" creationId="{8FF003A1-E333-E027-8353-2A18D0D6C34D}"/>
          </ac:grpSpMkLst>
        </pc:grpChg>
        <pc:picChg chg="add mod ord">
          <ac:chgData name="김명호" userId="e0d603aa-548e-418b-a070-918475337925" providerId="ADAL" clId="{1BF6CD01-8403-413D-A9E9-143A2B6AA875}" dt="2025-09-12T05:17:55.668" v="926" actId="167"/>
          <ac:picMkLst>
            <pc:docMk/>
            <pc:sldMk cId="765903465" sldId="1183"/>
            <ac:picMk id="8" creationId="{94AE110D-FEF6-76C3-2877-45399329FC05}"/>
          </ac:picMkLst>
        </pc:picChg>
        <pc:picChg chg="del">
          <ac:chgData name="김명호" userId="e0d603aa-548e-418b-a070-918475337925" providerId="ADAL" clId="{1BF6CD01-8403-413D-A9E9-143A2B6AA875}" dt="2025-09-12T05:17:58.189" v="927" actId="478"/>
          <ac:picMkLst>
            <pc:docMk/>
            <pc:sldMk cId="765903465" sldId="1183"/>
            <ac:picMk id="13" creationId="{FCD23D30-3920-FE62-AA1E-A1D95E9E0967}"/>
          </ac:picMkLst>
        </pc:picChg>
      </pc:sldChg>
    </pc:docChg>
  </pc:docChgLst>
</pc:chgInfo>
</file>

<file path=ppt/comments/modernComment_45A_4F01592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C606EF1-C97C-4607-A74A-33B5A08B8F0E}" authorId="{2FD57D48-4098-80A9-8E46-617B0BCEC2EB}" status="resolved" created="2025-09-12T01:10:24.022" complete="100000">
    <pc:sldMkLst xmlns:pc="http://schemas.microsoft.com/office/powerpoint/2013/main/command">
      <pc:docMk/>
      <pc:sldMk cId="1325488425" sldId="1114"/>
    </pc:sldMkLst>
    <p188:txBody>
      <a:bodyPr/>
      <a:lstStyle/>
      <a:p>
        <a:r>
          <a:rPr lang="ko-KR" altLang="en-US"/>
          <a:t>코드 하나 만들어서 android, ios 테스트</a:t>
        </a:r>
      </a:p>
    </p188:txBody>
  </p188:cm>
</p188:cmLst>
</file>

<file path=ppt/comments/modernComment_49E_1E6A236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56C87E3-C02D-4524-AF38-2517E8C4FDBB}" authorId="{2FD57D48-4098-80A9-8E46-617B0BCEC2EB}" status="resolved" created="2025-09-12T02:10:32.030">
    <pc:sldMkLst xmlns:pc="http://schemas.microsoft.com/office/powerpoint/2013/main/command">
      <pc:docMk/>
      <pc:sldMk cId="1726764375" sldId="1154"/>
    </pc:sldMkLst>
    <p188:txBody>
      <a:bodyPr/>
      <a:lstStyle/>
      <a:p>
        <a:r>
          <a:rPr lang="ko-KR" altLang="en-US"/>
          <a:t>scroll-margin 테스트</a:t>
        </a:r>
      </a:p>
    </p188:txBody>
  </p188:cm>
</p188:cmLst>
</file>

<file path=ppt/comments/modernComment_49F_2DA6C26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6B6C942-A866-486F-858D-EE740B49420F}" authorId="{2FD57D48-4098-80A9-8E46-617B0BCEC2EB}" status="resolved" created="2025-09-12T02:10:32.030">
    <pc:sldMkLst xmlns:pc="http://schemas.microsoft.com/office/powerpoint/2013/main/command">
      <pc:docMk/>
      <pc:sldMk cId="1726764375" sldId="1154"/>
    </pc:sldMkLst>
    <p188:txBody>
      <a:bodyPr/>
      <a:lstStyle/>
      <a:p>
        <a:r>
          <a:rPr lang="ko-KR" altLang="en-US"/>
          <a:t>scroll-margin 테스트</a:t>
        </a:r>
      </a:p>
    </p188:txBody>
  </p188:cm>
</p188:cmLst>
</file>

<file path=ppt/comments/modernComment_468_947D589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596149D-91AA-4E60-B498-7721E86CB5B4}" authorId="{2FD57D48-4098-80A9-8E46-617B0BCEC2EB}" status="resolved" created="2025-09-12T01:21:21.059" complete="100000">
    <pc:sldMkLst xmlns:pc="http://schemas.microsoft.com/office/powerpoint/2013/main/command">
      <pc:docMk/>
      <pc:sldMk cId="2491242646" sldId="1128"/>
    </pc:sldMkLst>
    <p188:txBody>
      <a:bodyPr/>
      <a:lstStyle/>
      <a:p>
        <a:r>
          <a:rPr lang="ko-KR" altLang="en-US"/>
          <a:t>scroll-margin 테스트</a:t>
        </a:r>
      </a:p>
    </p188:txBody>
  </p188:cm>
</p188:cmLst>
</file>

<file path=ppt/comments/modernComment_474_3011AAD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BA6DE6D-62D7-4AE6-8B51-A203A8BBD671}" authorId="{2FD57D48-4098-80A9-8E46-617B0BCEC2EB}" status="resolved" created="2025-09-12T01:51:58.220" complete="100000">
    <pc:sldMkLst xmlns:pc="http://schemas.microsoft.com/office/powerpoint/2013/main/command">
      <pc:docMk/>
      <pc:sldMk cId="806464209" sldId="1140"/>
    </pc:sldMkLst>
    <p188:txBody>
      <a:bodyPr/>
      <a:lstStyle/>
      <a:p>
        <a:r>
          <a:rPr lang="ko-KR" altLang="en-US"/>
          <a:t>scroll-margin 테스트</a:t>
        </a:r>
      </a:p>
    </p188:txBody>
  </p188:cm>
</p188:cmLst>
</file>

<file path=ppt/comments/modernComment_478_A4EEFC5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843F5CE-D8B1-4C9D-AB69-41628BC00519}" authorId="{2FD57D48-4098-80A9-8E46-617B0BCEC2EB}" status="resolved" created="2025-09-12T01:57:52.835" complete="100000">
    <pc:sldMkLst xmlns:pc="http://schemas.microsoft.com/office/powerpoint/2013/main/command">
      <pc:docMk/>
      <pc:sldMk cId="2767125593" sldId="1144"/>
    </pc:sldMkLst>
    <p188:txBody>
      <a:bodyPr/>
      <a:lstStyle/>
      <a:p>
        <a:r>
          <a:rPr lang="ko-KR" altLang="en-US"/>
          <a:t>스크린 리더 테스트 필요</a:t>
        </a:r>
      </a:p>
    </p188:txBody>
  </p188:cm>
</p188:cmLst>
</file>

<file path=ppt/comments/modernComment_482_66EC555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E4547D4-EEAF-48F2-9F42-9CF2148BFFAA}" authorId="{2FD57D48-4098-80A9-8E46-617B0BCEC2EB}" status="resolved" created="2025-09-12T02:10:32.030" complete="100000">
    <pc:sldMkLst xmlns:pc="http://schemas.microsoft.com/office/powerpoint/2013/main/command">
      <pc:docMk/>
      <pc:sldMk cId="1726764375" sldId="1154"/>
    </pc:sldMkLst>
    <p188:txBody>
      <a:bodyPr/>
      <a:lstStyle/>
      <a:p>
        <a:r>
          <a:rPr lang="ko-KR" altLang="en-US"/>
          <a:t>scroll-margin 테스트</a:t>
        </a:r>
      </a:p>
    </p188:txBody>
  </p188:cm>
</p188:cmLst>
</file>

<file path=ppt/comments/modernComment_485_DCE9DFA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DA108DB-2578-423C-B694-948BF2D53D1E}" authorId="{2FD57D48-4098-80A9-8E46-617B0BCEC2EB}" status="resolved" created="2025-09-12T02:13:24.729" complete="100000">
    <pc:sldMkLst xmlns:pc="http://schemas.microsoft.com/office/powerpoint/2013/main/command">
      <pc:docMk/>
      <pc:sldMk cId="3706314659" sldId="1157"/>
    </pc:sldMkLst>
    <p188:txBody>
      <a:bodyPr/>
      <a:lstStyle/>
      <a:p>
        <a:r>
          <a:rPr lang="ko-KR" altLang="en-US"/>
          <a:t>스크린 리더 테스트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35BE6EE-CA60-4322-A1D5-4F412874D7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8B7296-2E1B-4599-BA95-879B2371291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31B5F-6633-49D3-B076-BCD6876A7ED6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41D0E1-955F-4D62-97C0-BA102859C0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FE3B44-5F7C-477E-9EDA-A7A7B25917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22889-ADBF-4C25-AB51-EEFA3E4391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4469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9787" cy="498693"/>
          </a:xfrm>
          <a:prstGeom prst="rect">
            <a:avLst/>
          </a:prstGeom>
        </p:spPr>
        <p:txBody>
          <a:bodyPr vert="horz" lIns="91420" tIns="45710" rIns="91420" bIns="4571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2"/>
            <a:ext cx="2949787" cy="498693"/>
          </a:xfrm>
          <a:prstGeom prst="rect">
            <a:avLst/>
          </a:prstGeom>
        </p:spPr>
        <p:txBody>
          <a:bodyPr vert="horz" lIns="91420" tIns="45710" rIns="91420" bIns="45710" rtlCol="0"/>
          <a:lstStyle>
            <a:lvl1pPr algn="r">
              <a:defRPr sz="1200"/>
            </a:lvl1pPr>
          </a:lstStyle>
          <a:p>
            <a:fld id="{83535A04-8F53-42F0-BE68-2A0C56FA6889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0" tIns="45710" rIns="91420" bIns="4571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9"/>
            <a:ext cx="5445760" cy="3913614"/>
          </a:xfrm>
          <a:prstGeom prst="rect">
            <a:avLst/>
          </a:prstGeom>
        </p:spPr>
        <p:txBody>
          <a:bodyPr vert="horz" lIns="91420" tIns="45710" rIns="91420" bIns="4571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20" tIns="45710" rIns="91420" bIns="4571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20" tIns="45710" rIns="91420" bIns="45710" rtlCol="0" anchor="b"/>
          <a:lstStyle>
            <a:lvl1pPr algn="r">
              <a:defRPr sz="1200"/>
            </a:lvl1pPr>
          </a:lstStyle>
          <a:p>
            <a:fld id="{649C5E89-AF82-449E-973A-8741335DFE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009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5F08ABE-3711-4C3A-BF09-AFEA62CD3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8923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좁게_필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91488028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최상위 페이지 </a:t>
            </a:r>
            <a:r>
              <a:rPr lang="en-US" altLang="ko-KR"/>
              <a:t>&gt; </a:t>
            </a:r>
            <a:r>
              <a:rPr lang="ko-KR" altLang="en-US"/>
              <a:t>하위 페이지 </a:t>
            </a:r>
            <a:r>
              <a:rPr lang="en-US" altLang="ko-KR"/>
              <a:t>&gt; </a:t>
            </a:r>
            <a:r>
              <a:rPr lang="ko-KR" altLang="en-US"/>
              <a:t>하위 페이지        </a:t>
            </a:r>
            <a:r>
              <a:rPr lang="en-US" altLang="ko-KR"/>
              <a:t>*</a:t>
            </a:r>
            <a:r>
              <a:rPr lang="ko-KR" altLang="en-US"/>
              <a:t>경로 구분자는 </a:t>
            </a:r>
            <a:r>
              <a:rPr lang="en-US" altLang="ko-KR"/>
              <a:t>‘&gt;’ </a:t>
            </a:r>
            <a:r>
              <a:rPr lang="ko-KR" altLang="en-US"/>
              <a:t>사용</a:t>
            </a:r>
            <a:r>
              <a:rPr lang="en-US" altLang="ko-KR"/>
              <a:t>, </a:t>
            </a:r>
            <a:r>
              <a:rPr lang="ko-KR" altLang="en-US"/>
              <a:t>경로가 </a:t>
            </a:r>
            <a:r>
              <a:rPr lang="en-US" altLang="ko-KR"/>
              <a:t>2</a:t>
            </a:r>
            <a:r>
              <a:rPr lang="ko-KR" altLang="en-US"/>
              <a:t>개 이상일 때 가장 하위 페이지는 굵게</a:t>
            </a:r>
            <a:endParaRPr lang="en-US" altLang="ko-KR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URL </a:t>
            </a:r>
            <a:r>
              <a:rPr lang="ko-KR" altLang="en-US"/>
              <a:t>입력     *모든 페이지 </a:t>
            </a:r>
            <a:r>
              <a:rPr lang="en-US" altLang="ko-KR"/>
              <a:t>URL</a:t>
            </a:r>
            <a:r>
              <a:rPr lang="ko-KR" altLang="en-US"/>
              <a:t>이 동일할 경우 ‘</a:t>
            </a:r>
            <a:r>
              <a:rPr lang="en-US" altLang="ko-KR"/>
              <a:t>-(</a:t>
            </a:r>
            <a:r>
              <a:rPr lang="ko-KR" altLang="en-US"/>
              <a:t>대시</a:t>
            </a:r>
            <a:r>
              <a:rPr lang="en-US" altLang="ko-KR"/>
              <a:t>)’ </a:t>
            </a:r>
            <a:r>
              <a:rPr lang="ko-KR" altLang="en-US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24</a:t>
            </a:r>
            <a:r>
              <a:rPr lang="ko-KR" altLang="en-US"/>
              <a:t>개 지침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인증심사 지침 오류 유형  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37967625"/>
              </p:ext>
            </p:extLst>
          </p:nvPr>
        </p:nvGraphicFramePr>
        <p:xfrm>
          <a:off x="412705" y="1864800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/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3" name="설명">
            <a:extLst>
              <a:ext uri="{FF2B5EF4-FFF2-40B4-BE49-F238E27FC236}">
                <a16:creationId xmlns:a16="http://schemas.microsoft.com/office/drawing/2014/main" id="{196E4C04-B516-4B97-87D2-D5D6CFC654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4105275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2716113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750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95D40-8357-9F66-AB8B-E8BAD97D3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5478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좁게_필수(계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9360794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최상위 페이지 </a:t>
            </a:r>
            <a:r>
              <a:rPr lang="en-US" altLang="ko-KR"/>
              <a:t>&gt; </a:t>
            </a:r>
            <a:r>
              <a:rPr lang="ko-KR" altLang="en-US"/>
              <a:t>하위 페이지 </a:t>
            </a:r>
            <a:r>
              <a:rPr lang="en-US" altLang="ko-KR"/>
              <a:t>&gt; </a:t>
            </a:r>
            <a:r>
              <a:rPr lang="ko-KR" altLang="en-US"/>
              <a:t>하위 페이지        </a:t>
            </a:r>
            <a:r>
              <a:rPr lang="en-US" altLang="ko-KR"/>
              <a:t>*</a:t>
            </a:r>
            <a:r>
              <a:rPr lang="ko-KR" altLang="en-US"/>
              <a:t>경로 구분자는 </a:t>
            </a:r>
            <a:r>
              <a:rPr lang="en-US" altLang="ko-KR"/>
              <a:t>‘&gt;’ </a:t>
            </a:r>
            <a:r>
              <a:rPr lang="ko-KR" altLang="en-US"/>
              <a:t>사용</a:t>
            </a:r>
            <a:r>
              <a:rPr lang="en-US" altLang="ko-KR"/>
              <a:t>, </a:t>
            </a:r>
            <a:r>
              <a:rPr lang="ko-KR" altLang="en-US"/>
              <a:t>경로가 </a:t>
            </a:r>
            <a:r>
              <a:rPr lang="en-US" altLang="ko-KR"/>
              <a:t>2</a:t>
            </a:r>
            <a:r>
              <a:rPr lang="ko-KR" altLang="en-US"/>
              <a:t>개 이상일 때 가장 하위 페이지는 굵게</a:t>
            </a:r>
            <a:endParaRPr lang="en-US" altLang="ko-KR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URL </a:t>
            </a:r>
            <a:r>
              <a:rPr lang="ko-KR" altLang="en-US"/>
              <a:t>입력     *모든 페이지 </a:t>
            </a:r>
            <a:r>
              <a:rPr lang="en-US" altLang="ko-KR"/>
              <a:t>URL</a:t>
            </a:r>
            <a:r>
              <a:rPr lang="ko-KR" altLang="en-US"/>
              <a:t>이 동일할 경우 ‘</a:t>
            </a:r>
            <a:r>
              <a:rPr lang="en-US" altLang="ko-KR"/>
              <a:t>-(</a:t>
            </a:r>
            <a:r>
              <a:rPr lang="ko-KR" altLang="en-US"/>
              <a:t>대시</a:t>
            </a:r>
            <a:r>
              <a:rPr lang="en-US" altLang="ko-KR"/>
              <a:t>)’ </a:t>
            </a:r>
            <a:r>
              <a:rPr lang="ko-KR" altLang="en-US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24</a:t>
            </a:r>
            <a:r>
              <a:rPr lang="ko-KR" altLang="en-US"/>
              <a:t>개 지침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인증심사 지침 오류 유형  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82839133"/>
              </p:ext>
            </p:extLst>
          </p:nvPr>
        </p:nvGraphicFramePr>
        <p:xfrm>
          <a:off x="412705" y="1864800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47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1531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659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넓게_필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50723469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최상위 페이지 </a:t>
            </a:r>
            <a:r>
              <a:rPr lang="en-US" altLang="ko-KR"/>
              <a:t>&gt; </a:t>
            </a:r>
            <a:r>
              <a:rPr lang="ko-KR" altLang="en-US"/>
              <a:t>하위 페이지 </a:t>
            </a:r>
            <a:r>
              <a:rPr lang="en-US" altLang="ko-KR"/>
              <a:t>&gt; </a:t>
            </a:r>
            <a:r>
              <a:rPr lang="ko-KR" altLang="en-US"/>
              <a:t>하위 페이지        </a:t>
            </a:r>
            <a:r>
              <a:rPr lang="en-US" altLang="ko-KR"/>
              <a:t>*</a:t>
            </a:r>
            <a:r>
              <a:rPr lang="ko-KR" altLang="en-US"/>
              <a:t>경로 구분자는 </a:t>
            </a:r>
            <a:r>
              <a:rPr lang="en-US" altLang="ko-KR"/>
              <a:t>‘&gt;’ </a:t>
            </a:r>
            <a:r>
              <a:rPr lang="ko-KR" altLang="en-US"/>
              <a:t>사용</a:t>
            </a:r>
            <a:r>
              <a:rPr lang="en-US" altLang="ko-KR"/>
              <a:t>, </a:t>
            </a:r>
            <a:r>
              <a:rPr lang="ko-KR" altLang="en-US"/>
              <a:t>경로가 </a:t>
            </a:r>
            <a:r>
              <a:rPr lang="en-US" altLang="ko-KR"/>
              <a:t>2</a:t>
            </a:r>
            <a:r>
              <a:rPr lang="ko-KR" altLang="en-US"/>
              <a:t>개 이상일 때 가장 하위 페이지는 굵게</a:t>
            </a:r>
            <a:endParaRPr lang="en-US" altLang="ko-KR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URL </a:t>
            </a:r>
            <a:r>
              <a:rPr lang="ko-KR" altLang="en-US"/>
              <a:t>입력     *모든 페이지 </a:t>
            </a:r>
            <a:r>
              <a:rPr lang="en-US" altLang="ko-KR"/>
              <a:t>URL</a:t>
            </a:r>
            <a:r>
              <a:rPr lang="ko-KR" altLang="en-US"/>
              <a:t>이 동일할 경우 ‘</a:t>
            </a:r>
            <a:r>
              <a:rPr lang="en-US" altLang="ko-KR"/>
              <a:t>-(</a:t>
            </a:r>
            <a:r>
              <a:rPr lang="ko-KR" altLang="en-US"/>
              <a:t>대시</a:t>
            </a:r>
            <a:r>
              <a:rPr lang="en-US" altLang="ko-KR"/>
              <a:t>)’ </a:t>
            </a:r>
            <a:r>
              <a:rPr lang="ko-KR" altLang="en-US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24</a:t>
            </a:r>
            <a:r>
              <a:rPr lang="ko-KR" altLang="en-US"/>
              <a:t>개 지침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인증심사 지침 오류 유형  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1527621"/>
              </p:ext>
            </p:extLst>
          </p:nvPr>
        </p:nvGraphicFramePr>
        <p:xfrm>
          <a:off x="412705" y="1865418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/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1" name="설명">
            <a:extLst>
              <a:ext uri="{FF2B5EF4-FFF2-40B4-BE49-F238E27FC236}">
                <a16:creationId xmlns:a16="http://schemas.microsoft.com/office/drawing/2014/main" id="{D780F0F9-EB12-4D9A-9655-CF42605225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8642046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868410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750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넓게_필수(계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8839828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최상위 페이지 </a:t>
            </a:r>
            <a:r>
              <a:rPr lang="en-US" altLang="ko-KR"/>
              <a:t>&gt; </a:t>
            </a:r>
            <a:r>
              <a:rPr lang="ko-KR" altLang="en-US"/>
              <a:t>하위 페이지 </a:t>
            </a:r>
            <a:r>
              <a:rPr lang="en-US" altLang="ko-KR"/>
              <a:t>&gt; </a:t>
            </a:r>
            <a:r>
              <a:rPr lang="ko-KR" altLang="en-US"/>
              <a:t>하위 페이지        </a:t>
            </a:r>
            <a:r>
              <a:rPr lang="en-US" altLang="ko-KR"/>
              <a:t>*</a:t>
            </a:r>
            <a:r>
              <a:rPr lang="ko-KR" altLang="en-US"/>
              <a:t>경로 구분자는 </a:t>
            </a:r>
            <a:r>
              <a:rPr lang="en-US" altLang="ko-KR"/>
              <a:t>‘&gt;’ </a:t>
            </a:r>
            <a:r>
              <a:rPr lang="ko-KR" altLang="en-US"/>
              <a:t>사용</a:t>
            </a:r>
            <a:r>
              <a:rPr lang="en-US" altLang="ko-KR"/>
              <a:t>, </a:t>
            </a:r>
            <a:r>
              <a:rPr lang="ko-KR" altLang="en-US"/>
              <a:t>경로가 </a:t>
            </a:r>
            <a:r>
              <a:rPr lang="en-US" altLang="ko-KR"/>
              <a:t>2</a:t>
            </a:r>
            <a:r>
              <a:rPr lang="ko-KR" altLang="en-US"/>
              <a:t>개 이상일 때 가장 하위 페이지는 굵게</a:t>
            </a:r>
            <a:endParaRPr lang="en-US" altLang="ko-KR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URL </a:t>
            </a:r>
            <a:r>
              <a:rPr lang="ko-KR" altLang="en-US"/>
              <a:t>입력     *모든 페이지 </a:t>
            </a:r>
            <a:r>
              <a:rPr lang="en-US" altLang="ko-KR"/>
              <a:t>URL</a:t>
            </a:r>
            <a:r>
              <a:rPr lang="ko-KR" altLang="en-US"/>
              <a:t>이 동일할 경우 ‘</a:t>
            </a:r>
            <a:r>
              <a:rPr lang="en-US" altLang="ko-KR"/>
              <a:t>-(</a:t>
            </a:r>
            <a:r>
              <a:rPr lang="ko-KR" altLang="en-US"/>
              <a:t>대시</a:t>
            </a:r>
            <a:r>
              <a:rPr lang="en-US" altLang="ko-KR"/>
              <a:t>)’ </a:t>
            </a:r>
            <a:r>
              <a:rPr lang="ko-KR" altLang="en-US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24</a:t>
            </a:r>
            <a:r>
              <a:rPr lang="ko-KR" altLang="en-US"/>
              <a:t>개 지침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인증심사 지침 오류 유형  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11414551"/>
              </p:ext>
            </p:extLst>
          </p:nvPr>
        </p:nvGraphicFramePr>
        <p:xfrm>
          <a:off x="412705" y="1865418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47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373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659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좁게_권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8792356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 □수정 필수    ■수정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최상위 페이지 </a:t>
            </a:r>
            <a:r>
              <a:rPr lang="en-US" altLang="ko-KR"/>
              <a:t>&gt; </a:t>
            </a:r>
            <a:r>
              <a:rPr lang="ko-KR" altLang="en-US"/>
              <a:t>하위 페이지 </a:t>
            </a:r>
            <a:r>
              <a:rPr lang="en-US" altLang="ko-KR"/>
              <a:t>&gt; </a:t>
            </a:r>
            <a:r>
              <a:rPr lang="ko-KR" altLang="en-US"/>
              <a:t>하위 페이지        </a:t>
            </a:r>
            <a:r>
              <a:rPr lang="en-US" altLang="ko-KR"/>
              <a:t>*</a:t>
            </a:r>
            <a:r>
              <a:rPr lang="ko-KR" altLang="en-US"/>
              <a:t>경로 구분자는 </a:t>
            </a:r>
            <a:r>
              <a:rPr lang="en-US" altLang="ko-KR"/>
              <a:t>‘&gt;’ </a:t>
            </a:r>
            <a:r>
              <a:rPr lang="ko-KR" altLang="en-US"/>
              <a:t>사용</a:t>
            </a:r>
            <a:r>
              <a:rPr lang="en-US" altLang="ko-KR"/>
              <a:t>, </a:t>
            </a:r>
            <a:r>
              <a:rPr lang="ko-KR" altLang="en-US"/>
              <a:t>경로가 </a:t>
            </a:r>
            <a:r>
              <a:rPr lang="en-US" altLang="ko-KR"/>
              <a:t>2</a:t>
            </a:r>
            <a:r>
              <a:rPr lang="ko-KR" altLang="en-US"/>
              <a:t>개 이상일 때 가장 하위 페이지는 굵게</a:t>
            </a:r>
            <a:endParaRPr lang="en-US" altLang="ko-KR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URL </a:t>
            </a:r>
            <a:r>
              <a:rPr lang="ko-KR" altLang="en-US"/>
              <a:t>입력     *모든 페이지 </a:t>
            </a:r>
            <a:r>
              <a:rPr lang="en-US" altLang="ko-KR"/>
              <a:t>URL</a:t>
            </a:r>
            <a:r>
              <a:rPr lang="ko-KR" altLang="en-US"/>
              <a:t>이 동일할 경우 ‘</a:t>
            </a:r>
            <a:r>
              <a:rPr lang="en-US" altLang="ko-KR"/>
              <a:t>-(</a:t>
            </a:r>
            <a:r>
              <a:rPr lang="ko-KR" altLang="en-US"/>
              <a:t>대시</a:t>
            </a:r>
            <a:r>
              <a:rPr lang="en-US" altLang="ko-KR"/>
              <a:t>)’ </a:t>
            </a:r>
            <a:r>
              <a:rPr lang="ko-KR" altLang="en-US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24</a:t>
            </a:r>
            <a:r>
              <a:rPr lang="ko-KR" altLang="en-US"/>
              <a:t>개 지침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인증심사 지침 오류 유형  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95316987"/>
              </p:ext>
            </p:extLst>
          </p:nvPr>
        </p:nvGraphicFramePr>
        <p:xfrm>
          <a:off x="412705" y="1864800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/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1" name="설명">
            <a:extLst>
              <a:ext uri="{FF2B5EF4-FFF2-40B4-BE49-F238E27FC236}">
                <a16:creationId xmlns:a16="http://schemas.microsoft.com/office/drawing/2014/main" id="{F81531E6-005D-4C3F-B48C-19F54610EC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4105275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3899118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750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넓게_권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98668692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□수정 필수     ■수정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최상위 페이지 </a:t>
            </a:r>
            <a:r>
              <a:rPr lang="en-US" altLang="ko-KR"/>
              <a:t>&gt; </a:t>
            </a:r>
            <a:r>
              <a:rPr lang="ko-KR" altLang="en-US"/>
              <a:t>하위 페이지 </a:t>
            </a:r>
            <a:r>
              <a:rPr lang="en-US" altLang="ko-KR"/>
              <a:t>&gt; </a:t>
            </a:r>
            <a:r>
              <a:rPr lang="ko-KR" altLang="en-US"/>
              <a:t>하위 페이지        </a:t>
            </a:r>
            <a:r>
              <a:rPr lang="en-US" altLang="ko-KR"/>
              <a:t>*</a:t>
            </a:r>
            <a:r>
              <a:rPr lang="ko-KR" altLang="en-US"/>
              <a:t>경로 구분자는 </a:t>
            </a:r>
            <a:r>
              <a:rPr lang="en-US" altLang="ko-KR"/>
              <a:t>‘&gt;’ </a:t>
            </a:r>
            <a:r>
              <a:rPr lang="ko-KR" altLang="en-US"/>
              <a:t>사용</a:t>
            </a:r>
            <a:r>
              <a:rPr lang="en-US" altLang="ko-KR"/>
              <a:t>, </a:t>
            </a:r>
            <a:r>
              <a:rPr lang="ko-KR" altLang="en-US"/>
              <a:t>경로가 </a:t>
            </a:r>
            <a:r>
              <a:rPr lang="en-US" altLang="ko-KR"/>
              <a:t>2</a:t>
            </a:r>
            <a:r>
              <a:rPr lang="ko-KR" altLang="en-US"/>
              <a:t>개 이상일 때 가장 하위 페이지는 굵게</a:t>
            </a:r>
            <a:endParaRPr lang="en-US" altLang="ko-KR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URL </a:t>
            </a:r>
            <a:r>
              <a:rPr lang="ko-KR" altLang="en-US"/>
              <a:t>입력     *모든 페이지 </a:t>
            </a:r>
            <a:r>
              <a:rPr lang="en-US" altLang="ko-KR"/>
              <a:t>URL</a:t>
            </a:r>
            <a:r>
              <a:rPr lang="ko-KR" altLang="en-US"/>
              <a:t>이 동일할 경우 ‘</a:t>
            </a:r>
            <a:r>
              <a:rPr lang="en-US" altLang="ko-KR"/>
              <a:t>-(</a:t>
            </a:r>
            <a:r>
              <a:rPr lang="ko-KR" altLang="en-US"/>
              <a:t>대시</a:t>
            </a:r>
            <a:r>
              <a:rPr lang="en-US" altLang="ko-KR"/>
              <a:t>)’ </a:t>
            </a:r>
            <a:r>
              <a:rPr lang="ko-KR" altLang="en-US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24</a:t>
            </a:r>
            <a:r>
              <a:rPr lang="ko-KR" altLang="en-US"/>
              <a:t>개 지침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인증심사 지침 오류 유형  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35779353"/>
              </p:ext>
            </p:extLst>
          </p:nvPr>
        </p:nvGraphicFramePr>
        <p:xfrm>
          <a:off x="412705" y="1865418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/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1" name="설명">
            <a:extLst>
              <a:ext uri="{FF2B5EF4-FFF2-40B4-BE49-F238E27FC236}">
                <a16:creationId xmlns:a16="http://schemas.microsoft.com/office/drawing/2014/main" id="{971E1D3C-7EA5-4003-B239-30BD61B622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8642046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2542976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659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제목 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78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3141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5010" y="444925"/>
            <a:ext cx="6436800" cy="2631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lvl="0" defTabSz="457200" latinLnBrk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49D477C1-B80A-436A-873B-8939B1660757}"/>
              </a:ext>
            </a:extLst>
          </p:cNvPr>
          <p:cNvSpPr txBox="1">
            <a:spLocks/>
          </p:cNvSpPr>
          <p:nvPr userDrawn="1"/>
        </p:nvSpPr>
        <p:spPr>
          <a:xfrm>
            <a:off x="6762750" y="127974"/>
            <a:ext cx="2731326" cy="263149"/>
          </a:xfrm>
          <a:prstGeom prst="rect">
            <a:avLst/>
          </a:prstGeom>
        </p:spPr>
        <p:txBody>
          <a:bodyPr lIns="0" rIns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latinLnBrk="1"/>
            <a:r>
              <a:rPr lang="ko-KR" altLang="en-US" sz="800" err="1"/>
              <a:t>신협</a:t>
            </a:r>
            <a:r>
              <a:rPr lang="en-US" altLang="ko-KR" sz="800"/>
              <a:t>ON</a:t>
            </a:r>
            <a:r>
              <a:rPr lang="ko-KR" altLang="en-US" sz="800"/>
              <a:t>뱅크 모바일 앱 접근성 진단 보고서  </a:t>
            </a:r>
            <a:r>
              <a:rPr lang="ko-KR" altLang="en-US" sz="8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fld id="{57DCFE9F-B2B4-47BC-97BE-9C043A2ED687}" type="slidenum">
              <a:rPr lang="en-US" altLang="ko-KR" sz="8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defTabSz="914400" latinLnBrk="1"/>
              <a:t>‹#›</a:t>
            </a:fld>
            <a:r>
              <a:rPr lang="ko-KR" altLang="en-US" sz="8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US" sz="8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080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16" r:id="rId2"/>
    <p:sldLayoutId id="2147483724" r:id="rId3"/>
    <p:sldLayoutId id="2147483717" r:id="rId4"/>
    <p:sldLayoutId id="2147483715" r:id="rId5"/>
    <p:sldLayoutId id="2147483718" r:id="rId6"/>
    <p:sldLayoutId id="2147483719" r:id="rId7"/>
    <p:sldLayoutId id="2147483720" r:id="rId8"/>
    <p:sldLayoutId id="2147483721" r:id="rId9"/>
    <p:sldLayoutId id="2147483723" r:id="rId1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US" altLang="en-US" sz="1900" b="1" kern="1200" spc="-150" dirty="0">
          <a:solidFill>
            <a:schemeClr val="tx1">
              <a:lumMod val="95000"/>
              <a:lumOff val="5000"/>
            </a:schemeClr>
          </a:solidFill>
          <a:latin typeface="+mn-ea"/>
          <a:ea typeface="+mn-ea"/>
          <a:cs typeface="+mn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62" userDrawn="1">
          <p15:clr>
            <a:srgbClr val="F26B43"/>
          </p15:clr>
        </p15:guide>
        <p15:guide id="2" pos="398" userDrawn="1">
          <p15:clr>
            <a:srgbClr val="F26B43"/>
          </p15:clr>
        </p15:guide>
        <p15:guide id="3" pos="5842" userDrawn="1">
          <p15:clr>
            <a:srgbClr val="F26B43"/>
          </p15:clr>
        </p15:guide>
        <p15:guide id="4" pos="5978" userDrawn="1">
          <p15:clr>
            <a:srgbClr val="F26B43"/>
          </p15:clr>
        </p15:guide>
        <p15:guide id="5" pos="3120" userDrawn="1">
          <p15:clr>
            <a:srgbClr val="F26B43"/>
          </p15:clr>
        </p15:guide>
        <p15:guide id="9" orient="horz" pos="4178" userDrawn="1">
          <p15:clr>
            <a:srgbClr val="F26B43"/>
          </p15:clr>
        </p15:guide>
        <p15:guide id="12" orient="horz" pos="5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45A_4F015929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microsoft.com/office/2018/10/relationships/comments" Target="../comments/modernComment_468_947D5896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microsoft.com/office/2018/10/relationships/comments" Target="../comments/modernComment_474_3011AAD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microsoft.com/office/2018/10/relationships/comments" Target="../comments/modernComment_478_A4EEFC5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microsoft.com/office/2018/10/relationships/comments" Target="../comments/modernComment_482_66EC555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microsoft.com/office/2018/10/relationships/comments" Target="../comments/modernComment_49E_1E6A236A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microsoft.com/office/2018/10/relationships/comments" Target="../comments/modernComment_49F_2DA6C26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microsoft.com/office/2018/10/relationships/comments" Target="../comments/modernComment_485_DCE9DFA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3B1DD-F8F1-27F9-F251-98BA262B6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A5949B29-31B4-9E6F-2656-B8C1525B4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278" y="2529625"/>
            <a:ext cx="1646067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F14ED10-7B1D-8763-55BB-03AFF90A6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621A28-DC58-AE22-CDF1-2A674CB958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공통 </a:t>
            </a:r>
            <a:r>
              <a:rPr lang="en-US" altLang="ko-KR"/>
              <a:t>&gt; </a:t>
            </a:r>
            <a:r>
              <a:rPr lang="ko-KR" altLang="en-US"/>
              <a:t>전체메뉴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D9F636-F031-5107-1E18-60E10B4554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https://donbank.cu.co.kr/mbmainpt/vue/assets/html_new/com/comn04010001M.html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8D56CAF-5C05-BED7-C8A3-24A491AC597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7. (</a:t>
            </a:r>
            <a:r>
              <a:rPr lang="ko-KR" altLang="en-US"/>
              <a:t>초점</a:t>
            </a:r>
            <a:r>
              <a:rPr lang="en-US" altLang="ko-KR"/>
              <a:t>) </a:t>
            </a:r>
            <a:r>
              <a:rPr lang="ko-KR" altLang="en-US"/>
              <a:t>의미나 기능을 갖는 모든 사용자 인터페이스 컴포넌트에는 초점</a:t>
            </a:r>
            <a:r>
              <a:rPr lang="en-US" altLang="ko-KR"/>
              <a:t>(focus)</a:t>
            </a:r>
            <a:r>
              <a:rPr lang="ko-KR" altLang="en-US"/>
              <a:t>이 적용되고</a:t>
            </a:r>
            <a:r>
              <a:rPr lang="en-US" altLang="ko-KR"/>
              <a:t>, </a:t>
            </a:r>
            <a:r>
              <a:rPr lang="ko-KR" altLang="en-US"/>
              <a:t>초점은 논리적인 순서로 이동되어야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6B6F25B-0579-02E2-6436-615967C247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초점은 화면에서 보이지 않거나 논리적으로 의미를 갖지 않는 사용자 인터페이스 컴포넌트로 이동하지 않도록 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1EA48AB-A38D-CDD2-BAE1-8ECD38C657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397316"/>
          </a:xfrm>
        </p:spPr>
        <p:txBody>
          <a:bodyPr/>
          <a:lstStyle/>
          <a:p>
            <a:r>
              <a:rPr lang="ko-KR" altLang="en-US"/>
              <a:t>칩 슬라이더에서 화면을 벗어난 영역의 칩 요소에 초점 진입 시 화면 레이아웃이 틀어짐</a:t>
            </a:r>
            <a:endParaRPr lang="en-US" altLang="ko-KR"/>
          </a:p>
          <a:p>
            <a:r>
              <a:rPr lang="en-US" altLang="ko-KR"/>
              <a:t>“</a:t>
            </a:r>
            <a:r>
              <a:rPr lang="ko-KR" altLang="en-US"/>
              <a:t>최근 이용메뉴</a:t>
            </a:r>
            <a:r>
              <a:rPr lang="en-US" altLang="ko-KR"/>
              <a:t>”</a:t>
            </a:r>
            <a:r>
              <a:rPr lang="ko-KR" altLang="en-US"/>
              <a:t> 칩 슬라이더와 동일하게 구현하여 보이지 않는 영역에 초점 접근 시 레이아웃이 틀어지지 않고</a:t>
            </a:r>
            <a:r>
              <a:rPr lang="en-US" altLang="ko-KR"/>
              <a:t>, </a:t>
            </a:r>
            <a:r>
              <a:rPr lang="ko-KR" altLang="en-US"/>
              <a:t>슬라이드가 동작하도록 구현해야 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1A77DDB-2B9E-980A-E875-2E76F75D4175}"/>
              </a:ext>
            </a:extLst>
          </p:cNvPr>
          <p:cNvSpPr/>
          <p:nvPr/>
        </p:nvSpPr>
        <p:spPr>
          <a:xfrm>
            <a:off x="6751122" y="3124210"/>
            <a:ext cx="255223" cy="15168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A097E0B-85EF-84D7-3EF2-D5D5A1B224E0}"/>
              </a:ext>
            </a:extLst>
          </p:cNvPr>
          <p:cNvGrpSpPr/>
          <p:nvPr/>
        </p:nvGrpSpPr>
        <p:grpSpPr>
          <a:xfrm>
            <a:off x="631825" y="5092467"/>
            <a:ext cx="4104304" cy="1369826"/>
            <a:chOff x="631825" y="4319397"/>
            <a:chExt cx="4104304" cy="136982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F0BBDA5-C300-B653-B6C9-588E7A9AD479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AF0C612-BA92-24EB-E651-8D97C4FB1A59}"/>
                </a:ext>
              </a:extLst>
            </p:cNvPr>
            <p:cNvSpPr/>
            <p:nvPr/>
          </p:nvSpPr>
          <p:spPr>
            <a:xfrm>
              <a:off x="631825" y="4530600"/>
              <a:ext cx="4104000" cy="115862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class="keyword-container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scrollable-container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mb-40"&gt;					&lt;div class="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keywordWrap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scroll-wrap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&lt;/div&gt;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61B24F1-9F99-0CE8-2B91-93D86ADCD7B9}"/>
              </a:ext>
            </a:extLst>
          </p:cNvPr>
          <p:cNvGrpSpPr/>
          <p:nvPr/>
        </p:nvGrpSpPr>
        <p:grpSpPr>
          <a:xfrm>
            <a:off x="631825" y="3460654"/>
            <a:ext cx="4104304" cy="1369826"/>
            <a:chOff x="631825" y="4319397"/>
            <a:chExt cx="4104304" cy="136982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4CF7201-DF51-A5FA-B1E1-69E66C009074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8C93531-0C72-0D1C-A92F-AC7FD8EF5FC1}"/>
                </a:ext>
              </a:extLst>
            </p:cNvPr>
            <p:cNvSpPr/>
            <p:nvPr/>
          </p:nvSpPr>
          <p:spPr>
            <a:xfrm>
              <a:off x="631825" y="4530600"/>
              <a:ext cx="4104000" cy="115862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&lt;div class="keyword-container mb-40"&gt;					</a:t>
              </a:r>
              <a:b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</a:b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	&lt;div class="</a:t>
              </a:r>
              <a:r>
                <a:rPr lang="en-US" altLang="ko-KR" sz="800" b="1" err="1">
                  <a:solidFill>
                    <a:schemeClr val="accent5"/>
                  </a:solidFill>
                  <a:latin typeface="Consolas" panose="020B0609020204030204" pitchFamily="49" charset="0"/>
                </a:rPr>
                <a:t>keywordWrap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&lt;/div&gt;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13D48958-168F-EC90-D0B2-74A3DD1A2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594" y="2529625"/>
            <a:ext cx="1690769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4CB315F4-54BD-9F25-7008-78663D488D31}"/>
              </a:ext>
            </a:extLst>
          </p:cNvPr>
          <p:cNvSpPr/>
          <p:nvPr/>
        </p:nvSpPr>
        <p:spPr>
          <a:xfrm>
            <a:off x="7389594" y="3114684"/>
            <a:ext cx="1690769" cy="280986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446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8C40631C-FA92-1B59-9F5F-19234188B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503" y="2529625"/>
            <a:ext cx="1646067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8B0B2E-051C-4693-AC44-65BE8AE1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8D98F3-8773-4221-BE3B-E1C58A8C4D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공통 </a:t>
            </a:r>
            <a:r>
              <a:rPr lang="en-US" altLang="ko-KR"/>
              <a:t>&gt; </a:t>
            </a:r>
            <a:r>
              <a:rPr lang="ko-KR" altLang="en-US"/>
              <a:t>전체메뉴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F1FD48-EA2C-4D9E-811C-AD91C948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https://donbank.cu.co.kr/mbmainpt/vue/assets/html_new/com/comn04010001M.html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4FD8BC-FD84-4792-9003-EE70E69AAC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18. (</a:t>
            </a:r>
            <a:r>
              <a:rPr lang="ko-KR" altLang="en-US"/>
              <a:t>보조기술과의 호환성</a:t>
            </a:r>
            <a:r>
              <a:rPr lang="en-US" altLang="ko-KR"/>
              <a:t>) </a:t>
            </a:r>
            <a:r>
              <a:rPr lang="ko-KR" altLang="en-US"/>
              <a:t>사용자 인터페이스 컴포넌트는 보조 기술을 이용하여 사용할 수 있도록 해야 한다</a:t>
            </a:r>
            <a:r>
              <a:rPr lang="en-US" altLang="ko-KR"/>
              <a:t>.</a:t>
            </a:r>
            <a:r>
              <a:rPr lang="ko-KR" altLang="en-US"/>
              <a:t> 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B1A671F-4B50-48C5-BB40-6F7DC56BC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부득이하게 기본 사용자 인터페이스 컴포넌트를 사용할 수 없을 시에는 운영체제에서 제공하는 보조 기술을 사용할 수 있도록 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C81DD60-D84B-4D3C-8F3E-7D0E22E113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2650"/>
          </a:xfrm>
        </p:spPr>
        <p:txBody>
          <a:bodyPr/>
          <a:lstStyle/>
          <a:p>
            <a:r>
              <a:rPr lang="ko-KR" altLang="en-US"/>
              <a:t>사용자와의 상호작용에 따라 상태가 변경되는 컨트롤 요소의 상태 정보를 시각적으로만 구분함</a:t>
            </a:r>
            <a:endParaRPr lang="en-US" altLang="ko-KR"/>
          </a:p>
          <a:p>
            <a:r>
              <a:rPr lang="ko-KR" altLang="en-US"/>
              <a:t>스크린 리더가 사용할 수 있는 형태로 링크의 상태에 관한 부가 설명을 제공해야 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564A982-993B-4E87-7791-1FDE8C2B2036}"/>
              </a:ext>
            </a:extLst>
          </p:cNvPr>
          <p:cNvSpPr/>
          <p:nvPr/>
        </p:nvSpPr>
        <p:spPr>
          <a:xfrm>
            <a:off x="6483061" y="3124043"/>
            <a:ext cx="268803" cy="15800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3EFF535-2403-E051-BF10-37DFB5888756}"/>
              </a:ext>
            </a:extLst>
          </p:cNvPr>
          <p:cNvGrpSpPr/>
          <p:nvPr/>
        </p:nvGrpSpPr>
        <p:grpSpPr>
          <a:xfrm>
            <a:off x="631825" y="5092467"/>
            <a:ext cx="4104304" cy="1369826"/>
            <a:chOff x="631825" y="4319397"/>
            <a:chExt cx="4104304" cy="136982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3AED81A-D887-37B3-9E76-061A68F60C7A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459EC22-D322-40E1-0A03-B793555B9843}"/>
                </a:ext>
              </a:extLst>
            </p:cNvPr>
            <p:cNvSpPr/>
            <p:nvPr/>
          </p:nvSpPr>
          <p:spPr>
            <a:xfrm>
              <a:off x="631825" y="4530600"/>
              <a:ext cx="4104000" cy="115862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keywordWrap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&lt;button class="chip on" aria-label="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계좌관리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선택됨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"&gt;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계좌관리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&lt;button class="chip chip-outlined" aria-     			  label="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이체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/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출금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이체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/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출금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  <a:p>
              <a:pPr algn="l" defTabSz="144000">
                <a:lnSpc>
                  <a:spcPct val="110000"/>
                </a:lnSpc>
              </a:pPr>
              <a:endParaRPr lang="en-US" altLang="ko-KR" sz="8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93F0747-63E8-D51A-CDA9-D808B0B7E156}"/>
              </a:ext>
            </a:extLst>
          </p:cNvPr>
          <p:cNvGrpSpPr/>
          <p:nvPr/>
        </p:nvGrpSpPr>
        <p:grpSpPr>
          <a:xfrm>
            <a:off x="632796" y="3489295"/>
            <a:ext cx="4104304" cy="1098983"/>
            <a:chOff x="631825" y="4319397"/>
            <a:chExt cx="4104304" cy="109898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5F6559E-89C7-771D-ABED-8D4090FD96E0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20174F5-919E-DBDF-154F-F511D65C34D8}"/>
                </a:ext>
              </a:extLst>
            </p:cNvPr>
            <p:cNvSpPr/>
            <p:nvPr/>
          </p:nvSpPr>
          <p:spPr>
            <a:xfrm>
              <a:off x="631825" y="4530600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keywordWrap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rgbClr val="C00000"/>
                  </a:solidFill>
                  <a:latin typeface="Consolas" panose="020B0609020204030204" pitchFamily="49" charset="0"/>
                </a:rPr>
                <a:t>&lt;button class="chip on" aria-label="</a:t>
              </a:r>
              <a:r>
                <a:rPr lang="ko-KR" altLang="en-US" sz="800" b="1">
                  <a:solidFill>
                    <a:srgbClr val="C00000"/>
                  </a:solidFill>
                  <a:latin typeface="Consolas" panose="020B0609020204030204" pitchFamily="49" charset="0"/>
                </a:rPr>
                <a:t>계좌관리</a:t>
              </a:r>
              <a:r>
                <a:rPr lang="en-US" altLang="ko-KR" sz="800" b="1">
                  <a:solidFill>
                    <a:srgbClr val="C00000"/>
                  </a:solidFill>
                  <a:latin typeface="Consolas" panose="020B0609020204030204" pitchFamily="49" charset="0"/>
                </a:rPr>
                <a:t>"&gt;</a:t>
              </a:r>
              <a:r>
                <a:rPr lang="ko-KR" altLang="en-US" sz="800" b="1">
                  <a:solidFill>
                    <a:srgbClr val="C00000"/>
                  </a:solidFill>
                  <a:latin typeface="Consolas" panose="020B0609020204030204" pitchFamily="49" charset="0"/>
                </a:rPr>
                <a:t>계좌관리</a:t>
              </a:r>
              <a:r>
                <a:rPr lang="en-US" altLang="ko-KR" sz="800" b="1">
                  <a:solidFill>
                    <a:srgbClr val="C00000"/>
                  </a:solidFill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&lt;button class="chip chip-outlined" aria-     			  label="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이체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/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출금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이체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/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출금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54884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AE747-3C9E-4002-BAA6-AD4463EEB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03B9587C-13CD-B3AA-39C0-16D5748BA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503" y="2529625"/>
            <a:ext cx="1646067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0E25F42-45AD-BDE2-3114-1C7EF0D06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0F3ECE-D29A-4562-C02D-0E05BFD97C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공통 </a:t>
            </a:r>
            <a:r>
              <a:rPr lang="en-US" altLang="ko-KR"/>
              <a:t>&gt; </a:t>
            </a:r>
            <a:r>
              <a:rPr lang="ko-KR" altLang="en-US"/>
              <a:t>전체메뉴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4CEE29-6F17-47A1-81ED-E6C3352A01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https://donbank.cu.co.kr/mbmainpt/vue/assets/html_new/com/comn04010001M.html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F9302BE-D9C0-2CAE-4AE9-E6F24A3B47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7. (</a:t>
            </a:r>
            <a:r>
              <a:rPr lang="ko-KR" altLang="en-US"/>
              <a:t>초점</a:t>
            </a:r>
            <a:r>
              <a:rPr lang="en-US" altLang="ko-KR"/>
              <a:t>) </a:t>
            </a:r>
            <a:r>
              <a:rPr lang="ko-KR" altLang="en-US"/>
              <a:t>의미나 기능을 갖는 모든 사용자 인터페이스 컴포넌트에는 초점</a:t>
            </a:r>
            <a:r>
              <a:rPr lang="en-US" altLang="ko-KR"/>
              <a:t>(focus)</a:t>
            </a:r>
            <a:r>
              <a:rPr lang="ko-KR" altLang="en-US"/>
              <a:t>이 적용되고</a:t>
            </a:r>
            <a:r>
              <a:rPr lang="en-US" altLang="ko-KR"/>
              <a:t>, </a:t>
            </a:r>
            <a:r>
              <a:rPr lang="ko-KR" altLang="en-US"/>
              <a:t>초점은 논리적인 순서로 이동되어야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0091371-63A2-1719-7CD8-147A0CB489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초점은 사용자가 예측할 수 있도록 논리적인 순서로 이동해야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B570553-E66D-3B3E-A8C6-45BDEB6D831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634496"/>
          </a:xfrm>
        </p:spPr>
        <p:txBody>
          <a:bodyPr/>
          <a:lstStyle/>
          <a:p>
            <a:r>
              <a:rPr lang="ko-KR" altLang="en-US"/>
              <a:t>삭제 요소에 스크린리더 초점을 접근할 수 없어 스크린리더 사용자는 해당 요소를 인지할 수 없음</a:t>
            </a:r>
            <a:endParaRPr lang="en-US" altLang="ko-KR"/>
          </a:p>
          <a:p>
            <a:r>
              <a:rPr lang="ko-KR" altLang="en-US"/>
              <a:t>두 개의 버튼으로 독립적으로 마크업 후 </a:t>
            </a:r>
            <a:r>
              <a:rPr lang="en-US" altLang="ko-KR"/>
              <a:t>CSS</a:t>
            </a:r>
            <a:r>
              <a:rPr lang="ko-KR" altLang="en-US"/>
              <a:t>를 통해 시각적으로 수정해야 함</a:t>
            </a:r>
            <a:endParaRPr lang="en-US" altLang="ko-KR"/>
          </a:p>
          <a:p>
            <a:pPr marL="0" indent="0">
              <a:buNone/>
            </a:pPr>
            <a:br>
              <a:rPr lang="en-US" altLang="ko-KR"/>
            </a:br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5741806-5753-2FB9-7D74-A42641EF66B7}"/>
              </a:ext>
            </a:extLst>
          </p:cNvPr>
          <p:cNvSpPr/>
          <p:nvPr/>
        </p:nvSpPr>
        <p:spPr>
          <a:xfrm>
            <a:off x="6709070" y="3542533"/>
            <a:ext cx="158931" cy="15800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1AA4809-5B96-B353-45C3-85C97FED9E81}"/>
              </a:ext>
            </a:extLst>
          </p:cNvPr>
          <p:cNvGrpSpPr/>
          <p:nvPr/>
        </p:nvGrpSpPr>
        <p:grpSpPr>
          <a:xfrm>
            <a:off x="631825" y="5127327"/>
            <a:ext cx="4104304" cy="1505248"/>
            <a:chOff x="631825" y="4319397"/>
            <a:chExt cx="4104304" cy="150524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7346998-3988-D20B-E327-44427FF93C19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582D1DF-ED77-E6CA-D374-848BE91A9986}"/>
                </a:ext>
              </a:extLst>
            </p:cNvPr>
            <p:cNvSpPr/>
            <p:nvPr/>
          </p:nvSpPr>
          <p:spPr>
            <a:xfrm>
              <a:off x="631825" y="4530600"/>
              <a:ext cx="4104000" cy="129404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class="chip-container"&gt;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  &lt;button type="button" class="chip-outlined" aria-label="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자동이체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    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자동이체</a:t>
              </a:r>
            </a:p>
            <a:p>
              <a:pPr defTabSz="144000">
                <a:lnSpc>
                  <a:spcPct val="110000"/>
                </a:lnSpc>
              </a:pP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 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  &lt;button type="button" class="icon-close" aria-label="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삭제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    &lt;span class="sound-only"&gt;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삭제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  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7F8EC96-5CCD-E691-3853-3F584DFE8843}"/>
              </a:ext>
            </a:extLst>
          </p:cNvPr>
          <p:cNvGrpSpPr/>
          <p:nvPr/>
        </p:nvGrpSpPr>
        <p:grpSpPr>
          <a:xfrm>
            <a:off x="632796" y="3489295"/>
            <a:ext cx="4104304" cy="1234405"/>
            <a:chOff x="631825" y="4319397"/>
            <a:chExt cx="4104304" cy="123440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EE4CE06-D7F8-3482-9841-4F5E8815457F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B115168-8EF9-01A5-C0E5-72D02E876045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div role="button" 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class="chip chip-outlined" aria-label="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이체내역조회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이체내역조회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&lt;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div role="button"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class="icon-close" aria-label="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삭제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"&gt;</a:t>
              </a:r>
              <a:b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</a:b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	&lt;span class="sound-only"&gt;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삭제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&lt;/span&gt;</a:t>
              </a:r>
              <a:b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</a:b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&lt;/div&gt;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19F334-BF1A-92D5-F8F6-EDED89B81160}"/>
              </a:ext>
            </a:extLst>
          </p:cNvPr>
          <p:cNvSpPr/>
          <p:nvPr/>
        </p:nvSpPr>
        <p:spPr>
          <a:xfrm>
            <a:off x="7259638" y="3542498"/>
            <a:ext cx="158931" cy="15800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E509244-309A-A6E3-D552-6257E9ABE37A}"/>
              </a:ext>
            </a:extLst>
          </p:cNvPr>
          <p:cNvSpPr/>
          <p:nvPr/>
        </p:nvSpPr>
        <p:spPr>
          <a:xfrm>
            <a:off x="7609241" y="3542533"/>
            <a:ext cx="158931" cy="15800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25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F9DDC-E2B1-473F-CD3A-3BE1329DB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810993-D530-D96A-AE35-50D5AED49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683" y="2529625"/>
            <a:ext cx="1693710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731ED99-787C-7D3D-9657-2A97936A4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196EDD-307D-DFD4-DC60-1382165E69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공통 </a:t>
            </a:r>
            <a:r>
              <a:rPr lang="en-US" altLang="ko-KR"/>
              <a:t>&gt; </a:t>
            </a:r>
            <a:r>
              <a:rPr lang="ko-KR" altLang="en-US"/>
              <a:t>전체메뉴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8AEE02-61EB-2D59-302B-F9120818F2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https://donbank.cu.co.kr/mbmainpt/vue/assets/html_new/com/comn04010001M.html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685021-4787-CDF5-0896-A0F189D4C3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7. (</a:t>
            </a:r>
            <a:r>
              <a:rPr lang="ko-KR" altLang="en-US"/>
              <a:t>초점</a:t>
            </a:r>
            <a:r>
              <a:rPr lang="en-US" altLang="ko-KR"/>
              <a:t>) </a:t>
            </a:r>
            <a:r>
              <a:rPr lang="ko-KR" altLang="en-US"/>
              <a:t>의미나 기능을 갖는 모든 사용자 인터페이스 컴포넌트에는 초점</a:t>
            </a:r>
            <a:r>
              <a:rPr lang="en-US" altLang="ko-KR"/>
              <a:t>(focus)</a:t>
            </a:r>
            <a:r>
              <a:rPr lang="ko-KR" altLang="en-US"/>
              <a:t>이 적용되고</a:t>
            </a:r>
            <a:r>
              <a:rPr lang="en-US" altLang="ko-KR"/>
              <a:t>, </a:t>
            </a:r>
            <a:r>
              <a:rPr lang="ko-KR" altLang="en-US"/>
              <a:t>초점은 논리적인 순서로 이동되어야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8C9835C-285D-4DEE-E3A7-3AF52B7DC8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초점은 화면에서 보이지 않거나 논리적으로 의미를 갖지 않는 사용자 인터페이스 컴포넌트로 이동하지 않도록 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B9076AE-9773-2E5F-928A-C499C5A9BA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2004661"/>
          </a:xfrm>
        </p:spPr>
        <p:txBody>
          <a:bodyPr/>
          <a:lstStyle/>
          <a:p>
            <a:r>
              <a:rPr lang="en-US" altLang="ko-KR"/>
              <a:t>Sticky </a:t>
            </a:r>
            <a:r>
              <a:rPr lang="ko-KR" altLang="en-US"/>
              <a:t>요소에 가려진 요소로 초점이 이동하여 사용자는 콘텐츠 흐름을 알기 어려움</a:t>
            </a:r>
          </a:p>
          <a:p>
            <a:r>
              <a:rPr lang="en-US" altLang="ko-KR"/>
              <a:t>Sticky </a:t>
            </a:r>
            <a:r>
              <a:rPr lang="ko-KR" altLang="en-US"/>
              <a:t>요소에 가려진 콘텐츠로 초점 이동 시 초점을 받은 요소가 화면에 표시되도록 개선해야 함</a:t>
            </a:r>
            <a:endParaRPr lang="en-US" altLang="ko-KR"/>
          </a:p>
          <a:p>
            <a:r>
              <a:rPr lang="en-US" altLang="ko-KR"/>
              <a:t>&lt;html&gt; </a:t>
            </a:r>
            <a:r>
              <a:rPr lang="ko-KR" altLang="en-US"/>
              <a:t>요소에 </a:t>
            </a:r>
            <a:r>
              <a:rPr lang="en-US" altLang="ko-KR"/>
              <a:t>scroll-padding-top </a:t>
            </a:r>
            <a:r>
              <a:rPr lang="ko-KR" altLang="en-US"/>
              <a:t>속성을 제공하여 스크롤 시 여백을 추가로 확보해야 함</a:t>
            </a:r>
            <a:r>
              <a:rPr lang="en-US" altLang="ko-KR"/>
              <a:t>(</a:t>
            </a:r>
            <a:r>
              <a:rPr lang="ko-KR" altLang="en-US"/>
              <a:t>전체 메뉴처럼 상단 또는 하단에 고정된 요소가 있는 페이지에만 적용될 수 있도록 구현</a:t>
            </a:r>
            <a:r>
              <a:rPr lang="en-US" altLang="ko-KR"/>
              <a:t>)</a:t>
            </a:r>
            <a:br>
              <a:rPr lang="en-US" altLang="ko-KR"/>
            </a:br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A645A51-6D90-517D-4D79-4EBC50275F84}"/>
              </a:ext>
            </a:extLst>
          </p:cNvPr>
          <p:cNvSpPr/>
          <p:nvPr/>
        </p:nvSpPr>
        <p:spPr>
          <a:xfrm>
            <a:off x="6478941" y="3515895"/>
            <a:ext cx="1474434" cy="22266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8" name="AutoShape 2">
            <a:extLst>
              <a:ext uri="{FF2B5EF4-FFF2-40B4-BE49-F238E27FC236}">
                <a16:creationId xmlns:a16="http://schemas.microsoft.com/office/drawing/2014/main" id="{DE0E4F0F-AAE9-24A1-7CCC-F60830080A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5FBDA85-F422-3A99-061C-A67141C17E3A}"/>
              </a:ext>
            </a:extLst>
          </p:cNvPr>
          <p:cNvGrpSpPr/>
          <p:nvPr/>
        </p:nvGrpSpPr>
        <p:grpSpPr>
          <a:xfrm>
            <a:off x="631825" y="4086977"/>
            <a:ext cx="4104304" cy="557296"/>
            <a:chOff x="631825" y="4319397"/>
            <a:chExt cx="4104304" cy="55729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98793A1-0354-F240-AA4D-7BDD6AB8C7A1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521A3EE-9CDC-3807-8E47-E60217B97D30}"/>
                </a:ext>
              </a:extLst>
            </p:cNvPr>
            <p:cNvSpPr/>
            <p:nvPr/>
          </p:nvSpPr>
          <p:spPr>
            <a:xfrm>
              <a:off x="631825" y="4530600"/>
              <a:ext cx="4104000" cy="34609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&lt;html lang="ko"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style="scroll-padding-top: 300px"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12426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52D14-E000-A082-E13B-6B5B40761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AF59EB-6E90-10A8-23F0-F45C4049B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683" y="2529625"/>
            <a:ext cx="1693710" cy="367200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388A35D-490A-A66D-8564-92E83C9F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6B77C5-A564-B339-5011-28F3F7E600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공통 </a:t>
            </a:r>
            <a:r>
              <a:rPr lang="en-US" altLang="ko-KR"/>
              <a:t>&gt; </a:t>
            </a:r>
            <a:r>
              <a:rPr lang="ko-KR" altLang="en-US"/>
              <a:t>전체메뉴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F37859-D421-D6B4-0C47-78EE00EC7B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https://donbank.cu.co.kr/mbmainpt/vue/assets/html_new/com/comn04010001M.html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B7015D-22AA-ABA0-D071-6D9CE0717A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대체 텍스트</a:t>
            </a:r>
            <a:r>
              <a:rPr lang="en-US" altLang="ko-KR"/>
              <a:t>) </a:t>
            </a:r>
            <a:r>
              <a:rPr lang="ko-KR" altLang="en-US"/>
              <a:t>텍스트 아닌 콘텐츠는 대체 가능한 텍스트와 함께 제공되어야 한다</a:t>
            </a:r>
            <a:r>
              <a:rPr lang="en-US" altLang="ko-KR"/>
              <a:t>.</a:t>
            </a:r>
            <a:r>
              <a:rPr lang="ko-KR" altLang="en-US"/>
              <a:t> 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8656307-9CD1-157F-DE2E-99B2986DE8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텍스트 아닌 콘텐츠에 대한 대체 텍스트는 그 의미나 기능을 동등한 수준으로 짧고 명확하게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30FC231-B9CC-13A8-7BDF-08D6F5B865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977906"/>
          </a:xfrm>
        </p:spPr>
        <p:txBody>
          <a:bodyPr/>
          <a:lstStyle/>
          <a:p>
            <a:r>
              <a:rPr lang="ko-KR" altLang="en-US"/>
              <a:t>새로운 정보가 있음을 알리는 배지에 대한 대체 텍스트가 제공되지 않아 동등한 정보를 제공하기 위해 대체 텍스트 추가해야 함</a:t>
            </a:r>
            <a:br>
              <a:rPr lang="en-US" altLang="ko-KR"/>
            </a:br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A67F93-21E8-65DB-EF68-2D19D6BF8D50}"/>
              </a:ext>
            </a:extLst>
          </p:cNvPr>
          <p:cNvSpPr/>
          <p:nvPr/>
        </p:nvSpPr>
        <p:spPr>
          <a:xfrm>
            <a:off x="6782345" y="4495799"/>
            <a:ext cx="144236" cy="141993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DB15CCA-3B81-6559-73E3-756A757BA867}"/>
              </a:ext>
            </a:extLst>
          </p:cNvPr>
          <p:cNvGrpSpPr/>
          <p:nvPr/>
        </p:nvGrpSpPr>
        <p:grpSpPr>
          <a:xfrm>
            <a:off x="632796" y="4539553"/>
            <a:ext cx="4104304" cy="963561"/>
            <a:chOff x="631825" y="4319397"/>
            <a:chExt cx="4104304" cy="96356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2AD164-888D-701B-78CE-D5C267720977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ABD556E-808C-0410-D2E1-38623308377A}"/>
                </a:ext>
              </a:extLst>
            </p:cNvPr>
            <p:cNvSpPr/>
            <p:nvPr/>
          </p:nvSpPr>
          <p:spPr>
            <a:xfrm>
              <a:off x="631825" y="4530600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&lt;button type="button" class="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quik-noti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 aria-label="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공지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/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이벤트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공지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/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이벤트</a:t>
              </a:r>
            </a:p>
            <a:p>
              <a:pPr defTabSz="144000">
                <a:lnSpc>
                  <a:spcPct val="110000"/>
                </a:lnSpc>
              </a:pP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&lt;span class="sound-only"&gt;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새 글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&lt;/button&gt;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8D00BD0-E809-DAB0-02D2-17B9115A76A1}"/>
              </a:ext>
            </a:extLst>
          </p:cNvPr>
          <p:cNvGrpSpPr/>
          <p:nvPr/>
        </p:nvGrpSpPr>
        <p:grpSpPr>
          <a:xfrm>
            <a:off x="632796" y="3489295"/>
            <a:ext cx="4104304" cy="691885"/>
            <a:chOff x="631825" y="4319397"/>
            <a:chExt cx="4104304" cy="69188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6EB8CE3-6A98-05C9-8351-014D95146C20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2C4EC8F-1D5D-7ABD-0AB2-985A5BB9C156}"/>
                </a:ext>
              </a:extLst>
            </p:cNvPr>
            <p:cNvSpPr/>
            <p:nvPr/>
          </p:nvSpPr>
          <p:spPr>
            <a:xfrm>
              <a:off x="631825" y="4530600"/>
              <a:ext cx="4104000" cy="48068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&lt;button type="button" class="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quik-noti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 aria-label="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공지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/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이벤트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공지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/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이벤트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&lt;/button&gt;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8074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256F4-0067-0240-4F0E-46D2672C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C0FD02AD-0835-2F10-F68A-66FFFBCBF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993" y="2529625"/>
            <a:ext cx="1671090" cy="3672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58FAAC1-CE31-E2E1-1056-B52056D9A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CD8AC6-E2B6-2675-A2C3-B6B67C3D17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로그인 </a:t>
            </a:r>
            <a:r>
              <a:rPr lang="en-US" altLang="ko-KR"/>
              <a:t>&gt; </a:t>
            </a:r>
            <a:r>
              <a:rPr lang="ko-KR" altLang="en-US"/>
              <a:t>자동로그인 인증선택 </a:t>
            </a:r>
            <a:r>
              <a:rPr lang="en-US" altLang="ko-KR"/>
              <a:t>&gt; ARS</a:t>
            </a:r>
            <a:r>
              <a:rPr lang="ko-KR" altLang="en-US"/>
              <a:t>인증 </a:t>
            </a:r>
            <a:r>
              <a:rPr lang="en-US" altLang="ko-KR"/>
              <a:t>&gt; ARS</a:t>
            </a:r>
            <a:r>
              <a:rPr lang="ko-KR" altLang="en-US"/>
              <a:t>인증 안내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F3A809-0960-70AB-6C39-23E95826F0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https://donbank.cu.co.kr/mbmainpt/vue/assets/html_new/com/comn01090002P.html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FAF508-897C-1827-EBE0-63AE64FA86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대체 텍스트</a:t>
            </a:r>
            <a:r>
              <a:rPr lang="en-US" altLang="ko-KR"/>
              <a:t>) </a:t>
            </a:r>
            <a:r>
              <a:rPr lang="ko-KR" altLang="en-US"/>
              <a:t>텍스트 아닌 콘텐츠는 대체 가능한 텍스트와 함께 제공되어야 한다</a:t>
            </a:r>
            <a:r>
              <a:rPr lang="en-US" altLang="ko-KR"/>
              <a:t>.</a:t>
            </a:r>
            <a:r>
              <a:rPr lang="ko-KR" altLang="en-US"/>
              <a:t> 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89FA22F-8CB6-7F5B-D0DA-4CED504FB8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텍스트 아닌 콘텐츠에 대한 대체 텍스트는 그 의미나 기능을 동등한 수준으로 짧고 명확하게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8453472-0FD9-13D7-A7F6-150A6F0D61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449830"/>
          </a:xfrm>
        </p:spPr>
        <p:txBody>
          <a:bodyPr/>
          <a:lstStyle/>
          <a:p>
            <a:r>
              <a:rPr lang="ko-KR" altLang="en-US"/>
              <a:t>컨트롤 요소의 이름은 정확한 내용으로 제공하여 보조 기술 사용자가 용도나 목적 정보를 전달받을 수 있도록 해야 함</a:t>
            </a:r>
            <a:endParaRPr lang="en-US" altLang="ko-KR"/>
          </a:p>
          <a:p>
            <a:r>
              <a:rPr lang="ko-KR" altLang="en-US"/>
              <a:t>현재 </a:t>
            </a:r>
            <a:r>
              <a:rPr lang="en-US" altLang="ko-KR"/>
              <a:t>aria-label</a:t>
            </a:r>
            <a:r>
              <a:rPr lang="ko-KR" altLang="en-US"/>
              <a:t>에 링크 전화번호에 대한 정보가 누락되어 있음</a:t>
            </a:r>
            <a:endParaRPr lang="en-US" altLang="ko-KR"/>
          </a:p>
          <a:p>
            <a:r>
              <a:rPr lang="en-US" altLang="ko-KR"/>
              <a:t>aria-label</a:t>
            </a:r>
            <a:r>
              <a:rPr lang="ko-KR" altLang="en-US"/>
              <a:t>의 우선순위가 높기 때문에 </a:t>
            </a:r>
            <a:r>
              <a:rPr lang="en-US" altLang="ko-KR"/>
              <a:t>a</a:t>
            </a:r>
            <a:r>
              <a:rPr lang="ko-KR" altLang="en-US"/>
              <a:t>태그 내의 정보는 읽지 않음</a:t>
            </a:r>
            <a:br>
              <a:rPr lang="en-US" altLang="ko-KR"/>
            </a:br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F9270C3-7744-7AE9-FB5A-94FBD572F0B7}"/>
              </a:ext>
            </a:extLst>
          </p:cNvPr>
          <p:cNvSpPr/>
          <p:nvPr/>
        </p:nvSpPr>
        <p:spPr>
          <a:xfrm>
            <a:off x="6469924" y="4815839"/>
            <a:ext cx="1531075" cy="111252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884B24D-5C67-EB34-467A-2CB38D48B61A}"/>
              </a:ext>
            </a:extLst>
          </p:cNvPr>
          <p:cNvGrpSpPr/>
          <p:nvPr/>
        </p:nvGrpSpPr>
        <p:grpSpPr>
          <a:xfrm>
            <a:off x="632796" y="5159191"/>
            <a:ext cx="4104304" cy="1234405"/>
            <a:chOff x="631825" y="4319397"/>
            <a:chExt cx="4104304" cy="123440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063A77D-37D3-ECFC-D029-642343BD1C6F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1B4647F-5E43-FD6B-3966-1C2383482E33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="#"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aria-label="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휴대폰번호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, 010-4625-2446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&lt;div class="d-flex flex-col"&gt;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    &lt;strong&gt;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휴대폰번호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&lt;/strong&gt;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    &lt;span&gt;010-4625-2446&lt;/span&gt;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&lt;/div&gt;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&lt;/a&gt;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BC4EC0B-4BBD-D697-C563-06B14CE2EFFA}"/>
              </a:ext>
            </a:extLst>
          </p:cNvPr>
          <p:cNvGrpSpPr/>
          <p:nvPr/>
        </p:nvGrpSpPr>
        <p:grpSpPr>
          <a:xfrm>
            <a:off x="632796" y="3695284"/>
            <a:ext cx="4104304" cy="1234405"/>
            <a:chOff x="631825" y="4319397"/>
            <a:chExt cx="4104304" cy="123440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60E2508-56E0-B0DA-D710-D5B05CDAD7EF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A428F9F-EDA0-ADD6-35A0-B5875849FFE5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="#" 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aria-label="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휴대폰번호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&lt;div class="d-flex flex-col"&gt;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    &lt;strong&gt;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휴대폰번호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&lt;/strong&gt;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    &lt;span&gt;010-4625-2446&lt;/span&gt;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&lt;/div&gt;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&lt;/a&gt;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4307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EDF2A-0DB6-94F4-F926-97348AD36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48304E-8B00-535F-AC6E-312D4A462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683" y="2529625"/>
            <a:ext cx="1693710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837B7C6-276C-38CD-F4CF-58AB2573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9D1880-0D9D-E6AE-067A-5D4393D9F5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로그인 </a:t>
            </a:r>
            <a:r>
              <a:rPr lang="en-US" altLang="ko-KR"/>
              <a:t>&gt; </a:t>
            </a:r>
            <a:r>
              <a:rPr lang="ko-KR" altLang="en-US"/>
              <a:t>자동로그인 인증선택 </a:t>
            </a:r>
            <a:r>
              <a:rPr lang="en-US" altLang="ko-KR"/>
              <a:t>&gt; </a:t>
            </a:r>
            <a:r>
              <a:rPr lang="ko-KR" altLang="en-US"/>
              <a:t>출국심사인증 </a:t>
            </a:r>
            <a:r>
              <a:rPr lang="en-US" altLang="ko-KR"/>
              <a:t>&gt; </a:t>
            </a:r>
            <a:r>
              <a:rPr lang="ko-KR" altLang="en-US"/>
              <a:t>출국정보조회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8B152B-3763-AE8C-EC06-2D736E74DD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https://donbank.cu.co.kr/mbmainpt/vue/assets/html_new/com/comn01090003P.html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DD937BD-8F54-917E-DB0F-2AD0919D11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12. (</a:t>
            </a:r>
            <a:r>
              <a:rPr lang="ko-KR" altLang="en-US"/>
              <a:t>입력 도움</a:t>
            </a:r>
            <a:r>
              <a:rPr lang="en-US" altLang="ko-KR"/>
              <a:t>) </a:t>
            </a:r>
            <a:r>
              <a:rPr lang="ko-KR" altLang="en-US"/>
              <a:t>입력서식 이용 시</a:t>
            </a:r>
            <a:r>
              <a:rPr lang="en-US" altLang="ko-KR"/>
              <a:t>, </a:t>
            </a:r>
            <a:r>
              <a:rPr lang="ko-KR" altLang="en-US"/>
              <a:t>입력 오류를 방지하거나 정정할 수 있는 방법을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B0BA1F-3F56-64B7-F3A5-B5F3838D0C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입력서식에는 용도와 목적을 알 수 있는 대체정보를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20513E22-2EA9-0843-7C91-AED657944A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2650"/>
          </a:xfrm>
        </p:spPr>
        <p:txBody>
          <a:bodyPr/>
          <a:lstStyle/>
          <a:p>
            <a:r>
              <a:rPr lang="ko-KR" altLang="en-US"/>
              <a:t>서식의 레이블이 제공되지 않아 사용자는 용도와 목적을 알 수 없음</a:t>
            </a:r>
          </a:p>
          <a:p>
            <a:r>
              <a:rPr lang="ko-KR" altLang="en-US"/>
              <a:t>주민등록번호 앞자리는 </a:t>
            </a:r>
            <a:r>
              <a:rPr lang="en-US" altLang="ko-KR"/>
              <a:t>title </a:t>
            </a:r>
            <a:r>
              <a:rPr lang="ko-KR" altLang="en-US"/>
              <a:t>제공했으나 </a:t>
            </a:r>
            <a:r>
              <a:rPr lang="en-US" altLang="ko-KR"/>
              <a:t>aria-label </a:t>
            </a:r>
            <a:r>
              <a:rPr lang="ko-KR" altLang="en-US"/>
              <a:t>사용을 권장</a:t>
            </a:r>
            <a:r>
              <a:rPr lang="en-US" altLang="ko-KR"/>
              <a:t>, </a:t>
            </a:r>
            <a:r>
              <a:rPr lang="ko-KR" altLang="en-US"/>
              <a:t>뒷자리는 </a:t>
            </a:r>
            <a:r>
              <a:rPr lang="en-US" altLang="ko-KR"/>
              <a:t>span </a:t>
            </a:r>
            <a:r>
              <a:rPr lang="ko-KR" altLang="en-US"/>
              <a:t>요소 내 불필요한 내용</a:t>
            </a:r>
            <a:r>
              <a:rPr lang="en-US" altLang="ko-KR"/>
              <a:t>(</a:t>
            </a:r>
            <a:r>
              <a:rPr lang="ko-KR" altLang="en-US"/>
              <a:t>●●●●●●●</a:t>
            </a:r>
            <a:r>
              <a:rPr lang="en-US" altLang="ko-KR"/>
              <a:t>)</a:t>
            </a:r>
            <a:r>
              <a:rPr lang="ko-KR" altLang="en-US"/>
              <a:t>을 스크린 리더 사용자가 읽지 않도록 처리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769D5A-EDA7-AC34-21F7-065FB86674C1}"/>
              </a:ext>
            </a:extLst>
          </p:cNvPr>
          <p:cNvSpPr/>
          <p:nvPr/>
        </p:nvSpPr>
        <p:spPr>
          <a:xfrm>
            <a:off x="7221538" y="4171406"/>
            <a:ext cx="570400" cy="18573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94FCA10-5472-D5DA-DE0B-2F624FFD1B27}"/>
              </a:ext>
            </a:extLst>
          </p:cNvPr>
          <p:cNvGrpSpPr/>
          <p:nvPr/>
        </p:nvGrpSpPr>
        <p:grpSpPr>
          <a:xfrm>
            <a:off x="632796" y="5159191"/>
            <a:ext cx="4104304" cy="1099560"/>
            <a:chOff x="631825" y="4319397"/>
            <a:chExt cx="4104304" cy="109956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17A461D-0CAA-5CA4-DF8D-B36C6FB0E3FD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7A2679C-FD47-7338-D641-3F3208C5AF28}"/>
                </a:ext>
              </a:extLst>
            </p:cNvPr>
            <p:cNvSpPr/>
            <p:nvPr/>
          </p:nvSpPr>
          <p:spPr>
            <a:xfrm>
              <a:off x="631825" y="4530600"/>
              <a:ext cx="4104000" cy="88835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&lt;input type="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tel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 class="form-control"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 aria-label="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주민등록번호 앞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6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자리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&lt;input type="text" class="form-control gender" value="1"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aria-label="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주민등록번호 뒤 첫번째 자리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&lt;span class="font-gray-20"</a:t>
              </a:r>
              <a:r>
                <a:rPr lang="en-US" altLang="ko-KR" sz="800" b="1">
                  <a:solidFill>
                    <a:schemeClr val="accent1"/>
                  </a:solidFill>
                </a:rPr>
                <a:t>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aria-hidden="true"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&gt;●●●●●●●&lt;/span&gt;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AF9ADC1-9FB7-009B-236B-132EBB2EF9E2}"/>
              </a:ext>
            </a:extLst>
          </p:cNvPr>
          <p:cNvGrpSpPr/>
          <p:nvPr/>
        </p:nvGrpSpPr>
        <p:grpSpPr>
          <a:xfrm>
            <a:off x="632796" y="3875075"/>
            <a:ext cx="4104304" cy="964139"/>
            <a:chOff x="631825" y="4319397"/>
            <a:chExt cx="4104304" cy="96413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153D39E-2A00-2FFA-CB0A-BF90A1399CCB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CC8AB69-41AE-19EE-48E8-D1AB5B5C84DF}"/>
                </a:ext>
              </a:extLst>
            </p:cNvPr>
            <p:cNvSpPr/>
            <p:nvPr/>
          </p:nvSpPr>
          <p:spPr>
            <a:xfrm>
              <a:off x="631825" y="4530600"/>
              <a:ext cx="4104000" cy="752936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&lt;input type="text" class="form-control" 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readonly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="" value="120346" title="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주민등록번호 앞 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6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자리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...</a:t>
              </a:r>
              <a:b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</a:b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&lt;span class="font-gray-20"&gt;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●●●●●●●&lt;/span&gt;</a:t>
              </a: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37F981D-523C-5642-8B77-06B852E841B1}"/>
              </a:ext>
            </a:extLst>
          </p:cNvPr>
          <p:cNvSpPr/>
          <p:nvPr/>
        </p:nvSpPr>
        <p:spPr>
          <a:xfrm>
            <a:off x="6424093" y="5951931"/>
            <a:ext cx="1644300" cy="24969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D8F0AB6-BCC0-2697-D833-C434C02F14A0}"/>
              </a:ext>
            </a:extLst>
          </p:cNvPr>
          <p:cNvSpPr/>
          <p:nvPr/>
        </p:nvSpPr>
        <p:spPr>
          <a:xfrm>
            <a:off x="6424093" y="4147909"/>
            <a:ext cx="570400" cy="18573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304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8045E-7CB5-0AD5-628A-DF9175EC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453E68D6-A1B4-68A9-6754-27BA3DECC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023" y="2529625"/>
            <a:ext cx="1654370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734E19C-BED6-3107-E838-256E57981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E03893-CAB1-2DCE-0969-88BA47939E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로그인 </a:t>
            </a:r>
            <a:r>
              <a:rPr lang="en-US" altLang="ko-KR"/>
              <a:t>&gt; </a:t>
            </a:r>
            <a:r>
              <a:rPr lang="ko-KR" altLang="en-US"/>
              <a:t>자동로그인 인증선택 </a:t>
            </a:r>
            <a:r>
              <a:rPr lang="en-US" altLang="ko-KR"/>
              <a:t>&gt; MO</a:t>
            </a:r>
            <a:r>
              <a:rPr lang="ko-KR" altLang="en-US"/>
              <a:t>인증 </a:t>
            </a:r>
            <a:r>
              <a:rPr lang="en-US" altLang="ko-KR"/>
              <a:t>&gt; MO</a:t>
            </a:r>
            <a:r>
              <a:rPr lang="ko-KR" altLang="en-US"/>
              <a:t>인증 안내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118EA3-E83E-1B14-9A0B-DD7DC4D0EA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https://donbank.cu.co.kr/mbmainpt/vue/assets/html_new/com/comn01090004P.html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771006-3D5B-1247-95BE-2575FE501D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9. (</a:t>
            </a:r>
            <a:r>
              <a:rPr lang="ko-KR" altLang="en-US"/>
              <a:t>응답시간 조절</a:t>
            </a:r>
            <a:r>
              <a:rPr lang="en-US" altLang="ko-KR"/>
              <a:t>) </a:t>
            </a:r>
            <a:r>
              <a:rPr lang="ko-KR" altLang="en-US"/>
              <a:t>시간 제한이 있는 콘텐츠는 응답시간을 조절할 수 있어야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037C732-8CB9-EBB8-EF9F-F987715585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시간제한이 있는 경우에는 제한시간 연장 또는 이를 제어할 수 있는 수단을 함께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F47999A-B7DB-552F-0AC6-52CC04D8D6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397316"/>
          </a:xfrm>
        </p:spPr>
        <p:txBody>
          <a:bodyPr/>
          <a:lstStyle/>
          <a:p>
            <a:r>
              <a:rPr lang="ko-KR" altLang="en-US"/>
              <a:t>인증번호 입력 유효 시간이 </a:t>
            </a:r>
            <a:r>
              <a:rPr lang="en-US" altLang="ko-KR"/>
              <a:t>3</a:t>
            </a:r>
            <a:r>
              <a:rPr lang="ko-KR" altLang="en-US"/>
              <a:t>분으로 제한이 있어 특정 사용자 그룹은 주어진 시간 내에 정보를 입력하지 못하여 다음 단계를 진행하기 어려울 수 있음</a:t>
            </a:r>
          </a:p>
          <a:p>
            <a:r>
              <a:rPr lang="ko-KR" altLang="en-US"/>
              <a:t>별도의 </a:t>
            </a:r>
            <a:r>
              <a:rPr lang="en-US" altLang="ko-KR"/>
              <a:t>'</a:t>
            </a:r>
            <a:r>
              <a:rPr lang="ko-KR" altLang="en-US"/>
              <a:t>인증 시간 연장</a:t>
            </a:r>
            <a:r>
              <a:rPr lang="en-US" altLang="ko-KR"/>
              <a:t>' </a:t>
            </a:r>
            <a:r>
              <a:rPr lang="ko-KR" altLang="en-US"/>
              <a:t>버튼을 제공하여 사용자에게 콘텐츠 인지와 정보 입력에 필요한 충분한 시간을 보장해야 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B33097F-7FB5-820A-B7A7-EB3C15666374}"/>
              </a:ext>
            </a:extLst>
          </p:cNvPr>
          <p:cNvSpPr/>
          <p:nvPr/>
        </p:nvSpPr>
        <p:spPr>
          <a:xfrm>
            <a:off x="7056929" y="4171405"/>
            <a:ext cx="362773" cy="19421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830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1487B-9738-570B-D329-BDE340894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C5FF8863-6A9F-62F2-DEEE-59718AFA4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9938" y="2529625"/>
            <a:ext cx="1643199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5B14681-25EB-6038-0EB4-DCF744F87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069761-6490-B768-82EB-973DF060D9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로그인 </a:t>
            </a:r>
            <a:r>
              <a:rPr lang="en-US" altLang="ko-KR"/>
              <a:t>&gt; </a:t>
            </a:r>
            <a:r>
              <a:rPr lang="ko-KR" altLang="en-US"/>
              <a:t>계좌인증 </a:t>
            </a:r>
            <a:r>
              <a:rPr lang="en-US" altLang="ko-KR"/>
              <a:t>&gt; </a:t>
            </a:r>
            <a:r>
              <a:rPr lang="ko-KR" altLang="en-US" err="1"/>
              <a:t>신협계좌인증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632131-9BB0-F510-D40A-8EB0CC0CAC6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https://donbank.cu.co.kr/mbmainpt/vue/assets/html_new/com/comn01070001P.html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EF288C-2F21-8DA3-A8B3-4414A1B168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대체 텍스트</a:t>
            </a:r>
            <a:r>
              <a:rPr lang="en-US" altLang="ko-KR"/>
              <a:t>) </a:t>
            </a:r>
            <a:r>
              <a:rPr lang="ko-KR" altLang="en-US"/>
              <a:t>텍스트 아닌 콘텐츠는 대체 가능한 텍스트와 함께 제공되어야 한다</a:t>
            </a:r>
            <a:r>
              <a:rPr lang="en-US" altLang="ko-KR"/>
              <a:t>.</a:t>
            </a:r>
            <a:r>
              <a:rPr lang="ko-KR" altLang="en-US"/>
              <a:t> 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517276D-116A-39F1-11BA-A2B6258A73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텍스트 아닌 콘텐츠에 대한 대체 텍스트는 그 의미나 기능을 동등한 수준으로 짧고 명확하게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E5DD8BB-55BE-B012-BA67-19EA1A13E1D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2650"/>
          </a:xfrm>
        </p:spPr>
        <p:txBody>
          <a:bodyPr/>
          <a:lstStyle/>
          <a:p>
            <a:r>
              <a:rPr lang="ko-KR" altLang="en-US"/>
              <a:t>컨트롤 요소의 이름은 정확한 내용으로 제공하여 보조 기술 사용자가 용도나 목적 정보를 전달받을 수 있도록 해야 함</a:t>
            </a:r>
            <a:endParaRPr lang="en-US" altLang="ko-KR"/>
          </a:p>
          <a:p>
            <a:r>
              <a:rPr lang="en-US" altLang="ko-KR"/>
              <a:t>aria-label</a:t>
            </a:r>
            <a:r>
              <a:rPr lang="ko-KR" altLang="en-US"/>
              <a:t>이 </a:t>
            </a:r>
            <a:r>
              <a:rPr lang="en-US" altLang="ko-KR"/>
              <a:t>"</a:t>
            </a:r>
            <a:r>
              <a:rPr lang="ko-KR" altLang="en-US" err="1"/>
              <a:t>모아모아통장</a:t>
            </a:r>
            <a:r>
              <a:rPr lang="en-US" altLang="ko-KR"/>
              <a:t>"</a:t>
            </a:r>
            <a:r>
              <a:rPr lang="ko-KR" altLang="en-US"/>
              <a:t>으로만 되어 있어</a:t>
            </a:r>
            <a:r>
              <a:rPr lang="en-US" altLang="ko-KR"/>
              <a:t>, </a:t>
            </a:r>
            <a:r>
              <a:rPr lang="ko-KR" altLang="en-US"/>
              <a:t>계좌번호</a:t>
            </a:r>
            <a:r>
              <a:rPr lang="en-US" altLang="ko-KR"/>
              <a:t>, </a:t>
            </a:r>
            <a:r>
              <a:rPr lang="ko-KR" altLang="en-US" err="1"/>
              <a:t>은행명</a:t>
            </a:r>
            <a:r>
              <a:rPr lang="ko-KR" altLang="en-US"/>
              <a:t> 등 중요한 정보가 스크린 리더 사용자에게 전달되지 않음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766D9A6-53C7-40D4-E381-233412A68A79}"/>
              </a:ext>
            </a:extLst>
          </p:cNvPr>
          <p:cNvGrpSpPr/>
          <p:nvPr/>
        </p:nvGrpSpPr>
        <p:grpSpPr>
          <a:xfrm>
            <a:off x="632796" y="5159191"/>
            <a:ext cx="4104304" cy="1098663"/>
            <a:chOff x="631825" y="4319397"/>
            <a:chExt cx="4104304" cy="109866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37743EA-2817-BB22-C806-668A42608F5D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7AAFC66-0E70-1FDB-6EE2-2BDC33621FA3}"/>
                </a:ext>
              </a:extLst>
            </p:cNvPr>
            <p:cNvSpPr/>
            <p:nvPr/>
          </p:nvSpPr>
          <p:spPr>
            <a:xfrm>
              <a:off x="631825" y="4530600"/>
              <a:ext cx="4104000" cy="88746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</a:rPr>
                <a:t>&lt;a </a:t>
              </a:r>
              <a:r>
                <a:rPr lang="en-US" altLang="ko-KR" sz="800" err="1">
                  <a:solidFill>
                    <a:schemeClr val="tx1"/>
                  </a:solidFill>
                </a:rPr>
                <a:t>href</a:t>
              </a:r>
              <a:r>
                <a:rPr lang="en-US" altLang="ko-KR" sz="800" b="1">
                  <a:solidFill>
                    <a:schemeClr val="accent1"/>
                  </a:solidFill>
                </a:rPr>
                <a:t>="#" aria-label="</a:t>
              </a:r>
              <a:r>
                <a:rPr lang="ko-KR" altLang="en-US" sz="800" b="1" err="1">
                  <a:solidFill>
                    <a:schemeClr val="accent1"/>
                  </a:solidFill>
                </a:rPr>
                <a:t>모아모아통장</a:t>
              </a:r>
              <a:r>
                <a:rPr lang="en-US" altLang="ko-KR" sz="800" b="1">
                  <a:solidFill>
                    <a:schemeClr val="accent1"/>
                  </a:solidFill>
                </a:rPr>
                <a:t>, </a:t>
              </a:r>
              <a:r>
                <a:rPr lang="ko-KR" altLang="en-US" sz="800" b="1" err="1">
                  <a:solidFill>
                    <a:schemeClr val="accent1"/>
                  </a:solidFill>
                </a:rPr>
                <a:t>통장별명</a:t>
              </a:r>
              <a:r>
                <a:rPr lang="ko-KR" altLang="en-US" sz="800" b="1">
                  <a:solidFill>
                    <a:schemeClr val="accent1"/>
                  </a:solidFill>
                </a:rPr>
                <a:t> </a:t>
              </a:r>
              <a:r>
                <a:rPr lang="ko-KR" altLang="en-US" sz="800" b="1" err="1">
                  <a:solidFill>
                    <a:schemeClr val="accent1"/>
                  </a:solidFill>
                </a:rPr>
                <a:t>통장별명</a:t>
              </a:r>
              <a:r>
                <a:rPr lang="ko-KR" altLang="en-US" sz="800" b="1">
                  <a:solidFill>
                    <a:schemeClr val="accent1"/>
                  </a:solidFill>
                </a:rPr>
                <a:t> 통장</a:t>
              </a:r>
              <a:r>
                <a:rPr lang="en-US" altLang="ko-KR" sz="800" b="1">
                  <a:solidFill>
                    <a:schemeClr val="accent1"/>
                  </a:solidFill>
                </a:rPr>
                <a:t>, </a:t>
              </a:r>
              <a:r>
                <a:rPr lang="ko-KR" altLang="en-US" sz="800" b="1" err="1">
                  <a:solidFill>
                    <a:schemeClr val="accent1"/>
                  </a:solidFill>
                </a:rPr>
                <a:t>한우리신협</a:t>
              </a:r>
              <a:r>
                <a:rPr lang="en-US" altLang="ko-KR" sz="800" b="1">
                  <a:solidFill>
                    <a:schemeClr val="accent1"/>
                  </a:solidFill>
                </a:rPr>
                <a:t>, </a:t>
              </a:r>
              <a:r>
                <a:rPr lang="ko-KR" altLang="en-US" sz="800" b="1">
                  <a:solidFill>
                    <a:schemeClr val="accent1"/>
                  </a:solidFill>
                </a:rPr>
                <a:t>계좌번호 </a:t>
              </a:r>
              <a:r>
                <a:rPr lang="en-US" altLang="ko-KR" sz="800" b="1">
                  <a:solidFill>
                    <a:schemeClr val="accent1"/>
                  </a:solidFill>
                </a:rPr>
                <a:t>142-001-270210"</a:t>
              </a:r>
              <a:r>
                <a:rPr lang="en-US" altLang="ko-KR" sz="800">
                  <a:solidFill>
                    <a:schemeClr val="tx1"/>
                  </a:solidFill>
                </a:rPr>
                <a:t>&gt; &lt;div class="font-gray-90"&gt; &lt;strong class="medium"&gt;</a:t>
              </a:r>
              <a:r>
                <a:rPr lang="ko-KR" altLang="en-US" sz="800" err="1">
                  <a:solidFill>
                    <a:schemeClr val="tx1"/>
                  </a:solidFill>
                </a:rPr>
                <a:t>모아모아통장</a:t>
              </a:r>
              <a:r>
                <a:rPr lang="ko-KR" altLang="en-US" sz="800">
                  <a:solidFill>
                    <a:schemeClr val="tx1"/>
                  </a:solidFill>
                </a:rPr>
                <a:t> </a:t>
              </a:r>
              <a:r>
                <a:rPr lang="en-US" altLang="ko-KR" sz="800">
                  <a:solidFill>
                    <a:schemeClr val="tx1"/>
                  </a:solidFill>
                </a:rPr>
                <a:t>(</a:t>
              </a:r>
              <a:r>
                <a:rPr lang="ko-KR" altLang="en-US" sz="800" err="1">
                  <a:solidFill>
                    <a:schemeClr val="tx1"/>
                  </a:solidFill>
                </a:rPr>
                <a:t>통장별명통장별명통장</a:t>
              </a:r>
              <a:r>
                <a:rPr lang="en-US" altLang="ko-KR" sz="800">
                  <a:solidFill>
                    <a:schemeClr val="tx1"/>
                  </a:solidFill>
                </a:rPr>
                <a:t>)&lt;/strong&gt; &lt;/div&gt;</a:t>
              </a:r>
              <a:br>
                <a:rPr lang="en-US" altLang="ko-KR" sz="800">
                  <a:solidFill>
                    <a:schemeClr val="tx1"/>
                  </a:solidFill>
                </a:rPr>
              </a:br>
              <a:r>
                <a:rPr lang="en-US" altLang="ko-KR" sz="800">
                  <a:solidFill>
                    <a:schemeClr val="tx1"/>
                  </a:solidFill>
                </a:rPr>
                <a:t> &lt;div class="form-group font-gray-60 font-14"&gt; &lt;span&gt;</a:t>
              </a:r>
              <a:r>
                <a:rPr lang="ko-KR" altLang="en-US" sz="800" err="1">
                  <a:solidFill>
                    <a:schemeClr val="tx1"/>
                  </a:solidFill>
                </a:rPr>
                <a:t>한우리신협</a:t>
              </a:r>
              <a:r>
                <a:rPr lang="en-US" altLang="ko-KR" sz="800">
                  <a:solidFill>
                    <a:schemeClr val="tx1"/>
                  </a:solidFill>
                </a:rPr>
                <a:t>&lt;/span&gt; &lt;span&gt;142-001-270210&lt;/span&gt; &lt;/div&gt; &lt;/a&gt;</a:t>
              </a:r>
              <a:endParaRPr lang="en-US" altLang="ko-KR" sz="800" b="1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C274267-6C9F-CBF5-D582-6F2379F4558E}"/>
              </a:ext>
            </a:extLst>
          </p:cNvPr>
          <p:cNvGrpSpPr/>
          <p:nvPr/>
        </p:nvGrpSpPr>
        <p:grpSpPr>
          <a:xfrm>
            <a:off x="631825" y="3160376"/>
            <a:ext cx="4104304" cy="1776091"/>
            <a:chOff x="631825" y="4319397"/>
            <a:chExt cx="4104304" cy="177609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CA8E394-2B62-F5D8-C474-1E88032F541C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96AA032-91B8-DA96-C731-BC98A25973A2}"/>
                </a:ext>
              </a:extLst>
            </p:cNvPr>
            <p:cNvSpPr/>
            <p:nvPr/>
          </p:nvSpPr>
          <p:spPr>
            <a:xfrm>
              <a:off x="631825" y="4530600"/>
              <a:ext cx="4104000" cy="156488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="#" 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aria-label="</a:t>
              </a:r>
              <a:r>
                <a:rPr lang="ko-KR" altLang="en-US" sz="800" b="1" err="1">
                  <a:solidFill>
                    <a:schemeClr val="accent5"/>
                  </a:solidFill>
                  <a:latin typeface="Consolas" panose="020B0609020204030204" pitchFamily="49" charset="0"/>
                </a:rPr>
                <a:t>모아모아통장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&lt;div class="font-gray-90"&gt;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&lt;strong class="medium"&gt;</a:t>
              </a:r>
              <a:r>
                <a:rPr lang="ko-KR" altLang="en-US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모아모아통장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&lt;/strong&gt;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&lt;strong class="medium"&gt;(</a:t>
              </a:r>
              <a:r>
                <a:rPr lang="ko-KR" altLang="en-US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통장별명통장별명통장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)&lt;/strong&gt;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&lt;/div&gt;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&lt;div class="form-group font-gray-60 font-14"&gt;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&lt;label&gt;</a:t>
              </a:r>
              <a:r>
                <a:rPr lang="ko-KR" altLang="en-US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한우리신협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&lt;/label&gt;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&lt;span&gt;142-001-270210&lt;/span&gt;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&lt;/div&gt;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&lt;/a&gt;</a:t>
              </a: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30A8F5E-770E-DC63-B93D-9E952A7B2B87}"/>
              </a:ext>
            </a:extLst>
          </p:cNvPr>
          <p:cNvSpPr/>
          <p:nvPr/>
        </p:nvSpPr>
        <p:spPr>
          <a:xfrm>
            <a:off x="6399938" y="4821963"/>
            <a:ext cx="1559696" cy="22900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699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A974C-0BCF-914F-D625-82A30FB20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55D498-16D6-E7F5-63C0-B6530D771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683" y="2529625"/>
            <a:ext cx="1693710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FAA5F11-7891-C736-623B-BDAC0774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76B998-98DA-EEA4-7B47-146495F31F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로그인 </a:t>
            </a:r>
            <a:r>
              <a:rPr lang="en-US" altLang="ko-KR"/>
              <a:t>&gt; </a:t>
            </a:r>
            <a:r>
              <a:rPr lang="ko-KR" altLang="en-US"/>
              <a:t>계좌인증 </a:t>
            </a:r>
            <a:r>
              <a:rPr lang="en-US" altLang="ko-KR"/>
              <a:t>&gt; </a:t>
            </a:r>
            <a:r>
              <a:rPr lang="ko-KR" altLang="en-US"/>
              <a:t>타행계좌인증 </a:t>
            </a:r>
            <a:r>
              <a:rPr lang="en-US" altLang="ko-KR"/>
              <a:t>&gt; </a:t>
            </a:r>
            <a:r>
              <a:rPr lang="ko-KR" altLang="en-US"/>
              <a:t>입금자명 인증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9E2DB5-BB6B-847F-EC0E-80A8113B1F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https://donbank.cu.co.kr/mbmainpt/vue/assets/html_new/com/comn01070002P.html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30DC22-0204-2BA2-7E03-4618678A8B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12. (</a:t>
            </a:r>
            <a:r>
              <a:rPr lang="ko-KR" altLang="en-US"/>
              <a:t>입력 도움</a:t>
            </a:r>
            <a:r>
              <a:rPr lang="en-US" altLang="ko-KR"/>
              <a:t>) </a:t>
            </a:r>
            <a:r>
              <a:rPr lang="ko-KR" altLang="en-US"/>
              <a:t>입력서식 이용 시</a:t>
            </a:r>
            <a:r>
              <a:rPr lang="en-US" altLang="ko-KR"/>
              <a:t>, </a:t>
            </a:r>
            <a:r>
              <a:rPr lang="ko-KR" altLang="en-US"/>
              <a:t>입력 오류를 방지하거나 정정할 수 있는 방법을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0A5FD49-40BD-7AD1-10F2-400697ADEB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입력서식에는 용도와 목적을 알 수 있는 대체정보를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A54D1E-A3E9-2FE2-8D79-BD662FD04E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27984"/>
          </a:xfrm>
        </p:spPr>
        <p:txBody>
          <a:bodyPr/>
          <a:lstStyle/>
          <a:p>
            <a:r>
              <a:rPr lang="ko-KR" altLang="en-US"/>
              <a:t>시각적으로 보이지 않는 요소</a:t>
            </a:r>
            <a:r>
              <a:rPr lang="en-US" altLang="ko-KR"/>
              <a:t>(&lt;label&gt;)</a:t>
            </a:r>
            <a:r>
              <a:rPr lang="ko-KR" altLang="en-US"/>
              <a:t>에 초점이 진입하고 있음</a:t>
            </a:r>
            <a:endParaRPr lang="en-US" altLang="ko-KR"/>
          </a:p>
          <a:p>
            <a:r>
              <a:rPr lang="en-US" altLang="ko-KR"/>
              <a:t>&lt;label&gt; </a:t>
            </a:r>
            <a:r>
              <a:rPr lang="ko-KR" altLang="en-US"/>
              <a:t>요소는 스크린 리더가 읽히지 않도록 처리하고</a:t>
            </a:r>
            <a:r>
              <a:rPr lang="en-US" altLang="ko-KR"/>
              <a:t>, </a:t>
            </a:r>
            <a:r>
              <a:rPr lang="ko-KR" altLang="en-US"/>
              <a:t>입력 요소에 </a:t>
            </a:r>
            <a:r>
              <a:rPr lang="en-US" altLang="ko-KR"/>
              <a:t>aria-label </a:t>
            </a:r>
            <a:r>
              <a:rPr lang="ko-KR" altLang="en-US"/>
              <a:t>속성을 제공하여 입력 요소의 용도를 제공해야 함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89F7600-BA62-FF23-0E4E-C69EF5A28BCC}"/>
              </a:ext>
            </a:extLst>
          </p:cNvPr>
          <p:cNvGrpSpPr/>
          <p:nvPr/>
        </p:nvGrpSpPr>
        <p:grpSpPr>
          <a:xfrm>
            <a:off x="632796" y="5218302"/>
            <a:ext cx="4104304" cy="1234405"/>
            <a:chOff x="631825" y="4319397"/>
            <a:chExt cx="4104304" cy="123440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CD68EB-27BF-A0B6-C1E0-AE18AC1B40CE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8C90B0C-4AED-A747-4D70-CCC55DF812D3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&lt;label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for="" aria-hidden="true" 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class="control-label required"&gt;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입금자명 숫자 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4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자리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&lt;/label&gt;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...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&lt;input type="text"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id=""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class="form-control" placeholder="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입금자명 숫자 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4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자리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aria-label="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입금자명 숫자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4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자리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endParaRPr lang="en-US" altLang="ko-KR" sz="800" b="1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4B05EFE-1EE9-9BD6-3B28-1B566253F6F8}"/>
              </a:ext>
            </a:extLst>
          </p:cNvPr>
          <p:cNvGrpSpPr/>
          <p:nvPr/>
        </p:nvGrpSpPr>
        <p:grpSpPr>
          <a:xfrm>
            <a:off x="631825" y="3927600"/>
            <a:ext cx="4104304" cy="1098150"/>
            <a:chOff x="631825" y="4319397"/>
            <a:chExt cx="4104304" cy="109815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9B9E44C-C9FD-3B73-F6D3-BC43F3597932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B865F39-3AB1-89FC-D6FB-D2F4409286E3}"/>
                </a:ext>
              </a:extLst>
            </p:cNvPr>
            <p:cNvSpPr/>
            <p:nvPr/>
          </p:nvSpPr>
          <p:spPr>
            <a:xfrm>
              <a:off x="631825" y="4530600"/>
              <a:ext cx="4104000" cy="88694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&lt;label 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for="" 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class="control-label required"&gt;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입금자명 숫자 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4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자리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&lt;/label&gt;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...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&lt;input type="text" 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id="" 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class="form-control" placeholder="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입금자명 숫자 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4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자리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 aria-label=""&gt;</a:t>
              </a: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6AC4732-DDB4-ADB1-DC26-C1B010C95E8D}"/>
              </a:ext>
            </a:extLst>
          </p:cNvPr>
          <p:cNvSpPr/>
          <p:nvPr/>
        </p:nvSpPr>
        <p:spPr>
          <a:xfrm>
            <a:off x="6441690" y="4385673"/>
            <a:ext cx="1559696" cy="22900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037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83041-AC04-D115-02F2-C8B4C2EF6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A9D375B8-4CC3-3C11-4C0D-5172226F3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570" y="2529625"/>
            <a:ext cx="1653935" cy="367200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28A6596-804E-7F18-425E-A2A2049C9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F541A9-27ED-C681-7267-D538C60D72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로그인 </a:t>
            </a:r>
            <a:r>
              <a:rPr lang="en-US" altLang="ko-KR"/>
              <a:t>&gt; </a:t>
            </a:r>
            <a:r>
              <a:rPr lang="ko-KR" altLang="en-US"/>
              <a:t>계좌인증 </a:t>
            </a:r>
            <a:r>
              <a:rPr lang="en-US" altLang="ko-KR"/>
              <a:t>&gt; </a:t>
            </a:r>
            <a:r>
              <a:rPr lang="ko-KR" altLang="en-US"/>
              <a:t>타행계좌인증 </a:t>
            </a:r>
            <a:r>
              <a:rPr lang="en-US" altLang="ko-KR"/>
              <a:t>&gt; </a:t>
            </a:r>
            <a:r>
              <a:rPr lang="ko-KR" altLang="en-US"/>
              <a:t>입금자명 인증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2C7463-CBBB-DA11-08DD-E2F51FC343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https://donbank.cu.co.kr/mbmainpt/vue/assets/html_new/com/comn01070002P.html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AA8392-6E21-D008-5BA1-7A6BC114B2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18. (</a:t>
            </a:r>
            <a:r>
              <a:rPr lang="ko-KR" altLang="en-US"/>
              <a:t>보조기술과의 호환성</a:t>
            </a:r>
            <a:r>
              <a:rPr lang="en-US" altLang="ko-KR"/>
              <a:t>) </a:t>
            </a:r>
            <a:r>
              <a:rPr lang="ko-KR" altLang="en-US"/>
              <a:t>사용자 인터페이스 컴포넌트는 보조 기술을 이용하여 사용할 수 있도록 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958E0FA-0C4D-4B39-C322-B0FF7EFE7D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부득이하게 기본 사용자 인터페이스 컴포넌트를 사용할 수 없을 시에는 운영체제에서 제공하는 보조 기술을 사용할 수 있도록 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A6264B3-4F85-241E-6539-759998140B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870458"/>
          </a:xfrm>
        </p:spPr>
        <p:txBody>
          <a:bodyPr/>
          <a:lstStyle/>
          <a:p>
            <a:r>
              <a:rPr lang="ko-KR" altLang="en-US"/>
              <a:t>사용자와의 상호작용에 따라 상태가 변경되는 컨트롤 요소의 상태 정보를 시각적으로만 구분함</a:t>
            </a:r>
          </a:p>
          <a:p>
            <a:r>
              <a:rPr lang="ko-KR" altLang="en-US"/>
              <a:t>스크린 리더가 사용할 수 있는 형태로 링크의 상태에 관한 부가 설명을 제공해야 함</a:t>
            </a:r>
            <a:endParaRPr lang="en-US" altLang="ko-KR"/>
          </a:p>
          <a:p>
            <a:r>
              <a:rPr lang="ko-KR" altLang="en-US"/>
              <a:t>해당 버튼은 </a:t>
            </a:r>
            <a:r>
              <a:rPr lang="en-US" altLang="ko-KR"/>
              <a:t>disable</a:t>
            </a:r>
            <a:r>
              <a:rPr lang="ko-KR" altLang="en-US"/>
              <a:t>상태를 시각적으로만 구분하고</a:t>
            </a:r>
            <a:r>
              <a:rPr lang="en-US" altLang="ko-KR"/>
              <a:t>, disabled </a:t>
            </a:r>
            <a:r>
              <a:rPr lang="ko-KR" altLang="en-US"/>
              <a:t>속성을 누락하여 초점이 진입함</a:t>
            </a:r>
            <a:endParaRPr lang="en-US" altLang="ko-KR"/>
          </a:p>
          <a:p>
            <a:r>
              <a:rPr lang="ko-KR" altLang="en-US" b="1">
                <a:highlight>
                  <a:srgbClr val="FFFF00"/>
                </a:highlight>
              </a:rPr>
              <a:t>모든 비활성화 상태의 버튼은 비활성화 속성</a:t>
            </a:r>
            <a:r>
              <a:rPr lang="en-US" altLang="ko-KR" b="1">
                <a:highlight>
                  <a:srgbClr val="FFFF00"/>
                </a:highlight>
              </a:rPr>
              <a:t>(disabled)</a:t>
            </a:r>
            <a:r>
              <a:rPr lang="ko-KR" altLang="en-US" b="1">
                <a:highlight>
                  <a:srgbClr val="FFFF00"/>
                </a:highlight>
              </a:rPr>
              <a:t>을 제공해야 함 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73311A6-474F-1932-78B1-E9EC03F54325}"/>
              </a:ext>
            </a:extLst>
          </p:cNvPr>
          <p:cNvGrpSpPr/>
          <p:nvPr/>
        </p:nvGrpSpPr>
        <p:grpSpPr>
          <a:xfrm>
            <a:off x="632796" y="4019682"/>
            <a:ext cx="4104304" cy="691885"/>
            <a:chOff x="631825" y="4319397"/>
            <a:chExt cx="4104304" cy="69188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9098DF0-04B9-394E-F384-E65AAB4B02A6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EF73FB0-F4A8-E77D-A248-2697374367F0}"/>
                </a:ext>
              </a:extLst>
            </p:cNvPr>
            <p:cNvSpPr/>
            <p:nvPr/>
          </p:nvSpPr>
          <p:spPr>
            <a:xfrm>
              <a:off x="631825" y="4530600"/>
              <a:ext cx="4104000" cy="48068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&lt;button type="button" class="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disabled" aria-label="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다음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disabled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다음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&lt;/button&gt;</a:t>
              </a:r>
              <a:endParaRPr lang="en-US" altLang="ko-KR" sz="800" b="1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A3E1CEA-A275-9AE9-2341-E20022995EF3}"/>
              </a:ext>
            </a:extLst>
          </p:cNvPr>
          <p:cNvSpPr/>
          <p:nvPr/>
        </p:nvSpPr>
        <p:spPr>
          <a:xfrm>
            <a:off x="6441690" y="5930297"/>
            <a:ext cx="1559696" cy="22900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584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2A011-F05D-32AC-119C-55956D492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D73462EB-C750-6B12-2C5D-766B86651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570" y="2529625"/>
            <a:ext cx="1653935" cy="367200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463EEE5-EA52-9910-8A48-CC03C287D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1B5349-4DFF-4451-0A87-4232A8B85E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로그인 </a:t>
            </a:r>
            <a:r>
              <a:rPr lang="en-US" altLang="ko-KR"/>
              <a:t>&gt; </a:t>
            </a:r>
            <a:r>
              <a:rPr lang="ko-KR" altLang="en-US"/>
              <a:t>계좌인증 </a:t>
            </a:r>
            <a:r>
              <a:rPr lang="en-US" altLang="ko-KR"/>
              <a:t>&gt; </a:t>
            </a:r>
            <a:r>
              <a:rPr lang="ko-KR" altLang="en-US"/>
              <a:t>타행계좌인증 </a:t>
            </a:r>
            <a:r>
              <a:rPr lang="en-US" altLang="ko-KR"/>
              <a:t>&gt; </a:t>
            </a:r>
            <a:r>
              <a:rPr lang="ko-KR" altLang="en-US"/>
              <a:t>입금자명 인증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4A1585C-B2E6-EC95-B4A7-3833D4AF56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https://donbank.cu.co.kr/mbmainpt/vue/assets/html_new/com/comn01070002P.html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0395B04-E360-DDFE-A18D-65014A4831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9. (</a:t>
            </a:r>
            <a:r>
              <a:rPr lang="ko-KR" altLang="en-US"/>
              <a:t>응답시간 조절</a:t>
            </a:r>
            <a:r>
              <a:rPr lang="en-US" altLang="ko-KR"/>
              <a:t>) </a:t>
            </a:r>
            <a:r>
              <a:rPr lang="ko-KR" altLang="en-US"/>
              <a:t>시간 제한이 있는 콘텐츠는 응답시간을 조절할 수 있어야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4CF87B5-4123-E324-F6DC-26E69AE6F2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시간제한이 있는 경우에는 제한시간 연장 또는 이를 제어할 수 있는 수단을 함께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068CDE0-4A40-B114-433F-8FA2BB3901E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397316"/>
          </a:xfrm>
        </p:spPr>
        <p:txBody>
          <a:bodyPr/>
          <a:lstStyle/>
          <a:p>
            <a:r>
              <a:rPr lang="ko-KR" altLang="en-US"/>
              <a:t>인증번호 입력 유효 시간이 </a:t>
            </a:r>
            <a:r>
              <a:rPr lang="en-US" altLang="ko-KR"/>
              <a:t>5</a:t>
            </a:r>
            <a:r>
              <a:rPr lang="ko-KR" altLang="en-US"/>
              <a:t>분으로 제한이 있어 특정 사용자 그룹은 주어진 시간 내에 정보를 입력하지 못하여 다음 단계를 진행하기 어려울 수 있음</a:t>
            </a:r>
          </a:p>
          <a:p>
            <a:r>
              <a:rPr lang="ko-KR" altLang="en-US"/>
              <a:t>별도의 </a:t>
            </a:r>
            <a:r>
              <a:rPr lang="en-US" altLang="ko-KR"/>
              <a:t>'</a:t>
            </a:r>
            <a:r>
              <a:rPr lang="ko-KR" altLang="en-US"/>
              <a:t>인증 시간 연장</a:t>
            </a:r>
            <a:r>
              <a:rPr lang="en-US" altLang="ko-KR"/>
              <a:t>' </a:t>
            </a:r>
            <a:r>
              <a:rPr lang="ko-KR" altLang="en-US"/>
              <a:t>버튼을 제공하여 사용자에게 콘텐츠 인지와 정보 입력에 필요한 충분한 시간을 보장해야 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8EF23F5-45ED-7794-28C3-47D92D5B6268}"/>
              </a:ext>
            </a:extLst>
          </p:cNvPr>
          <p:cNvSpPr/>
          <p:nvPr/>
        </p:nvSpPr>
        <p:spPr>
          <a:xfrm>
            <a:off x="7505700" y="4001877"/>
            <a:ext cx="495686" cy="22900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288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21842-E6F3-08C9-676D-294A16BDC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AEEE8A-4D06-0A0C-A274-1611EB398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190" y="2529625"/>
            <a:ext cx="1693710" cy="367200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pic>
        <p:nvPicPr>
          <p:cNvPr id="16" name="그림 15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6B15E8-0874-00CD-2182-6DA4ADA90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900" y="2529625"/>
            <a:ext cx="1693710" cy="367200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27574AB-6359-F34F-10C5-2DEE84704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C37E04-CF02-0089-461B-61C8B4F41E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회원가입 </a:t>
            </a:r>
            <a:r>
              <a:rPr lang="en-US" altLang="ko-KR"/>
              <a:t>&gt; </a:t>
            </a:r>
            <a:r>
              <a:rPr lang="ko-KR" altLang="en-US"/>
              <a:t>본인확인</a:t>
            </a:r>
            <a:r>
              <a:rPr lang="en-US" altLang="ko-KR"/>
              <a:t>(</a:t>
            </a:r>
            <a:r>
              <a:rPr lang="ko-KR" altLang="en-US"/>
              <a:t>약관동의</a:t>
            </a:r>
            <a:r>
              <a:rPr lang="en-US" altLang="ko-KR"/>
              <a:t>)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9ECCC3-92D5-205C-AAE4-2954404024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https://donbank.cu.co.kr/mbmainpt/vue/assets/html_new/com/comn01030001P.html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E4538D2-7ACD-337A-5418-CDD013DA30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7. (</a:t>
            </a:r>
            <a:r>
              <a:rPr lang="ko-KR" altLang="en-US"/>
              <a:t>초점</a:t>
            </a:r>
            <a:r>
              <a:rPr lang="en-US" altLang="ko-KR"/>
              <a:t>) </a:t>
            </a:r>
            <a:r>
              <a:rPr lang="ko-KR" altLang="en-US"/>
              <a:t>의미나 기능을 갖는 모든 사용자 인터페이스 컴포넌트에는 초점</a:t>
            </a:r>
            <a:r>
              <a:rPr lang="en-US" altLang="ko-KR"/>
              <a:t>(focus)</a:t>
            </a:r>
            <a:r>
              <a:rPr lang="ko-KR" altLang="en-US"/>
              <a:t>이 적용되고</a:t>
            </a:r>
            <a:r>
              <a:rPr lang="en-US" altLang="ko-KR"/>
              <a:t>, </a:t>
            </a:r>
            <a:r>
              <a:rPr lang="ko-KR" altLang="en-US"/>
              <a:t>초점은 논리적인 순서로 이동되어야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137772E-D2B3-9F18-616C-9FB75CC288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초점은 화면에서 보이지 않거나 논리적으로 의미를 갖지 않는 사용자 인터페이스 컴포넌트로 이동하지 않도록 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AD0A640-1CFF-E07F-F7AE-1EB072A486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737088"/>
          </a:xfrm>
        </p:spPr>
        <p:txBody>
          <a:bodyPr/>
          <a:lstStyle/>
          <a:p>
            <a:r>
              <a:rPr lang="ko-KR" altLang="en-US"/>
              <a:t>팝업 실행 시 팝업 레이어 아래에 가려진 요소로 초점이 진입함</a:t>
            </a:r>
            <a:endParaRPr lang="en-US" altLang="ko-KR"/>
          </a:p>
          <a:p>
            <a:r>
              <a:rPr lang="ko-KR" altLang="en-US"/>
              <a:t>팝업 실행 시 팝업 외 아래 가려진 요소에는 초점이 진입 되지 않아야 함</a:t>
            </a:r>
            <a:endParaRPr lang="en-US" altLang="ko-KR"/>
          </a:p>
          <a:p>
            <a:r>
              <a:rPr lang="ko-KR" altLang="en-US"/>
              <a:t>팝업이 닫히면 </a:t>
            </a:r>
            <a:r>
              <a:rPr lang="en-US" altLang="ko-KR"/>
              <a:t>inert </a:t>
            </a:r>
            <a:r>
              <a:rPr lang="ko-KR" altLang="en-US"/>
              <a:t>속성은 제거해야 함</a:t>
            </a:r>
            <a:endParaRPr lang="en-US" altLang="ko-KR"/>
          </a:p>
          <a:p>
            <a:r>
              <a:rPr lang="ko-KR" altLang="en-US" b="1">
                <a:highlight>
                  <a:srgbClr val="FFFF00"/>
                </a:highlight>
              </a:rPr>
              <a:t>팝업 및 </a:t>
            </a:r>
            <a:r>
              <a:rPr lang="ko-KR" altLang="en-US" b="1" err="1">
                <a:highlight>
                  <a:srgbClr val="FFFF00"/>
                </a:highlight>
              </a:rPr>
              <a:t>바텀</a:t>
            </a:r>
            <a:r>
              <a:rPr lang="ko-KR" altLang="en-US" b="1">
                <a:highlight>
                  <a:srgbClr val="FFFF00"/>
                </a:highlight>
              </a:rPr>
              <a:t> 시트 공통 오류</a:t>
            </a:r>
          </a:p>
          <a:p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796ABC6-6939-5682-757D-40332549ED4D}"/>
              </a:ext>
            </a:extLst>
          </p:cNvPr>
          <p:cNvGrpSpPr/>
          <p:nvPr/>
        </p:nvGrpSpPr>
        <p:grpSpPr>
          <a:xfrm>
            <a:off x="632796" y="4984452"/>
            <a:ext cx="4104304" cy="1234405"/>
            <a:chOff x="631825" y="4319397"/>
            <a:chExt cx="4104304" cy="123440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6C4F92D-FB6F-9073-2F67-ACAF150EB160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90A318B-5DA0-C57C-0F9C-FC326A8C185B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&lt;header class="header"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inert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&lt;/header&gt;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class="container" role="main"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inert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D266756-8F33-C7DF-0D6D-611F6B498599}"/>
              </a:ext>
            </a:extLst>
          </p:cNvPr>
          <p:cNvGrpSpPr/>
          <p:nvPr/>
        </p:nvGrpSpPr>
        <p:grpSpPr>
          <a:xfrm>
            <a:off x="632796" y="3481246"/>
            <a:ext cx="4104304" cy="1234405"/>
            <a:chOff x="631825" y="4319397"/>
            <a:chExt cx="4104304" cy="123440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DE0890A-50AE-8323-D11D-B4551B3944AD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112F0FF-6C57-7684-FD1A-9BC67F3D4947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&lt;header class="header"&gt;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&lt;/header&gt;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class="container" role="main"&gt;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BB25B8F-A7A0-AA53-460E-A15AD0CAF931}"/>
              </a:ext>
            </a:extLst>
          </p:cNvPr>
          <p:cNvSpPr/>
          <p:nvPr/>
        </p:nvSpPr>
        <p:spPr>
          <a:xfrm>
            <a:off x="5167625" y="2931368"/>
            <a:ext cx="285084" cy="22900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8722E87-1AB5-78F8-0355-7F273BBBEB21}"/>
              </a:ext>
            </a:extLst>
          </p:cNvPr>
          <p:cNvSpPr/>
          <p:nvPr/>
        </p:nvSpPr>
        <p:spPr>
          <a:xfrm>
            <a:off x="8987816" y="2931368"/>
            <a:ext cx="285084" cy="22900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495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CE7E2-2D34-9E65-4A9C-876F07417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3E939771-6941-47AC-78DA-76154B666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320" y="2529625"/>
            <a:ext cx="1650435" cy="367200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2DEAA9A-C914-10B2-D1D9-27C06DFEA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0BBFBE-CFC3-5E0E-D67E-BBF7A8F436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회원가입 </a:t>
            </a:r>
            <a:r>
              <a:rPr lang="en-US" altLang="ko-KR"/>
              <a:t>&gt; </a:t>
            </a:r>
            <a:r>
              <a:rPr lang="ko-KR" altLang="en-US"/>
              <a:t>본인확인</a:t>
            </a:r>
            <a:r>
              <a:rPr lang="en-US" altLang="ko-KR"/>
              <a:t>(</a:t>
            </a:r>
            <a:r>
              <a:rPr lang="ko-KR" altLang="en-US"/>
              <a:t>약관동의</a:t>
            </a:r>
            <a:r>
              <a:rPr lang="en-US" altLang="ko-KR"/>
              <a:t>)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C8B7F7-0450-600C-1050-0BBD23A67D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https://donbank.cu.co.kr/mbmainpt/vue/assets/html_new/com/comn01030001P.html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C97EFBE-3BF3-CC62-FD9D-7F8BAF1882E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12. (</a:t>
            </a:r>
            <a:r>
              <a:rPr lang="ko-KR" altLang="en-US"/>
              <a:t>입력 도움</a:t>
            </a:r>
            <a:r>
              <a:rPr lang="en-US" altLang="ko-KR"/>
              <a:t>) </a:t>
            </a:r>
            <a:r>
              <a:rPr lang="ko-KR" altLang="en-US"/>
              <a:t>입력서식 이용 시</a:t>
            </a:r>
            <a:r>
              <a:rPr lang="en-US" altLang="ko-KR"/>
              <a:t>, </a:t>
            </a:r>
            <a:r>
              <a:rPr lang="ko-KR" altLang="en-US"/>
              <a:t>입력 오류를 방지하거나 정정할 수 있는 방법을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D88203A-22A4-3A5F-3622-7CFD6F2017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입력서식에는 용도와 목적을 알 수 있는 대체정보를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4786982-51C3-FC1C-5AA2-295867532A6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843318"/>
          </a:xfrm>
        </p:spPr>
        <p:txBody>
          <a:bodyPr/>
          <a:lstStyle/>
          <a:p>
            <a:r>
              <a:rPr lang="ko-KR" altLang="en-US"/>
              <a:t>시각적으로 보이지 않는 요소</a:t>
            </a:r>
            <a:r>
              <a:rPr lang="en-US" altLang="ko-KR"/>
              <a:t>(&lt;label&gt;)</a:t>
            </a:r>
            <a:r>
              <a:rPr lang="ko-KR" altLang="en-US"/>
              <a:t>에 초점이 진입하고 있음</a:t>
            </a:r>
            <a:endParaRPr lang="en-US" altLang="ko-KR"/>
          </a:p>
          <a:p>
            <a:r>
              <a:rPr lang="en-US" altLang="ko-KR"/>
              <a:t>&lt;label&gt; </a:t>
            </a:r>
            <a:r>
              <a:rPr lang="ko-KR" altLang="en-US"/>
              <a:t>요소는 스크린 리더가 읽히지 않도록 처리해야 함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5F396AC-FEA0-4179-E08B-D243D1459584}"/>
              </a:ext>
            </a:extLst>
          </p:cNvPr>
          <p:cNvGrpSpPr/>
          <p:nvPr/>
        </p:nvGrpSpPr>
        <p:grpSpPr>
          <a:xfrm>
            <a:off x="632796" y="4772405"/>
            <a:ext cx="4104304" cy="827306"/>
            <a:chOff x="631825" y="4319397"/>
            <a:chExt cx="4104304" cy="82730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980142F-5E8D-5463-C941-6E79BCB3926C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F510212D-57C0-AF76-E22D-EB6D07438FF0}"/>
                </a:ext>
              </a:extLst>
            </p:cNvPr>
            <p:cNvSpPr/>
            <p:nvPr/>
          </p:nvSpPr>
          <p:spPr>
            <a:xfrm>
              <a:off x="631825" y="4530600"/>
              <a:ext cx="4104000" cy="61610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&lt;label class="control-label"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aria-hidden="true"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인증번호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&lt;/label&gt;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&lt;input type="text" class="form-control" placeholder="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인증번호를 입력해주세요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" aria-label="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인증번호 입력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"&gt;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B7A247E-E4E4-B952-82EF-1BD1B00FCF56}"/>
              </a:ext>
            </a:extLst>
          </p:cNvPr>
          <p:cNvGrpSpPr/>
          <p:nvPr/>
        </p:nvGrpSpPr>
        <p:grpSpPr>
          <a:xfrm>
            <a:off x="631825" y="3355166"/>
            <a:ext cx="4104304" cy="827306"/>
            <a:chOff x="631825" y="4319397"/>
            <a:chExt cx="4104304" cy="82730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E9CA618-C083-14DA-D4D1-DE520EF8078A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DAADDFE-585B-6762-244B-1B54E7D2FDF6}"/>
                </a:ext>
              </a:extLst>
            </p:cNvPr>
            <p:cNvSpPr/>
            <p:nvPr/>
          </p:nvSpPr>
          <p:spPr>
            <a:xfrm>
              <a:off x="631825" y="4530600"/>
              <a:ext cx="4104000" cy="61610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&lt;label class="control-label"&gt;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인증번호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&lt;/label&gt;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&lt;input type="text" class="form-control" placeholder="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인증번호를 입력해주세요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" aria-label="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인증번호 입력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"&gt;</a:t>
              </a: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9692A85-90A9-49B3-01E9-9581E4B648E4}"/>
              </a:ext>
            </a:extLst>
          </p:cNvPr>
          <p:cNvSpPr/>
          <p:nvPr/>
        </p:nvSpPr>
        <p:spPr>
          <a:xfrm>
            <a:off x="6395711" y="3768819"/>
            <a:ext cx="1337499" cy="24583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173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9966C-9056-46A4-EB2B-0B1F60F34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CB9BF0-6F54-D22F-5F1C-D473A185F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683" y="2529625"/>
            <a:ext cx="1693710" cy="367200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5AA8DD4-24A6-9886-D640-C9E2F4268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DBC827-B159-DA9B-0548-6FECC1F9EB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회원가입 </a:t>
            </a:r>
            <a:r>
              <a:rPr lang="en-US" altLang="ko-KR"/>
              <a:t>&gt; </a:t>
            </a:r>
            <a:r>
              <a:rPr lang="ko-KR" altLang="en-US"/>
              <a:t>공인인증서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3D0EB0-7AA0-8413-7CA6-82D153B50E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https://donbank.cu.co.kr/mbmainpt/vue/assets/html_new/com/comn01040001P.html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11A3A6-005C-3E6A-FC37-41D80409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7. (</a:t>
            </a:r>
            <a:r>
              <a:rPr lang="ko-KR" altLang="en-US"/>
              <a:t>초점</a:t>
            </a:r>
            <a:r>
              <a:rPr lang="en-US" altLang="ko-KR"/>
              <a:t>) </a:t>
            </a:r>
            <a:r>
              <a:rPr lang="ko-KR" altLang="en-US"/>
              <a:t>의미나 기능을 갖는 모든 사용자 인터페이스 컴포넌트에는 초점</a:t>
            </a:r>
            <a:r>
              <a:rPr lang="en-US" altLang="ko-KR"/>
              <a:t>(focus)</a:t>
            </a:r>
            <a:r>
              <a:rPr lang="ko-KR" altLang="en-US"/>
              <a:t>이 적용되고</a:t>
            </a:r>
            <a:r>
              <a:rPr lang="en-US" altLang="ko-KR"/>
              <a:t>, </a:t>
            </a:r>
            <a:r>
              <a:rPr lang="ko-KR" altLang="en-US"/>
              <a:t>초점은 논리적인 순서로 이동되어야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3419BE7-6539-D6ED-71B3-2807273A4B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초점은 화면에서 보이지 않거나 논리적으로 의미를 갖지 않는 사용자 인터페이스 컴포넌트로 이동하지 않도록 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8EDDAFC-36F5-28E8-1175-B2F412CB243C}"/>
              </a:ext>
            </a:extLst>
          </p:cNvPr>
          <p:cNvSpPr/>
          <p:nvPr/>
        </p:nvSpPr>
        <p:spPr>
          <a:xfrm>
            <a:off x="6861810" y="5921885"/>
            <a:ext cx="819150" cy="27974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" name="텍스트 개체 틀 6">
            <a:extLst>
              <a:ext uri="{FF2B5EF4-FFF2-40B4-BE49-F238E27FC236}">
                <a16:creationId xmlns:a16="http://schemas.microsoft.com/office/drawing/2014/main" id="{EF4AC14A-FA30-838C-E777-753A7961B0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737088"/>
          </a:xfrm>
        </p:spPr>
        <p:txBody>
          <a:bodyPr/>
          <a:lstStyle/>
          <a:p>
            <a:r>
              <a:rPr lang="ko-KR" altLang="en-US"/>
              <a:t>팝업 실행 시 팝업 레이어 아래에 가려진 요소로 초점이 진입함</a:t>
            </a:r>
            <a:endParaRPr lang="en-US" altLang="ko-KR"/>
          </a:p>
          <a:p>
            <a:r>
              <a:rPr lang="ko-KR" altLang="en-US"/>
              <a:t>팝업 실행 시 팝업 외 아래 가려진 요소에는 초점이 진입 되지 않아야 함</a:t>
            </a:r>
            <a:endParaRPr lang="en-US" altLang="ko-KR"/>
          </a:p>
          <a:p>
            <a:r>
              <a:rPr lang="ko-KR" altLang="en-US"/>
              <a:t>팝업이 닫히면 </a:t>
            </a:r>
            <a:r>
              <a:rPr lang="en-US" altLang="ko-KR"/>
              <a:t>inert </a:t>
            </a:r>
            <a:r>
              <a:rPr lang="ko-KR" altLang="en-US"/>
              <a:t>속성은 제거해야 함</a:t>
            </a:r>
            <a:endParaRPr lang="en-US" altLang="ko-KR"/>
          </a:p>
          <a:p>
            <a:r>
              <a:rPr lang="ko-KR" altLang="en-US" b="1">
                <a:highlight>
                  <a:srgbClr val="FFFF00"/>
                </a:highlight>
              </a:rPr>
              <a:t>팝업 및 </a:t>
            </a:r>
            <a:r>
              <a:rPr lang="ko-KR" altLang="en-US" b="1" err="1">
                <a:highlight>
                  <a:srgbClr val="FFFF00"/>
                </a:highlight>
              </a:rPr>
              <a:t>바텀</a:t>
            </a:r>
            <a:r>
              <a:rPr lang="ko-KR" altLang="en-US" b="1">
                <a:highlight>
                  <a:srgbClr val="FFFF00"/>
                </a:highlight>
              </a:rPr>
              <a:t> 시트 공통 오류</a:t>
            </a:r>
          </a:p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21AA9AC-BA59-2D45-6292-EDED217D913C}"/>
              </a:ext>
            </a:extLst>
          </p:cNvPr>
          <p:cNvGrpSpPr/>
          <p:nvPr/>
        </p:nvGrpSpPr>
        <p:grpSpPr>
          <a:xfrm>
            <a:off x="632796" y="4984452"/>
            <a:ext cx="4104304" cy="1234405"/>
            <a:chOff x="631825" y="4319397"/>
            <a:chExt cx="4104304" cy="123440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1B7291F-3118-9736-5B9E-96E9BE485D23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1DEC4DB-6EC9-D208-3316-D7BD416D8C19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&lt;header class="header"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inert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&lt;/header&gt;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class="container" role="main"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inert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18F84C5-E086-6569-58A5-24C1509E6A9B}"/>
              </a:ext>
            </a:extLst>
          </p:cNvPr>
          <p:cNvGrpSpPr/>
          <p:nvPr/>
        </p:nvGrpSpPr>
        <p:grpSpPr>
          <a:xfrm>
            <a:off x="632796" y="3481246"/>
            <a:ext cx="4104304" cy="1234405"/>
            <a:chOff x="631825" y="4319397"/>
            <a:chExt cx="4104304" cy="123440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F54BC64-245E-F828-725B-B5856D722CFA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A5F490B-AE36-522F-546E-9E34ED1E9958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&lt;header class="header"&gt;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&lt;/header&gt;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class="container" role="main"&gt;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646420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1CFCF-01C9-163A-F752-33E8805BA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B779D3-76F7-5B07-D759-C7F71B9D9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683" y="2529625"/>
            <a:ext cx="1693710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5BACCA8-8700-D8D8-0100-1EFB06114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01A4B0-828B-813A-472A-DD0FBDD0B0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회원가입 </a:t>
            </a:r>
            <a:r>
              <a:rPr lang="en-US" altLang="ko-KR"/>
              <a:t>&gt; </a:t>
            </a:r>
            <a:r>
              <a:rPr lang="ko-KR" altLang="en-US" err="1"/>
              <a:t>비대면본인인증</a:t>
            </a:r>
            <a:r>
              <a:rPr lang="ko-KR" altLang="en-US"/>
              <a:t> </a:t>
            </a:r>
            <a:r>
              <a:rPr lang="en-US" altLang="ko-KR"/>
              <a:t>&gt; </a:t>
            </a:r>
            <a:r>
              <a:rPr lang="ko-KR" altLang="en-US"/>
              <a:t>출금계좌 관리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E1D6E1-1009-A7F5-2088-7D975D4945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https://donbank.cu.co.kr/mbmainpt/vue/assets/html_new/mji/mjin07000001M.html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F7BB43-E9A5-0E22-7841-201BB93418C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7. (</a:t>
            </a:r>
            <a:r>
              <a:rPr lang="ko-KR" altLang="en-US"/>
              <a:t>초점</a:t>
            </a:r>
            <a:r>
              <a:rPr lang="en-US" altLang="ko-KR"/>
              <a:t>) </a:t>
            </a:r>
            <a:r>
              <a:rPr lang="ko-KR" altLang="en-US"/>
              <a:t>의미나 기능을 갖는 모든 사용자 인터페이스 컴포넌트에는 초점</a:t>
            </a:r>
            <a:r>
              <a:rPr lang="en-US" altLang="ko-KR"/>
              <a:t>(focus)</a:t>
            </a:r>
            <a:r>
              <a:rPr lang="ko-KR" altLang="en-US"/>
              <a:t>이 적용되고</a:t>
            </a:r>
            <a:r>
              <a:rPr lang="en-US" altLang="ko-KR"/>
              <a:t>, </a:t>
            </a:r>
            <a:r>
              <a:rPr lang="ko-KR" altLang="en-US"/>
              <a:t>초점은 논리적인 순서로 이동되어야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4EC2782-40DF-3E7A-A1D9-C4826AF319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초점은 화면에서 보이지 않거나 논리적으로 의미를 갖지 않는 사용자 인터페이스 컴포넌트로 이동하지 않도록 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6A4B078-8B3C-F2BA-6CC2-95B0D7A478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가려진 요소로 초점이 진입함</a:t>
            </a:r>
            <a:endParaRPr lang="en-US" altLang="ko-KR"/>
          </a:p>
          <a:p>
            <a:r>
              <a:rPr lang="ko-KR" altLang="en-US"/>
              <a:t>불필요한 요소인 경우 제거해주고</a:t>
            </a:r>
            <a:r>
              <a:rPr lang="en-US" altLang="ko-KR"/>
              <a:t>, </a:t>
            </a:r>
            <a:r>
              <a:rPr lang="ko-KR" altLang="en-US"/>
              <a:t>사용하는 요소라면 시각적으로 나타나도록 해야 함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026BC2D-B913-0E04-5A5C-E9B424E82E9C}"/>
              </a:ext>
            </a:extLst>
          </p:cNvPr>
          <p:cNvSpPr/>
          <p:nvPr/>
        </p:nvSpPr>
        <p:spPr>
          <a:xfrm>
            <a:off x="7773917" y="2903403"/>
            <a:ext cx="294476" cy="29264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1EA714F-ECD9-7681-554E-EBBB5A808E8C}"/>
              </a:ext>
            </a:extLst>
          </p:cNvPr>
          <p:cNvGrpSpPr/>
          <p:nvPr/>
        </p:nvGrpSpPr>
        <p:grpSpPr>
          <a:xfrm>
            <a:off x="632796" y="4772405"/>
            <a:ext cx="4104304" cy="1505248"/>
            <a:chOff x="631825" y="4319397"/>
            <a:chExt cx="4104304" cy="150524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0D207FC-F9DE-CF2A-C945-6590BFEE041C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06194AE2-1F52-3899-ABD5-ADEA0F5E15C3}"/>
                </a:ext>
              </a:extLst>
            </p:cNvPr>
            <p:cNvSpPr/>
            <p:nvPr/>
          </p:nvSpPr>
          <p:spPr>
            <a:xfrm>
              <a:off x="631825" y="4530600"/>
              <a:ext cx="4104000" cy="129404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&lt;header class="header"&gt;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    &lt;button type="button" class="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-icon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-arrow-left" onclick="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location.href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='guide_index.html'" aria-label="</a:t>
              </a:r>
              <a:r>
                <a:rPr lang="ko-KR" altLang="en-US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이전페이지가기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"&gt;&lt;/button&gt;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    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&lt;button type="button" class="</a:t>
              </a:r>
              <a:r>
                <a:rPr lang="en-US" altLang="ko-KR" sz="800" b="1" strike="sngStrike" err="1">
                  <a:solidFill>
                    <a:schemeClr val="accent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b="1" strike="sngStrike" err="1">
                  <a:solidFill>
                    <a:schemeClr val="accent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-icon </a:t>
              </a:r>
              <a:r>
                <a:rPr lang="en-US" altLang="ko-KR" sz="800" b="1" strike="sngStrike" err="1">
                  <a:solidFill>
                    <a:schemeClr val="accent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-menu" onclick="</a:t>
              </a:r>
              <a:r>
                <a:rPr lang="en-US" altLang="ko-KR" sz="800" b="1" strike="sngStrike" err="1">
                  <a:solidFill>
                    <a:schemeClr val="accent1"/>
                  </a:solidFill>
                  <a:latin typeface="Consolas" panose="020B0609020204030204" pitchFamily="49" charset="0"/>
                </a:rPr>
                <a:t>location.href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='guide_index.html'" aria-label="</a:t>
              </a:r>
              <a:r>
                <a:rPr lang="ko-KR" altLang="en-US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전체메뉴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"&gt;&lt;/button&gt;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&lt;/header&gt;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54FBEE8-4A7B-CE21-2DC6-5CE2DCC4DEE2}"/>
              </a:ext>
            </a:extLst>
          </p:cNvPr>
          <p:cNvGrpSpPr/>
          <p:nvPr/>
        </p:nvGrpSpPr>
        <p:grpSpPr>
          <a:xfrm>
            <a:off x="632796" y="2932698"/>
            <a:ext cx="4104304" cy="1505248"/>
            <a:chOff x="631825" y="4319397"/>
            <a:chExt cx="4104304" cy="150524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5F2CA04-482E-A2B8-0726-E39AE6C62A51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AC78D9F3-B0B3-4FB3-1EAB-F70CE4EAA9E5}"/>
                </a:ext>
              </a:extLst>
            </p:cNvPr>
            <p:cNvSpPr/>
            <p:nvPr/>
          </p:nvSpPr>
          <p:spPr>
            <a:xfrm>
              <a:off x="631825" y="4530600"/>
              <a:ext cx="4104000" cy="129404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&lt;header class="header"&gt;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&lt;button type="button" class="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-icon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-arrow-left" onclick="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location.href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='guide_index.html'" aria-label="</a:t>
              </a:r>
              <a:r>
                <a:rPr lang="ko-KR" altLang="en-US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이전페이지가기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"&gt;&lt;/button&gt;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&lt;button type="button" class="</a:t>
              </a:r>
              <a:r>
                <a:rPr lang="en-US" altLang="ko-KR" sz="800" b="1" err="1">
                  <a:solidFill>
                    <a:schemeClr val="accent5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b="1" err="1">
                  <a:solidFill>
                    <a:schemeClr val="accent5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-icon </a:t>
              </a:r>
              <a:r>
                <a:rPr lang="en-US" altLang="ko-KR" sz="800" b="1" err="1">
                  <a:solidFill>
                    <a:schemeClr val="accent5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-menu" onclick="</a:t>
              </a:r>
              <a:r>
                <a:rPr lang="en-US" altLang="ko-KR" sz="800" b="1" err="1">
                  <a:solidFill>
                    <a:schemeClr val="accent5"/>
                  </a:solidFill>
                  <a:latin typeface="Consolas" panose="020B0609020204030204" pitchFamily="49" charset="0"/>
                </a:rPr>
                <a:t>location.href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='guide_index.html'" aria-label="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전체메뉴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"&gt;&lt;/button&gt;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&lt;/header&gt;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9567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3F70D-B861-BD57-03A0-2C8A228BA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331EC6-AB29-43B7-6D13-B44B5A3EC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683" y="2529625"/>
            <a:ext cx="1693710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E82A239-2047-8620-88BB-45AD3EE7D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AC1804-8F1C-9AB7-6BC9-422459585D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회원가입 </a:t>
            </a:r>
            <a:r>
              <a:rPr lang="en-US" altLang="ko-KR"/>
              <a:t>&gt; </a:t>
            </a:r>
            <a:r>
              <a:rPr lang="ko-KR" altLang="en-US" err="1"/>
              <a:t>비대면본인인증</a:t>
            </a:r>
            <a:r>
              <a:rPr lang="ko-KR" altLang="en-US"/>
              <a:t> </a:t>
            </a:r>
            <a:r>
              <a:rPr lang="en-US" altLang="ko-KR"/>
              <a:t>&gt; </a:t>
            </a:r>
            <a:r>
              <a:rPr lang="ko-KR" altLang="en-US"/>
              <a:t>가입완료</a:t>
            </a:r>
            <a:r>
              <a:rPr lang="en-US" altLang="ko-KR"/>
              <a:t>(</a:t>
            </a:r>
            <a:r>
              <a:rPr lang="ko-KR" altLang="en-US"/>
              <a:t>추천직원입력</a:t>
            </a:r>
            <a:r>
              <a:rPr lang="en-US" altLang="ko-KR"/>
              <a:t>)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7C6B61-B7FE-2C45-25C2-F01862E2CF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https://donbank.cu.co.kr/mbmainpt/vue/assets/html_new/mji/mjin06000001M_input.html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73EF28-A7D9-9837-193D-16C2492D301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7. (</a:t>
            </a:r>
            <a:r>
              <a:rPr lang="ko-KR" altLang="en-US"/>
              <a:t>초점</a:t>
            </a:r>
            <a:r>
              <a:rPr lang="en-US" altLang="ko-KR"/>
              <a:t>) </a:t>
            </a:r>
            <a:r>
              <a:rPr lang="ko-KR" altLang="en-US"/>
              <a:t>의미나 기능을 갖는 모든 사용자 인터페이스 컴포넌트에는 초점</a:t>
            </a:r>
            <a:r>
              <a:rPr lang="en-US" altLang="ko-KR"/>
              <a:t>(focus)</a:t>
            </a:r>
            <a:r>
              <a:rPr lang="ko-KR" altLang="en-US"/>
              <a:t>이 적용되고</a:t>
            </a:r>
            <a:r>
              <a:rPr lang="en-US" altLang="ko-KR"/>
              <a:t>, </a:t>
            </a:r>
            <a:r>
              <a:rPr lang="ko-KR" altLang="en-US"/>
              <a:t>초점은 논리적인 순서로 이동되어야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797FAD9-C6DB-FB74-EE94-51F9C68BCE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초점은 사용자가 예측할 수 있도록 논리적인 순서로 이동해야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94B2CBA-8FEA-71B9-D6CA-136ADDA812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65164"/>
          </a:xfrm>
        </p:spPr>
        <p:txBody>
          <a:bodyPr/>
          <a:lstStyle/>
          <a:p>
            <a:r>
              <a:rPr lang="ko-KR" altLang="en-US"/>
              <a:t>팝업 실행 시 팝업 레이어 아래에 가려진 요소로 초점이 진입함</a:t>
            </a:r>
            <a:endParaRPr lang="en-US" altLang="ko-KR"/>
          </a:p>
          <a:p>
            <a:r>
              <a:rPr lang="ko-KR" altLang="en-US"/>
              <a:t>팝업 실행 시 팝업 외 아래 가려진 요소에는 초점이 진입 되지 않아야 함</a:t>
            </a:r>
            <a:endParaRPr lang="en-US" altLang="ko-KR"/>
          </a:p>
          <a:p>
            <a:r>
              <a:rPr lang="ko-KR" altLang="en-US"/>
              <a:t>팝업이 닫히면 </a:t>
            </a:r>
            <a:r>
              <a:rPr lang="en-US" altLang="ko-KR"/>
              <a:t>inert </a:t>
            </a:r>
            <a:r>
              <a:rPr lang="ko-KR" altLang="en-US"/>
              <a:t>속성은 제거해야 함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3B9F813-4184-D749-9EC8-49971B22680D}"/>
              </a:ext>
            </a:extLst>
          </p:cNvPr>
          <p:cNvSpPr/>
          <p:nvPr/>
        </p:nvSpPr>
        <p:spPr>
          <a:xfrm>
            <a:off x="6907467" y="4731684"/>
            <a:ext cx="634155" cy="25192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B345516-2BA5-6D15-67AB-6B194A8FEC8A}"/>
              </a:ext>
            </a:extLst>
          </p:cNvPr>
          <p:cNvSpPr/>
          <p:nvPr/>
        </p:nvSpPr>
        <p:spPr>
          <a:xfrm>
            <a:off x="6904460" y="5952767"/>
            <a:ext cx="634155" cy="25192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3852AF6-202B-2E1C-D79F-E2DC1AB24074}"/>
              </a:ext>
            </a:extLst>
          </p:cNvPr>
          <p:cNvGrpSpPr/>
          <p:nvPr/>
        </p:nvGrpSpPr>
        <p:grpSpPr>
          <a:xfrm>
            <a:off x="632796" y="4984452"/>
            <a:ext cx="4104304" cy="1234405"/>
            <a:chOff x="631825" y="4319397"/>
            <a:chExt cx="4104304" cy="123440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ABA6E0-54A3-A28A-4841-06BFA2BBE0D4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0EC2505-BBE8-820B-2C6C-06F987DECD78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&lt;header class="header"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inert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&lt;/header&gt;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class="container" role="main"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inert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FC73A67-E864-A910-A636-9B62F7ADE03C}"/>
              </a:ext>
            </a:extLst>
          </p:cNvPr>
          <p:cNvGrpSpPr/>
          <p:nvPr/>
        </p:nvGrpSpPr>
        <p:grpSpPr>
          <a:xfrm>
            <a:off x="632796" y="3481246"/>
            <a:ext cx="4104304" cy="1234405"/>
            <a:chOff x="631825" y="4319397"/>
            <a:chExt cx="4104304" cy="123440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B712448-BE7E-6FE1-14C3-CFB0D71BCDFA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4922FE0-5726-621E-3B40-063B71CC436C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&lt;header class="header"&gt;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&lt;/header&gt;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class="container" role="main"&gt;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2377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21518-933A-D343-7445-56FD75EB2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3629B4B9-9B41-81C1-A5E6-BDCF77E98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394" y="2532691"/>
            <a:ext cx="1666286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C11C347-E16B-1CC9-EF49-240DB844D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975753-2E24-E41C-BF75-90EF5B6BBC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회원가입 </a:t>
            </a:r>
            <a:r>
              <a:rPr lang="en-US" altLang="ko-KR"/>
              <a:t>&gt; </a:t>
            </a:r>
            <a:r>
              <a:rPr lang="ko-KR" altLang="en-US" err="1"/>
              <a:t>비대면본인인증</a:t>
            </a:r>
            <a:r>
              <a:rPr lang="ko-KR" altLang="en-US"/>
              <a:t> </a:t>
            </a:r>
            <a:r>
              <a:rPr lang="en-US" altLang="ko-KR"/>
              <a:t>&gt; </a:t>
            </a:r>
            <a:r>
              <a:rPr lang="ko-KR" altLang="en-US"/>
              <a:t>가입완료</a:t>
            </a:r>
            <a:r>
              <a:rPr lang="en-US" altLang="ko-KR"/>
              <a:t>(</a:t>
            </a:r>
            <a:r>
              <a:rPr lang="ko-KR" altLang="en-US"/>
              <a:t>추천직원입력</a:t>
            </a:r>
            <a:r>
              <a:rPr lang="en-US" altLang="ko-KR"/>
              <a:t>)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2BEBCE-E7EA-14EA-EC65-7D49BD4899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https://donbank.cu.co.kr/mbmainpt/vue/assets/html_new/mji/mjin06000001M_input.html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C51D60E-6ED4-2A3C-1D38-9F2292A9CC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12. (</a:t>
            </a:r>
            <a:r>
              <a:rPr lang="ko-KR" altLang="en-US"/>
              <a:t>입력 도움</a:t>
            </a:r>
            <a:r>
              <a:rPr lang="en-US" altLang="ko-KR"/>
              <a:t>) </a:t>
            </a:r>
            <a:r>
              <a:rPr lang="ko-KR" altLang="en-US"/>
              <a:t>입력서식 이용 시</a:t>
            </a:r>
            <a:r>
              <a:rPr lang="en-US" altLang="ko-KR"/>
              <a:t>, </a:t>
            </a:r>
            <a:r>
              <a:rPr lang="ko-KR" altLang="en-US"/>
              <a:t>입력 오류를 방지하거나 정정할 수 있는 방법을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13A0E0A-F01D-9AD3-A431-C277FDE9AE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입력서식에는 용도와 목적을 알 수 있는 대체정보를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9F15CA9-3E77-9993-B6CA-42C4033B7C1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레이블을 제공하지 않고 </a:t>
            </a:r>
            <a:r>
              <a:rPr lang="en-US" altLang="ko-KR"/>
              <a:t>placeholder</a:t>
            </a:r>
            <a:r>
              <a:rPr lang="ko-KR" altLang="en-US"/>
              <a:t>만 제공하여 텍스트 입력 후 레이블을 인식할 수 없음</a:t>
            </a:r>
          </a:p>
          <a:p>
            <a:r>
              <a:rPr lang="ko-KR" altLang="en-US"/>
              <a:t>입력서식과 </a:t>
            </a:r>
            <a:r>
              <a:rPr lang="en-US" altLang="ko-KR"/>
              <a:t>1:1</a:t>
            </a:r>
            <a:r>
              <a:rPr lang="ko-KR" altLang="en-US"/>
              <a:t>로 대응하는 레이블을 제공하도록 수정해야 함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67E1AD2-72D7-E998-B274-FA9563C80A4E}"/>
              </a:ext>
            </a:extLst>
          </p:cNvPr>
          <p:cNvSpPr/>
          <p:nvPr/>
        </p:nvSpPr>
        <p:spPr>
          <a:xfrm>
            <a:off x="6457647" y="3177076"/>
            <a:ext cx="1519404" cy="25192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8E19E38-B1DD-E053-55F6-5DD1EDBA1316}"/>
              </a:ext>
            </a:extLst>
          </p:cNvPr>
          <p:cNvGrpSpPr/>
          <p:nvPr/>
        </p:nvGrpSpPr>
        <p:grpSpPr>
          <a:xfrm>
            <a:off x="632796" y="4613683"/>
            <a:ext cx="4104304" cy="556463"/>
            <a:chOff x="631825" y="4319397"/>
            <a:chExt cx="4104304" cy="55646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652CA6D-CB5C-8381-238F-47C2ACC48A1C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796D6AB-1426-1A48-0B11-1301603AE681}"/>
                </a:ext>
              </a:extLst>
            </p:cNvPr>
            <p:cNvSpPr/>
            <p:nvPr/>
          </p:nvSpPr>
          <p:spPr>
            <a:xfrm>
              <a:off x="631825" y="4530600"/>
              <a:ext cx="4104000" cy="34526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&lt;input type="text" placeholder="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이름 입력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aria-label="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이름 입력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D88E911-7560-2165-0EEA-FA58C78F82CD}"/>
              </a:ext>
            </a:extLst>
          </p:cNvPr>
          <p:cNvGrpSpPr/>
          <p:nvPr/>
        </p:nvGrpSpPr>
        <p:grpSpPr>
          <a:xfrm>
            <a:off x="631825" y="3733043"/>
            <a:ext cx="4104304" cy="557296"/>
            <a:chOff x="631825" y="4319397"/>
            <a:chExt cx="4104304" cy="55729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DE25FA1-A40B-864A-C7DC-F337F95A1A7C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50E083E-C01E-FA6F-14A3-8A269F639071}"/>
                </a:ext>
              </a:extLst>
            </p:cNvPr>
            <p:cNvSpPr/>
            <p:nvPr/>
          </p:nvSpPr>
          <p:spPr>
            <a:xfrm>
              <a:off x="631825" y="4530600"/>
              <a:ext cx="4104000" cy="34609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&lt;input type="text" placeholder="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이름 입력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3972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949C6-654C-C73D-6561-BEA524F92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42480F1B-DDE1-972D-139B-45A2251F8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918" y="2529625"/>
            <a:ext cx="1641240" cy="3672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108015D-4841-FF0D-433B-29DC01CE1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EA80A2-E2CA-8D7B-34DB-324E74EE27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이체</a:t>
            </a:r>
            <a:r>
              <a:rPr lang="en-US" altLang="ko-KR"/>
              <a:t>/</a:t>
            </a:r>
            <a:r>
              <a:rPr lang="ko-KR" altLang="en-US"/>
              <a:t>납부 </a:t>
            </a:r>
            <a:r>
              <a:rPr lang="en-US" altLang="ko-KR"/>
              <a:t>&gt; </a:t>
            </a:r>
            <a:r>
              <a:rPr lang="ko-KR" altLang="en-US"/>
              <a:t>수신자선택 방법선택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8E85F7-F770-F5D0-3F3B-5D30A986A8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https://donbank.cu.co.kr/mbmainpt/vue/assets/html_new/tpy/tpyn01000001M.html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B2E27A4-0F69-3F91-8C1C-9D0205D8C9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3. (</a:t>
            </a:r>
            <a:r>
              <a:rPr lang="ko-KR" altLang="en-US"/>
              <a:t>색에 무관한 인식</a:t>
            </a:r>
            <a:r>
              <a:rPr lang="en-US" altLang="ko-KR"/>
              <a:t>) </a:t>
            </a:r>
            <a:r>
              <a:rPr lang="ko-KR" altLang="en-US"/>
              <a:t>화면에 표시되는 모든 정보는 색에 관계없이 인식될 수 있어야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D2653C4-E007-3AC0-7C94-6433B101B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콘텐츠에서 제공하는 모든 정보는 특정한 색을 구별할 수 없는 사용자</a:t>
            </a:r>
            <a:r>
              <a:rPr lang="en-US" altLang="ko-KR"/>
              <a:t>, </a:t>
            </a:r>
            <a:r>
              <a:rPr lang="ko-KR" altLang="en-US"/>
              <a:t>흑백 디스플레이 사용자</a:t>
            </a:r>
            <a:r>
              <a:rPr lang="en-US" altLang="ko-KR"/>
              <a:t>, </a:t>
            </a:r>
            <a:r>
              <a:rPr lang="ko-KR" altLang="en-US"/>
              <a:t>흑백 인쇄물을 보는 사용자 및 </a:t>
            </a:r>
            <a:r>
              <a:rPr lang="ko-KR" altLang="en-US" err="1"/>
              <a:t>고대비</a:t>
            </a:r>
            <a:r>
              <a:rPr lang="ko-KR" altLang="en-US"/>
              <a:t> 모드 사용자가 인식할 수 있도록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8500E26-3A78-CC1A-8AA3-8D29870F3AA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북마크의 상태에 대한 정보를 색상 이외의 수단으로 구분할 수 있는 단서</a:t>
            </a:r>
            <a:r>
              <a:rPr lang="en-US" altLang="ko-KR"/>
              <a:t>(</a:t>
            </a:r>
            <a:r>
              <a:rPr lang="ko-KR" altLang="en-US"/>
              <a:t>밑줄</a:t>
            </a:r>
            <a:r>
              <a:rPr lang="en-US" altLang="ko-KR"/>
              <a:t>,  </a:t>
            </a:r>
            <a:r>
              <a:rPr lang="ko-KR" altLang="en-US"/>
              <a:t>크기 차이</a:t>
            </a:r>
            <a:r>
              <a:rPr lang="en-US" altLang="ko-KR"/>
              <a:t>, 1px </a:t>
            </a:r>
            <a:r>
              <a:rPr lang="ko-KR" altLang="en-US"/>
              <a:t>이상의 테두리 차이</a:t>
            </a:r>
            <a:r>
              <a:rPr lang="en-US" altLang="ko-KR"/>
              <a:t>, </a:t>
            </a:r>
            <a:r>
              <a:rPr lang="ko-KR" altLang="en-US"/>
              <a:t>표식 등</a:t>
            </a:r>
            <a:r>
              <a:rPr lang="en-US" altLang="ko-KR"/>
              <a:t>)</a:t>
            </a:r>
            <a:r>
              <a:rPr lang="ko-KR" altLang="en-US"/>
              <a:t>를 제공해야 함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2598BA7-C411-A782-DB7C-68931C49AFCD}"/>
              </a:ext>
            </a:extLst>
          </p:cNvPr>
          <p:cNvSpPr/>
          <p:nvPr/>
        </p:nvSpPr>
        <p:spPr>
          <a:xfrm>
            <a:off x="7756056" y="3944246"/>
            <a:ext cx="246047" cy="225737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1387796-ED54-1C14-B06F-8ADD5A6FB920}"/>
              </a:ext>
            </a:extLst>
          </p:cNvPr>
          <p:cNvGrpSpPr/>
          <p:nvPr/>
        </p:nvGrpSpPr>
        <p:grpSpPr>
          <a:xfrm>
            <a:off x="632796" y="4613683"/>
            <a:ext cx="4104304" cy="828140"/>
            <a:chOff x="631825" y="4319397"/>
            <a:chExt cx="4104304" cy="82814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3C65E5A-867B-312C-75E1-020AC7BC9A93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D024C55D-FCD5-97B7-5EEE-4176985E89FB}"/>
                </a:ext>
              </a:extLst>
            </p:cNvPr>
            <p:cNvSpPr/>
            <p:nvPr/>
          </p:nvSpPr>
          <p:spPr>
            <a:xfrm>
              <a:off x="631825" y="4530600"/>
              <a:ext cx="4104000" cy="61693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&lt;button class="favorite on" 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북마크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aria-pressed="true"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&lt;span class="sound-only"&gt;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북마크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&lt;/button&gt;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8D8E919-FACE-673E-78FE-58141B9D7B14}"/>
              </a:ext>
            </a:extLst>
          </p:cNvPr>
          <p:cNvGrpSpPr/>
          <p:nvPr/>
        </p:nvGrpSpPr>
        <p:grpSpPr>
          <a:xfrm>
            <a:off x="631825" y="3733043"/>
            <a:ext cx="4104304" cy="691885"/>
            <a:chOff x="631825" y="4319397"/>
            <a:chExt cx="4104304" cy="69188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5C2DDAC-5503-387E-7CF5-AB1A9AE7835F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D66C13B-6DB7-7BAC-B230-ECF89459AFF5}"/>
                </a:ext>
              </a:extLst>
            </p:cNvPr>
            <p:cNvSpPr/>
            <p:nvPr/>
          </p:nvSpPr>
          <p:spPr>
            <a:xfrm>
              <a:off x="631825" y="4530600"/>
              <a:ext cx="4104000" cy="48068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&lt;button class="favorite on" title="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북마크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"&gt;&lt;span class="sound-only"&gt;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북마크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&lt;/span&gt;&lt;/button&gt;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71255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E1723-397D-86B4-A529-967D143A2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0432E70-E73B-3CB0-2DB8-97E767693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918" y="2529625"/>
            <a:ext cx="1641240" cy="3672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D587ACD-0ADD-68BE-4476-24323BB29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90730C-FE05-C7A3-65F5-DF98B2FD6D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이체</a:t>
            </a:r>
            <a:r>
              <a:rPr lang="en-US" altLang="ko-KR"/>
              <a:t>/</a:t>
            </a:r>
            <a:r>
              <a:rPr lang="ko-KR" altLang="en-US"/>
              <a:t>납부 </a:t>
            </a:r>
            <a:r>
              <a:rPr lang="en-US" altLang="ko-KR"/>
              <a:t>&gt; </a:t>
            </a:r>
            <a:r>
              <a:rPr lang="ko-KR" altLang="en-US"/>
              <a:t>수신자선택 방법선택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805E44-4D9D-F59E-1D9A-F1125150A6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https://donbank.cu.co.kr/mbmainpt/vue/assets/html_new/tpy/tpyn01000001M.html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764BB4-E339-FF10-662D-4C42AEC9CC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12. (</a:t>
            </a:r>
            <a:r>
              <a:rPr lang="ko-KR" altLang="en-US"/>
              <a:t>입력 도움</a:t>
            </a:r>
            <a:r>
              <a:rPr lang="en-US" altLang="ko-KR"/>
              <a:t>) </a:t>
            </a:r>
            <a:r>
              <a:rPr lang="ko-KR" altLang="en-US"/>
              <a:t>입력서식 이용 시</a:t>
            </a:r>
            <a:r>
              <a:rPr lang="en-US" altLang="ko-KR"/>
              <a:t>, </a:t>
            </a:r>
            <a:r>
              <a:rPr lang="ko-KR" altLang="en-US"/>
              <a:t>입력 오류를 방지하거나 정정할 수 있는 방법을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99B0E69-BD93-4A62-6418-9256B51284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입력서식에는 용도와 목적을 알 수 있는 대체정보를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F80F470-457B-D06D-1344-FF9F645741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서식의 레이블을 화면 내 중복으로 제공하여 사용자는 용도와 목적을 알기 어려움</a:t>
            </a:r>
          </a:p>
          <a:p>
            <a:r>
              <a:rPr lang="ko-KR" altLang="en-US"/>
              <a:t>서식의 레이블을 화면 내 중복으로 제공하지 않도록 수정해야 함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DD610D1-4671-A999-0C42-BE3ACAC2BFAB}"/>
              </a:ext>
            </a:extLst>
          </p:cNvPr>
          <p:cNvSpPr/>
          <p:nvPr/>
        </p:nvSpPr>
        <p:spPr>
          <a:xfrm>
            <a:off x="6399339" y="3429000"/>
            <a:ext cx="1641240" cy="19376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E8AB3D1-5F4F-6CB9-5647-F6AF6013E73E}"/>
              </a:ext>
            </a:extLst>
          </p:cNvPr>
          <p:cNvGrpSpPr/>
          <p:nvPr/>
        </p:nvGrpSpPr>
        <p:grpSpPr>
          <a:xfrm>
            <a:off x="631521" y="5008199"/>
            <a:ext cx="4104304" cy="827306"/>
            <a:chOff x="631825" y="4319397"/>
            <a:chExt cx="4104304" cy="82730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6B26159-140E-35E1-CFE9-C4270C8D957B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1FB5545-3F23-2A43-66BC-8DB0D25E839D}"/>
                </a:ext>
              </a:extLst>
            </p:cNvPr>
            <p:cNvSpPr/>
            <p:nvPr/>
          </p:nvSpPr>
          <p:spPr>
            <a:xfrm>
              <a:off x="631825" y="4530600"/>
              <a:ext cx="4104000" cy="61610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&lt;label for="name" class="control-label"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aria-hidden="true"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&gt;&lt;/label&gt;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&lt;input type="text" id="name" class="form-control" placeholder="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이름 또는 계좌번호를 입력해 주세요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." aria-label="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이름 및 계좌번호 입력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"&gt;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294FB71-E745-FD16-B28A-B220E819816F}"/>
              </a:ext>
            </a:extLst>
          </p:cNvPr>
          <p:cNvGrpSpPr/>
          <p:nvPr/>
        </p:nvGrpSpPr>
        <p:grpSpPr>
          <a:xfrm>
            <a:off x="631825" y="3733043"/>
            <a:ext cx="4104304" cy="827306"/>
            <a:chOff x="631825" y="4319397"/>
            <a:chExt cx="4104304" cy="82730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C9808DE-1E90-7DF6-CD0D-A3DE01E48EAB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F5771BF-2A77-0FAA-1A11-8FE91F86336B}"/>
                </a:ext>
              </a:extLst>
            </p:cNvPr>
            <p:cNvSpPr/>
            <p:nvPr/>
          </p:nvSpPr>
          <p:spPr>
            <a:xfrm>
              <a:off x="631825" y="4530600"/>
              <a:ext cx="4104000" cy="61610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&lt;label for="name" class="control-label"&gt;&lt;/label&gt;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&lt;input type="text" id="name" class="form-control" placeholder="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이름 또는 계좌번호를 입력해 주세요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." aria-label="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이름 및 계좌번호 입력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"&gt;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3995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BA5A5-1ABB-5C2E-097B-E99473462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45437A-729B-BF39-0794-022A63969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683" y="2529625"/>
            <a:ext cx="1693710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D289D2-531C-C25D-1C0A-87467652A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761FFC-8D72-A25F-90D5-304E50C03E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이체</a:t>
            </a:r>
            <a:r>
              <a:rPr lang="en-US" altLang="ko-KR"/>
              <a:t>/</a:t>
            </a:r>
            <a:r>
              <a:rPr lang="ko-KR" altLang="en-US"/>
              <a:t>납부 </a:t>
            </a:r>
            <a:r>
              <a:rPr lang="en-US" altLang="ko-KR"/>
              <a:t>&gt; </a:t>
            </a:r>
            <a:r>
              <a:rPr lang="ko-KR" altLang="en-US"/>
              <a:t>수신자선택 방법선택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886B0A-7119-2C0C-4168-8BB9597E97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https://donbank.cu.co.kr/mbmainpt/vue/assets/html_new/tpy/tpyn01000001M.html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634A840-CE78-B034-6E24-8CA5661E7B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7. (</a:t>
            </a:r>
            <a:r>
              <a:rPr lang="ko-KR" altLang="en-US"/>
              <a:t>초점</a:t>
            </a:r>
            <a:r>
              <a:rPr lang="en-US" altLang="ko-KR"/>
              <a:t>) </a:t>
            </a:r>
            <a:r>
              <a:rPr lang="ko-KR" altLang="en-US"/>
              <a:t>의미나 기능을 갖는 모든 사용자 인터페이스 컴포넌트에는 초점</a:t>
            </a:r>
            <a:r>
              <a:rPr lang="en-US" altLang="ko-KR"/>
              <a:t>(focus)</a:t>
            </a:r>
            <a:r>
              <a:rPr lang="ko-KR" altLang="en-US"/>
              <a:t>이 적용되고</a:t>
            </a:r>
            <a:r>
              <a:rPr lang="en-US" altLang="ko-KR"/>
              <a:t>, </a:t>
            </a:r>
            <a:r>
              <a:rPr lang="ko-KR" altLang="en-US"/>
              <a:t>초점은 논리적인 순서로 이동되어야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E4437B4-1A46-B8CB-B091-9BD88A6B8F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초점은 화면에서 보이지 않거나 논리적으로 의미를 갖지 않는 사용자 인터페이스 컴포넌트로 이동하지 않도록 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19EB085-C249-0CD9-DA02-8611CCF3E5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가려진 요소로 초점이 진입함</a:t>
            </a:r>
            <a:endParaRPr lang="en-US" altLang="ko-KR"/>
          </a:p>
          <a:p>
            <a:r>
              <a:rPr lang="ko-KR" altLang="en-US"/>
              <a:t>불필요한 요소인 경우 제거해주고</a:t>
            </a:r>
            <a:r>
              <a:rPr lang="en-US" altLang="ko-KR"/>
              <a:t>, </a:t>
            </a:r>
            <a:r>
              <a:rPr lang="ko-KR" altLang="en-US"/>
              <a:t>사용하는 요소라면 시각적으로 나타나도록 해야 함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18AFE4A-6138-5C78-E68F-14FDB067CFBE}"/>
              </a:ext>
            </a:extLst>
          </p:cNvPr>
          <p:cNvSpPr/>
          <p:nvPr/>
        </p:nvSpPr>
        <p:spPr>
          <a:xfrm>
            <a:off x="7711544" y="3209107"/>
            <a:ext cx="274216" cy="219893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1B2CA44-D298-5861-1F9E-81B30B98D728}"/>
              </a:ext>
            </a:extLst>
          </p:cNvPr>
          <p:cNvGrpSpPr/>
          <p:nvPr/>
        </p:nvGrpSpPr>
        <p:grpSpPr>
          <a:xfrm>
            <a:off x="632796" y="4772405"/>
            <a:ext cx="4104304" cy="1505248"/>
            <a:chOff x="631825" y="4319397"/>
            <a:chExt cx="4104304" cy="150524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18F83A5-2AEB-74C8-0D33-EAA2986D5EE0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02D2A1B5-2942-3DE8-44F8-33949C56C4BB}"/>
                </a:ext>
              </a:extLst>
            </p:cNvPr>
            <p:cNvSpPr/>
            <p:nvPr/>
          </p:nvSpPr>
          <p:spPr>
            <a:xfrm>
              <a:off x="631825" y="4530600"/>
              <a:ext cx="4104000" cy="129404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&lt;header class="header"&gt;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    &lt;button type="button" class="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-icon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-arrow-left" onclick="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location.href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='guide_index.html'" aria-label="</a:t>
              </a:r>
              <a:r>
                <a:rPr lang="ko-KR" altLang="en-US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이전페이지가기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"&gt;&lt;/button&gt;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    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&lt;button type="button" class="</a:t>
              </a:r>
              <a:r>
                <a:rPr lang="en-US" altLang="ko-KR" sz="800" b="1" strike="sngStrike" err="1">
                  <a:solidFill>
                    <a:schemeClr val="accent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b="1" strike="sngStrike" err="1">
                  <a:solidFill>
                    <a:schemeClr val="accent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-icon </a:t>
              </a:r>
              <a:r>
                <a:rPr lang="en-US" altLang="ko-KR" sz="800" b="1" strike="sngStrike" err="1">
                  <a:solidFill>
                    <a:schemeClr val="accent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-menu" onclick="</a:t>
              </a:r>
              <a:r>
                <a:rPr lang="en-US" altLang="ko-KR" sz="800" b="1" strike="sngStrike" err="1">
                  <a:solidFill>
                    <a:schemeClr val="accent1"/>
                  </a:solidFill>
                  <a:latin typeface="Consolas" panose="020B0609020204030204" pitchFamily="49" charset="0"/>
                </a:rPr>
                <a:t>location.href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='guide_index.html'" aria-label="</a:t>
              </a:r>
              <a:r>
                <a:rPr lang="ko-KR" altLang="en-US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전체메뉴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"&gt;&lt;/button&gt;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&lt;/header&gt;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767B252-6E48-B54E-51C8-50B9059D3E9A}"/>
              </a:ext>
            </a:extLst>
          </p:cNvPr>
          <p:cNvGrpSpPr/>
          <p:nvPr/>
        </p:nvGrpSpPr>
        <p:grpSpPr>
          <a:xfrm>
            <a:off x="632796" y="2932698"/>
            <a:ext cx="4104304" cy="1505248"/>
            <a:chOff x="631825" y="4319397"/>
            <a:chExt cx="4104304" cy="150524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4B92128-5BB9-3717-372A-8737AE668221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3EF39E42-67A2-9540-6CD9-22F9691C0CE8}"/>
                </a:ext>
              </a:extLst>
            </p:cNvPr>
            <p:cNvSpPr/>
            <p:nvPr/>
          </p:nvSpPr>
          <p:spPr>
            <a:xfrm>
              <a:off x="631825" y="4530600"/>
              <a:ext cx="4104000" cy="129404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&lt;header class="header"&gt;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&lt;button type="button" class="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-icon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-arrow-left" onclick="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location.href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='guide_index.html'" aria-label="</a:t>
              </a:r>
              <a:r>
                <a:rPr lang="ko-KR" altLang="en-US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이전페이지가기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"&gt;&lt;/button&gt;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&lt;button type="button" class="</a:t>
              </a:r>
              <a:r>
                <a:rPr lang="en-US" altLang="ko-KR" sz="800" b="1" err="1">
                  <a:solidFill>
                    <a:schemeClr val="accent5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b="1" err="1">
                  <a:solidFill>
                    <a:schemeClr val="accent5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-icon </a:t>
              </a:r>
              <a:r>
                <a:rPr lang="en-US" altLang="ko-KR" sz="800" b="1" err="1">
                  <a:solidFill>
                    <a:schemeClr val="accent5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-menu" onclick="</a:t>
              </a:r>
              <a:r>
                <a:rPr lang="en-US" altLang="ko-KR" sz="800" b="1" err="1">
                  <a:solidFill>
                    <a:schemeClr val="accent5"/>
                  </a:solidFill>
                  <a:latin typeface="Consolas" panose="020B0609020204030204" pitchFamily="49" charset="0"/>
                </a:rPr>
                <a:t>location.href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='guide_index.html'" aria-label="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전체메뉴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"&gt;&lt;/button&gt;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&lt;/header&gt;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4829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3E597-9909-BE33-3B85-B81EFE3EF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37">
            <a:extLst>
              <a:ext uri="{FF2B5EF4-FFF2-40B4-BE49-F238E27FC236}">
                <a16:creationId xmlns:a16="http://schemas.microsoft.com/office/drawing/2014/main" id="{86F98754-912F-883D-B57A-1DE2FAC4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966" y="2529625"/>
            <a:ext cx="1661143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1B1A19F-8447-E88C-ADD5-68A1BCA7C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42936A-FEE6-8AB3-22F8-6D6AB5AF78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이체</a:t>
            </a:r>
            <a:r>
              <a:rPr lang="en-US" altLang="ko-KR"/>
              <a:t>/</a:t>
            </a:r>
            <a:r>
              <a:rPr lang="ko-KR" altLang="en-US"/>
              <a:t>납부 </a:t>
            </a:r>
            <a:r>
              <a:rPr lang="en-US" altLang="ko-KR"/>
              <a:t>&gt; </a:t>
            </a:r>
            <a:r>
              <a:rPr lang="ko-KR" altLang="en-US"/>
              <a:t>계좌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FAFA2A4-77E6-CEC6-BA39-582FB11D0B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https://donbank.cu.co.kr/mbmainpt/vue/assets/html_new/tpy/tpyn01000001P.html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CE3DE3A-6E13-E543-2F7A-66778D3CC60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12. (</a:t>
            </a:r>
            <a:r>
              <a:rPr lang="ko-KR" altLang="en-US"/>
              <a:t>입력 도움</a:t>
            </a:r>
            <a:r>
              <a:rPr lang="en-US" altLang="ko-KR"/>
              <a:t>) </a:t>
            </a:r>
            <a:r>
              <a:rPr lang="ko-KR" altLang="en-US"/>
              <a:t>입력서식 이용 시</a:t>
            </a:r>
            <a:r>
              <a:rPr lang="en-US" altLang="ko-KR"/>
              <a:t>, </a:t>
            </a:r>
            <a:r>
              <a:rPr lang="ko-KR" altLang="en-US"/>
              <a:t>입력 오류를 방지하거나 정정할 수 있는 방법을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17CE9C5-F549-7E1A-9D91-FCAE04E24B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입력서식에는 용도와 목적을 알 수 있는 대체정보를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0" name="텍스트 개체 틀 6">
            <a:extLst>
              <a:ext uri="{FF2B5EF4-FFF2-40B4-BE49-F238E27FC236}">
                <a16:creationId xmlns:a16="http://schemas.microsoft.com/office/drawing/2014/main" id="{A5E07160-3639-3D86-9902-513D56045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서식의 레이블을 화면 내 중복으로 제공하여 사용자는 용도와 목적을 알기 어려움</a:t>
            </a:r>
          </a:p>
          <a:p>
            <a:r>
              <a:rPr lang="ko-KR" altLang="en-US"/>
              <a:t>서식의 레이블을 화면 내 중복으로 제공하지 않도록 수정해야 함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E2ADF40-92B8-6177-23E2-970E95428E11}"/>
              </a:ext>
            </a:extLst>
          </p:cNvPr>
          <p:cNvSpPr/>
          <p:nvPr/>
        </p:nvSpPr>
        <p:spPr>
          <a:xfrm>
            <a:off x="6390966" y="3044030"/>
            <a:ext cx="1586085" cy="23077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C675D6C5-AAA5-52B3-4CDD-4E8BD59B0952}"/>
              </a:ext>
            </a:extLst>
          </p:cNvPr>
          <p:cNvGrpSpPr/>
          <p:nvPr/>
        </p:nvGrpSpPr>
        <p:grpSpPr>
          <a:xfrm>
            <a:off x="631521" y="5008199"/>
            <a:ext cx="4104304" cy="827306"/>
            <a:chOff x="631825" y="4319397"/>
            <a:chExt cx="4104304" cy="82730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9A2DBEA-ADCA-A8A6-D4F1-C391410902C0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A1947486-F745-1856-C32D-D9B3B2914CA0}"/>
                </a:ext>
              </a:extLst>
            </p:cNvPr>
            <p:cNvSpPr/>
            <p:nvPr/>
          </p:nvSpPr>
          <p:spPr>
            <a:xfrm>
              <a:off x="631825" y="4530600"/>
              <a:ext cx="4104000" cy="61610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&lt;label for="name" class="control-label"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aria-hidden="true"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&gt;&lt;/label&gt;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&lt;input type="text" id="name" class="form-control" placeholder="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이름 또는 계좌번호를 입력해 주세요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." aria-label="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이름 및 계좌번호 입력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"&gt;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EC4668B-DAB6-1169-8DE8-7086B30FC580}"/>
              </a:ext>
            </a:extLst>
          </p:cNvPr>
          <p:cNvGrpSpPr/>
          <p:nvPr/>
        </p:nvGrpSpPr>
        <p:grpSpPr>
          <a:xfrm>
            <a:off x="631825" y="3733043"/>
            <a:ext cx="4104304" cy="827306"/>
            <a:chOff x="631825" y="4319397"/>
            <a:chExt cx="4104304" cy="827306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DE04C46-2015-F3CC-295A-35BC3CC43838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6EAF68C5-A65B-C86B-052C-3BE9A7C12E10}"/>
                </a:ext>
              </a:extLst>
            </p:cNvPr>
            <p:cNvSpPr/>
            <p:nvPr/>
          </p:nvSpPr>
          <p:spPr>
            <a:xfrm>
              <a:off x="631825" y="4530600"/>
              <a:ext cx="4104000" cy="61610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&lt;label for="name" class="control-label"&gt;&lt;/label&gt;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&lt;input type="text" id="name" class="form-control" placeholder="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이름 또는 계좌번호를 입력해 주세요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." aria-label="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이름 및 계좌번호 입력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"&gt;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0436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5C2C7-DF48-C9B7-A040-11B188DAE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37">
            <a:extLst>
              <a:ext uri="{FF2B5EF4-FFF2-40B4-BE49-F238E27FC236}">
                <a16:creationId xmlns:a16="http://schemas.microsoft.com/office/drawing/2014/main" id="{3BB6B4CD-ED1A-DE00-FC50-7A5D1D82F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966" y="2529625"/>
            <a:ext cx="1661143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CDFF467-0708-5C06-89E8-E6388F015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E993FB-9615-E8EC-56AC-A193FC2A9B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이체</a:t>
            </a:r>
            <a:r>
              <a:rPr lang="en-US" altLang="ko-KR"/>
              <a:t>/</a:t>
            </a:r>
            <a:r>
              <a:rPr lang="ko-KR" altLang="en-US"/>
              <a:t>납부 </a:t>
            </a:r>
            <a:r>
              <a:rPr lang="en-US" altLang="ko-KR"/>
              <a:t>&gt; </a:t>
            </a:r>
            <a:r>
              <a:rPr lang="ko-KR" altLang="en-US"/>
              <a:t>계좌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5717A8-8440-EC40-CE44-AAB373723D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https://donbank.cu.co.kr/mbmainpt/vue/assets/html_new/tpy/tpyn01000001P.html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874B9A-A17C-105A-4609-C24B509F02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18. (</a:t>
            </a:r>
            <a:r>
              <a:rPr lang="ko-KR" altLang="en-US"/>
              <a:t>보조기술과의 호환성</a:t>
            </a:r>
            <a:r>
              <a:rPr lang="en-US" altLang="ko-KR"/>
              <a:t>) </a:t>
            </a:r>
            <a:r>
              <a:rPr lang="ko-KR" altLang="en-US"/>
              <a:t>사용자 인터페이스 컴포넌트는 보조 기술을 이용하여 사용할 수 있도록 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95AC38A-A671-400F-1A51-7F4B236FF8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부득이하게 기본 사용자 인터페이스 컴포넌트를 사용할 수 없을 시에는 운영체제에서 제공하는 보조 기술을 사용할 수 있도록 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0" name="텍스트 개체 틀 6">
            <a:extLst>
              <a:ext uri="{FF2B5EF4-FFF2-40B4-BE49-F238E27FC236}">
                <a16:creationId xmlns:a16="http://schemas.microsoft.com/office/drawing/2014/main" id="{A94BEA44-93C7-B33E-7748-F28E6DD6EA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사용자와의 상호작용에 따라 상태가 변경되는 컨트롤 요소의 상태 정보를 시각적으로만 구분함</a:t>
            </a:r>
          </a:p>
          <a:p>
            <a:r>
              <a:rPr lang="ko-KR" altLang="en-US"/>
              <a:t>스크린 리더가 사용할 수 있는 형태로 링크의 상태에 관한 부가 설명을 제공해야 함</a:t>
            </a:r>
            <a:endParaRPr lang="en-US" altLang="ko-KR"/>
          </a:p>
          <a:p>
            <a:r>
              <a:rPr lang="ko-KR" altLang="en-US"/>
              <a:t>해당 버튼은 </a:t>
            </a:r>
            <a:r>
              <a:rPr lang="en-US" altLang="ko-KR"/>
              <a:t>disable</a:t>
            </a:r>
            <a:r>
              <a:rPr lang="ko-KR" altLang="en-US"/>
              <a:t>상태를 시각적으로만 구분하고</a:t>
            </a:r>
            <a:r>
              <a:rPr lang="en-US" altLang="ko-KR"/>
              <a:t>, disabled </a:t>
            </a:r>
            <a:r>
              <a:rPr lang="ko-KR" altLang="en-US"/>
              <a:t>속성을 누락하여 초점이 진입함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70FF35B-9837-6B42-20B4-ECD799108E7D}"/>
              </a:ext>
            </a:extLst>
          </p:cNvPr>
          <p:cNvSpPr/>
          <p:nvPr/>
        </p:nvSpPr>
        <p:spPr>
          <a:xfrm>
            <a:off x="6428495" y="5929411"/>
            <a:ext cx="1586085" cy="23077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9851EC9-3E6F-B189-E999-75E28E73D28A}"/>
              </a:ext>
            </a:extLst>
          </p:cNvPr>
          <p:cNvGrpSpPr/>
          <p:nvPr/>
        </p:nvGrpSpPr>
        <p:grpSpPr>
          <a:xfrm>
            <a:off x="632796" y="4019682"/>
            <a:ext cx="4104304" cy="691885"/>
            <a:chOff x="631825" y="4319397"/>
            <a:chExt cx="4104304" cy="69188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CC63636-A12C-02E8-5CC6-756281F61E3D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55AB00B-20B6-574E-D72D-D5248D5E4497}"/>
                </a:ext>
              </a:extLst>
            </p:cNvPr>
            <p:cNvSpPr/>
            <p:nvPr/>
          </p:nvSpPr>
          <p:spPr>
            <a:xfrm>
              <a:off x="631825" y="4530600"/>
              <a:ext cx="4104000" cy="48068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&lt;button type="button" class="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disabled" aria-label="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다음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disabled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다음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&lt;/button&gt;</a:t>
              </a:r>
              <a:endParaRPr lang="en-US" altLang="ko-KR" sz="800" b="1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32623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38EB0-FD40-D987-84C0-427EBA7A4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8BA2BA-65CA-A40F-1C95-321F5E505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465" y="2529625"/>
            <a:ext cx="1693710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pic>
        <p:nvPicPr>
          <p:cNvPr id="24" name="그림 23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54C09D-EE8E-C5B1-18E9-ED8827FF0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900" y="2529625"/>
            <a:ext cx="1693710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18B3579-A009-E22E-B093-590578FC7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ABCCAF-644B-BB43-BFE6-5161804053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이체</a:t>
            </a:r>
            <a:r>
              <a:rPr lang="en-US" altLang="ko-KR"/>
              <a:t>/</a:t>
            </a:r>
            <a:r>
              <a:rPr lang="ko-KR" altLang="en-US"/>
              <a:t>납부 </a:t>
            </a:r>
            <a:r>
              <a:rPr lang="en-US" altLang="ko-KR"/>
              <a:t>&gt; </a:t>
            </a:r>
            <a:r>
              <a:rPr lang="ko-KR" altLang="en-US"/>
              <a:t>계좌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17D370-CCC2-D399-6FD3-5AA617B4EA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https://donbank.cu.co.kr/mbmainpt/vue/assets/html_new/tpy/tpyn01000001P.html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18EC6A5-8038-7860-BD94-931E670ADE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7. (</a:t>
            </a:r>
            <a:r>
              <a:rPr lang="ko-KR" altLang="en-US"/>
              <a:t>초점</a:t>
            </a:r>
            <a:r>
              <a:rPr lang="en-US" altLang="ko-KR"/>
              <a:t>) </a:t>
            </a:r>
            <a:r>
              <a:rPr lang="ko-KR" altLang="en-US"/>
              <a:t>의미나 기능을 갖는 모든 사용자 인터페이스 컴포넌트에는 초점</a:t>
            </a:r>
            <a:r>
              <a:rPr lang="en-US" altLang="ko-KR"/>
              <a:t>(focus)</a:t>
            </a:r>
            <a:r>
              <a:rPr lang="ko-KR" altLang="en-US"/>
              <a:t>이 적용되고</a:t>
            </a:r>
            <a:r>
              <a:rPr lang="en-US" altLang="ko-KR"/>
              <a:t>, </a:t>
            </a:r>
            <a:r>
              <a:rPr lang="ko-KR" altLang="en-US"/>
              <a:t>초점은 논리적인 순서로 이동되어야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180F0BE-F1A1-04BF-71CC-18DEC6C73F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초점은 화면에서 보이지 않거나 논리적으로 의미를 갖지 않는 사용자 인터페이스 컴포넌트로 이동하지 않도록 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9B75831-D791-F0FE-C704-FCB9D880308D}"/>
              </a:ext>
            </a:extLst>
          </p:cNvPr>
          <p:cNvSpPr/>
          <p:nvPr/>
        </p:nvSpPr>
        <p:spPr>
          <a:xfrm>
            <a:off x="6559125" y="2932698"/>
            <a:ext cx="302686" cy="211203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B639BF7-1E9F-5E03-0C3E-735E675AA994}"/>
              </a:ext>
            </a:extLst>
          </p:cNvPr>
          <p:cNvSpPr/>
          <p:nvPr/>
        </p:nvSpPr>
        <p:spPr>
          <a:xfrm>
            <a:off x="7576394" y="2932698"/>
            <a:ext cx="302686" cy="211203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텍스트 개체 틀 6">
            <a:extLst>
              <a:ext uri="{FF2B5EF4-FFF2-40B4-BE49-F238E27FC236}">
                <a16:creationId xmlns:a16="http://schemas.microsoft.com/office/drawing/2014/main" id="{2B9C936C-C4CE-E411-2627-66A53F97AE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501126"/>
          </a:xfrm>
        </p:spPr>
        <p:txBody>
          <a:bodyPr/>
          <a:lstStyle/>
          <a:p>
            <a:r>
              <a:rPr lang="ko-KR" altLang="en-US"/>
              <a:t>팝업 실행 시 팝업 레이어 아래에 가려진 요소로 초점이 진입함</a:t>
            </a:r>
            <a:endParaRPr lang="en-US" altLang="ko-KR"/>
          </a:p>
          <a:p>
            <a:r>
              <a:rPr lang="ko-KR" altLang="en-US"/>
              <a:t>팝업 실행 시 팝업 외 아래 가려진 요소에는 초점이 진입 되지 않아야 함</a:t>
            </a:r>
            <a:endParaRPr lang="en-US" altLang="ko-KR"/>
          </a:p>
          <a:p>
            <a:r>
              <a:rPr lang="ko-KR" altLang="en-US"/>
              <a:t>팝업이 닫히면 </a:t>
            </a:r>
            <a:r>
              <a:rPr lang="en-US" altLang="ko-KR"/>
              <a:t>inert </a:t>
            </a:r>
            <a:r>
              <a:rPr lang="ko-KR" altLang="en-US"/>
              <a:t>속성은 제거해야 함</a:t>
            </a:r>
          </a:p>
          <a:p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FA0FF06-4549-25AC-FE45-8BFBB0282E84}"/>
              </a:ext>
            </a:extLst>
          </p:cNvPr>
          <p:cNvGrpSpPr/>
          <p:nvPr/>
        </p:nvGrpSpPr>
        <p:grpSpPr>
          <a:xfrm>
            <a:off x="632796" y="4984452"/>
            <a:ext cx="4104304" cy="1234405"/>
            <a:chOff x="631825" y="4319397"/>
            <a:chExt cx="4104304" cy="123440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ECEDC8D-C18E-37A3-1F10-855226AF09C1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143E4E8-3962-39BD-5230-631036DF4A79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&lt;header class="header"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inert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&lt;/header&gt;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class="container" role="main"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inert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07AB1FF-3956-91CA-DEC1-3C4E5177BB04}"/>
              </a:ext>
            </a:extLst>
          </p:cNvPr>
          <p:cNvGrpSpPr/>
          <p:nvPr/>
        </p:nvGrpSpPr>
        <p:grpSpPr>
          <a:xfrm>
            <a:off x="632796" y="3481246"/>
            <a:ext cx="4104304" cy="1234405"/>
            <a:chOff x="631825" y="4319397"/>
            <a:chExt cx="4104304" cy="123440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D8F98EB-561C-DE36-9C8C-23E5F5B35145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A6C75A3-40B9-6906-AAFA-722BF1F4607E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&lt;header class="header"&gt;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&lt;/header&gt;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class="container" role="main"&gt;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21239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29C14-0A04-FFF6-1DA3-9154A7B5A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FA1DB239-8AA5-F5A9-2CEE-6714D849F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220" y="2529625"/>
            <a:ext cx="1645617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30E3634-F9D9-2CC1-8089-6FA00B742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1C0068-858F-40BF-3AC5-96B8FC78C7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이체</a:t>
            </a:r>
            <a:r>
              <a:rPr lang="en-US" altLang="ko-KR"/>
              <a:t>/</a:t>
            </a:r>
            <a:r>
              <a:rPr lang="ko-KR" altLang="en-US"/>
              <a:t>납부 </a:t>
            </a:r>
            <a:r>
              <a:rPr lang="en-US" altLang="ko-KR"/>
              <a:t>&gt; </a:t>
            </a:r>
            <a:r>
              <a:rPr lang="ko-KR" altLang="en-US"/>
              <a:t>연락처 </a:t>
            </a:r>
            <a:r>
              <a:rPr lang="en-US" altLang="ko-KR"/>
              <a:t>&gt; </a:t>
            </a:r>
            <a:r>
              <a:rPr lang="ko-KR" altLang="en-US"/>
              <a:t>연락처 직접입력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424765-1046-B527-E671-7104691A44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https://donbank.cu.co.kr/mbmainpt/vue/assets/html_new/tpy/tpyn03020001P.html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76C5CC6-0DC6-FEB6-B3E9-FBAFCCAE0E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12. (</a:t>
            </a:r>
            <a:r>
              <a:rPr lang="ko-KR" altLang="en-US"/>
              <a:t>입력 도움</a:t>
            </a:r>
            <a:r>
              <a:rPr lang="en-US" altLang="ko-KR"/>
              <a:t>) </a:t>
            </a:r>
            <a:r>
              <a:rPr lang="ko-KR" altLang="en-US"/>
              <a:t>입력서식 이용 시</a:t>
            </a:r>
            <a:r>
              <a:rPr lang="en-US" altLang="ko-KR"/>
              <a:t>, </a:t>
            </a:r>
            <a:r>
              <a:rPr lang="ko-KR" altLang="en-US"/>
              <a:t>입력 오류를 방지하거나 정정할 수 있는 방법을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6F37E9F-E01F-FFE6-C7B3-FA3CA11153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텍스트 아닌 콘텐츠에 대한 대체 텍스트는 그 의미나 기능을 동등한 수준으로 짧고 명확하게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0" name="텍스트 개체 틀 6">
            <a:extLst>
              <a:ext uri="{FF2B5EF4-FFF2-40B4-BE49-F238E27FC236}">
                <a16:creationId xmlns:a16="http://schemas.microsoft.com/office/drawing/2014/main" id="{B6C5CF1A-C05B-832F-9239-516DB41F4A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서식의 레이블을 화면 내 중복으로 제공하여 사용자는 용도와 목적을 알기 어려움</a:t>
            </a:r>
          </a:p>
          <a:p>
            <a:r>
              <a:rPr lang="ko-KR" altLang="en-US"/>
              <a:t>서식의 레이블을 화면 내 중복으로 제공하지 않도록 수정해야 함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6B45A03-4053-A5EC-BB1D-769D0C5BD314}"/>
              </a:ext>
            </a:extLst>
          </p:cNvPr>
          <p:cNvSpPr/>
          <p:nvPr/>
        </p:nvSpPr>
        <p:spPr>
          <a:xfrm>
            <a:off x="6396612" y="5192717"/>
            <a:ext cx="1586085" cy="23077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5AA0E75-0AE9-4B23-EFD6-AC336EDADAB6}"/>
              </a:ext>
            </a:extLst>
          </p:cNvPr>
          <p:cNvGrpSpPr/>
          <p:nvPr/>
        </p:nvGrpSpPr>
        <p:grpSpPr>
          <a:xfrm>
            <a:off x="633100" y="3951972"/>
            <a:ext cx="4104304" cy="962728"/>
            <a:chOff x="631825" y="4319397"/>
            <a:chExt cx="4104304" cy="96272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9D3FF9B-91D9-09E1-331B-FC2319991F7C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76F4FEC-4F6C-5B97-428C-B31C37B1C36C}"/>
                </a:ext>
              </a:extLst>
            </p:cNvPr>
            <p:cNvSpPr/>
            <p:nvPr/>
          </p:nvSpPr>
          <p:spPr>
            <a:xfrm>
              <a:off x="631825" y="4530600"/>
              <a:ext cx="4104000" cy="75152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&lt;label for="cellphone" class="control-label"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aria-hidden="true"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휴대폰번호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&lt;/label&gt;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&lt;input type="text" id="cellphone" class="form-control" placeholder="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휴대폰 번호를 입력해주세요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 aria-label="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휴대폰 번호 입력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7216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F1167-28A6-6230-5CC2-88B5E4033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0414E3-E519-CB61-A0C0-9951F27CA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173" y="2529625"/>
            <a:ext cx="1693710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FD50DFC-7A96-697F-1DD7-7817AC2F2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633431-865E-7413-F97D-FFC0E1FAB0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이체</a:t>
            </a:r>
            <a:r>
              <a:rPr lang="en-US" altLang="ko-KR"/>
              <a:t>/</a:t>
            </a:r>
            <a:r>
              <a:rPr lang="ko-KR" altLang="en-US"/>
              <a:t>납부 </a:t>
            </a:r>
            <a:r>
              <a:rPr lang="en-US" altLang="ko-KR"/>
              <a:t>&gt; </a:t>
            </a:r>
            <a:r>
              <a:rPr lang="ko-KR" altLang="en-US" err="1"/>
              <a:t>다건이체</a:t>
            </a:r>
            <a:r>
              <a:rPr lang="ko-KR" altLang="en-US"/>
              <a:t> </a:t>
            </a:r>
            <a:r>
              <a:rPr lang="en-US" altLang="ko-KR"/>
              <a:t>&gt; </a:t>
            </a:r>
            <a:r>
              <a:rPr lang="ko-KR" altLang="en-US" err="1"/>
              <a:t>다건이체</a:t>
            </a:r>
            <a:r>
              <a:rPr lang="ko-KR" altLang="en-US"/>
              <a:t> 새로 만들기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864137-3627-CB5F-A1BC-7D00064D3B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https://donbank.cu.co.kr/mbmainpt/vue/assets/html_new/tpy/tpyn01000005M.html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ACFE5B-71D7-9A70-9950-DF59E7CC8A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7. (</a:t>
            </a:r>
            <a:r>
              <a:rPr lang="ko-KR" altLang="en-US"/>
              <a:t>초점</a:t>
            </a:r>
            <a:r>
              <a:rPr lang="en-US" altLang="ko-KR"/>
              <a:t>) </a:t>
            </a:r>
            <a:r>
              <a:rPr lang="ko-KR" altLang="en-US"/>
              <a:t>의미나 기능을 갖는 모든 사용자 인터페이스 컴포넌트에는 초점</a:t>
            </a:r>
            <a:r>
              <a:rPr lang="en-US" altLang="ko-KR"/>
              <a:t>(focus)</a:t>
            </a:r>
            <a:r>
              <a:rPr lang="ko-KR" altLang="en-US"/>
              <a:t>이 적용되고</a:t>
            </a:r>
            <a:r>
              <a:rPr lang="en-US" altLang="ko-KR"/>
              <a:t>, </a:t>
            </a:r>
            <a:r>
              <a:rPr lang="ko-KR" altLang="en-US"/>
              <a:t>초점은 논리적인 순서로 이동되어야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707C6CB-2F4D-C0B6-4E0B-8A6D6C8EE1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초점은 화면에서 보이지 않거나 논리적으로 의미를 갖지 않는 사용자 인터페이스 컴포넌트로 이동하지 않도록 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D802652-95BC-62CF-C2B6-166E089CBC7B}"/>
              </a:ext>
            </a:extLst>
          </p:cNvPr>
          <p:cNvSpPr/>
          <p:nvPr/>
        </p:nvSpPr>
        <p:spPr>
          <a:xfrm>
            <a:off x="6397220" y="4787505"/>
            <a:ext cx="1645616" cy="23077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2" name="텍스트 개체 틀 6">
            <a:extLst>
              <a:ext uri="{FF2B5EF4-FFF2-40B4-BE49-F238E27FC236}">
                <a16:creationId xmlns:a16="http://schemas.microsoft.com/office/drawing/2014/main" id="{A3A8DC83-5602-EDCD-E4D0-91F720AE04D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922588"/>
          </a:xfrm>
        </p:spPr>
        <p:txBody>
          <a:bodyPr/>
          <a:lstStyle/>
          <a:p>
            <a:r>
              <a:rPr lang="ko-KR" altLang="en-US" err="1"/>
              <a:t>바텀시트</a:t>
            </a:r>
            <a:r>
              <a:rPr lang="ko-KR" altLang="en-US"/>
              <a:t> 실행 시 </a:t>
            </a:r>
            <a:r>
              <a:rPr lang="ko-KR" altLang="en-US" err="1"/>
              <a:t>바텀시트</a:t>
            </a:r>
            <a:r>
              <a:rPr lang="ko-KR" altLang="en-US"/>
              <a:t> 레이어 아래에 가려진 요소로 초점이 진입함</a:t>
            </a:r>
            <a:endParaRPr lang="en-US" altLang="ko-KR"/>
          </a:p>
          <a:p>
            <a:r>
              <a:rPr lang="ko-KR" altLang="en-US" err="1"/>
              <a:t>바텀시트</a:t>
            </a:r>
            <a:r>
              <a:rPr lang="ko-KR" altLang="en-US"/>
              <a:t> 실행 시 </a:t>
            </a:r>
            <a:r>
              <a:rPr lang="ko-KR" altLang="en-US" err="1"/>
              <a:t>바텀시트</a:t>
            </a:r>
            <a:r>
              <a:rPr lang="ko-KR" altLang="en-US"/>
              <a:t> 외 아래 가려진 요소에는 초점이 진입 되지 않아야 함</a:t>
            </a:r>
            <a:endParaRPr lang="en-US" altLang="ko-KR"/>
          </a:p>
          <a:p>
            <a:r>
              <a:rPr lang="ko-KR" altLang="en-US" err="1"/>
              <a:t>바텀시트</a:t>
            </a:r>
            <a:r>
              <a:rPr lang="ko-KR" altLang="en-US"/>
              <a:t> 이 닫히면 </a:t>
            </a:r>
            <a:r>
              <a:rPr lang="en-US" altLang="ko-KR"/>
              <a:t>inert </a:t>
            </a:r>
            <a:r>
              <a:rPr lang="ko-KR" altLang="en-US"/>
              <a:t>속성은 제거해야 함</a:t>
            </a:r>
            <a:endParaRPr lang="en-US" altLang="ko-KR"/>
          </a:p>
          <a:p>
            <a:r>
              <a:rPr lang="ko-KR" altLang="en-US"/>
              <a:t>현재 키패드 컴포넌트가 </a:t>
            </a:r>
            <a:r>
              <a:rPr lang="en-US" altLang="ko-KR"/>
              <a:t>container </a:t>
            </a:r>
            <a:r>
              <a:rPr lang="ko-KR" altLang="en-US"/>
              <a:t>내부에 있어</a:t>
            </a:r>
            <a:r>
              <a:rPr lang="en-US" altLang="ko-KR"/>
              <a:t>, </a:t>
            </a:r>
            <a:r>
              <a:rPr lang="ko-KR" altLang="en-US"/>
              <a:t>바텀 시트와 같이 </a:t>
            </a:r>
            <a:r>
              <a:rPr lang="en-US" altLang="ko-KR"/>
              <a:t>container </a:t>
            </a:r>
            <a:r>
              <a:rPr lang="ko-KR" altLang="en-US"/>
              <a:t>외부로 이동시켜야 함</a:t>
            </a:r>
          </a:p>
          <a:p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CB69876-38FC-8C0A-6DD0-FC5859AF8228}"/>
              </a:ext>
            </a:extLst>
          </p:cNvPr>
          <p:cNvGrpSpPr/>
          <p:nvPr/>
        </p:nvGrpSpPr>
        <p:grpSpPr>
          <a:xfrm>
            <a:off x="632796" y="5218302"/>
            <a:ext cx="4104304" cy="1234405"/>
            <a:chOff x="631825" y="4319397"/>
            <a:chExt cx="4104304" cy="123440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371A47E-8EF3-EE22-1998-A8F26D1D843C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7958347-DE9F-EE67-D51F-DF21B621E9BF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&lt;header class="header"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inert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&lt;/header&gt;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class="container" role="main"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inert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5D86DDE-2982-D86F-1505-7BDFE2F9A13A}"/>
              </a:ext>
            </a:extLst>
          </p:cNvPr>
          <p:cNvGrpSpPr/>
          <p:nvPr/>
        </p:nvGrpSpPr>
        <p:grpSpPr>
          <a:xfrm>
            <a:off x="632796" y="3715096"/>
            <a:ext cx="4104304" cy="1234405"/>
            <a:chOff x="631825" y="4319397"/>
            <a:chExt cx="4104304" cy="123440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AF91534-612B-C692-75C4-D5CA0334C8C5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72FC512-9560-59A1-9D7C-5FF40EE816DE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&lt;header class="header"&gt;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&lt;/header&gt;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class="container" role="main"&gt;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67643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BED86-D37E-2012-C104-1DECA1580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DDD309-5C3B-E7C2-8BB2-973FABDEF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173" y="2529625"/>
            <a:ext cx="1693710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5990835-6986-09D3-5CF9-5F045695E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30F2CE-5EAE-F29C-24CA-410082C80E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이체</a:t>
            </a:r>
            <a:r>
              <a:rPr lang="en-US" altLang="ko-KR"/>
              <a:t>/</a:t>
            </a:r>
            <a:r>
              <a:rPr lang="ko-KR" altLang="en-US"/>
              <a:t>납부 </a:t>
            </a:r>
            <a:r>
              <a:rPr lang="en-US" altLang="ko-KR"/>
              <a:t>&gt; </a:t>
            </a:r>
            <a:r>
              <a:rPr lang="ko-KR" altLang="en-US" err="1"/>
              <a:t>다건이체</a:t>
            </a:r>
            <a:r>
              <a:rPr lang="ko-KR" altLang="en-US"/>
              <a:t> </a:t>
            </a:r>
            <a:r>
              <a:rPr lang="en-US" altLang="ko-KR"/>
              <a:t>&gt; </a:t>
            </a:r>
            <a:r>
              <a:rPr lang="ko-KR" altLang="en-US" err="1"/>
              <a:t>다건이체</a:t>
            </a:r>
            <a:r>
              <a:rPr lang="ko-KR" altLang="en-US"/>
              <a:t> 새로 만들기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A564F1-F97C-42F4-A4D2-095AE5569D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https://donbank.cu.co.kr/mbmainpt/vue/assets/html_new/tpy/tpyn01000005M.html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7EA09EB-204F-CA46-759F-1BAE2B3A324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대체 텍스트</a:t>
            </a:r>
            <a:r>
              <a:rPr lang="en-US" altLang="ko-KR"/>
              <a:t>) </a:t>
            </a:r>
            <a:r>
              <a:rPr lang="ko-KR" altLang="en-US"/>
              <a:t>텍스트 아닌 콘텐츠는 대체 가능한 텍스트와 함께 제공되어야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EFE1321-33A2-17E7-B3BA-FE94FCA15B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텍스트 아닌 콘텐츠에 대한 대체 텍스트는 그 의미나 기능을 동등한 수준으로 짧고 명확하게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CA5663B-56DC-D134-F7B6-9D5EB5CACC3E}"/>
              </a:ext>
            </a:extLst>
          </p:cNvPr>
          <p:cNvSpPr/>
          <p:nvPr/>
        </p:nvSpPr>
        <p:spPr>
          <a:xfrm>
            <a:off x="6397220" y="4257675"/>
            <a:ext cx="1645616" cy="137462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2" name="텍스트 개체 틀 6">
            <a:extLst>
              <a:ext uri="{FF2B5EF4-FFF2-40B4-BE49-F238E27FC236}">
                <a16:creationId xmlns:a16="http://schemas.microsoft.com/office/drawing/2014/main" id="{3BEC9603-4C1F-9D15-EF19-38DE4F48610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4074"/>
          </a:xfrm>
        </p:spPr>
        <p:txBody>
          <a:bodyPr/>
          <a:lstStyle/>
          <a:p>
            <a:r>
              <a:rPr lang="ko-KR" altLang="en-US"/>
              <a:t>버튼 내부 텍스트와 동일한 정보를 제공하는 </a:t>
            </a:r>
            <a:r>
              <a:rPr lang="en-US" altLang="ko-KR"/>
              <a:t>title </a:t>
            </a:r>
            <a:r>
              <a:rPr lang="ko-KR" altLang="en-US"/>
              <a:t>속성을 제거하여</a:t>
            </a:r>
            <a:r>
              <a:rPr lang="en-US" altLang="ko-KR"/>
              <a:t>, </a:t>
            </a:r>
            <a:r>
              <a:rPr lang="ko-KR" altLang="en-US"/>
              <a:t>스크린 리더 사용자가 같은 내용을 중복해서 제공받지 않도록 해야 함</a:t>
            </a:r>
            <a:endParaRPr lang="en-US" altLang="ko-KR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E1028CF-4FC9-501B-606B-88EE51AB1831}"/>
              </a:ext>
            </a:extLst>
          </p:cNvPr>
          <p:cNvGrpSpPr/>
          <p:nvPr/>
        </p:nvGrpSpPr>
        <p:grpSpPr>
          <a:xfrm>
            <a:off x="632796" y="3647405"/>
            <a:ext cx="4104304" cy="1776091"/>
            <a:chOff x="631825" y="4319397"/>
            <a:chExt cx="4104304" cy="177609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CAACA7B-C1CD-0E37-E96C-8B36C326A7A8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C33BD34-17A0-FA1F-E689-C88C38984BF8}"/>
                </a:ext>
              </a:extLst>
            </p:cNvPr>
            <p:cNvSpPr/>
            <p:nvPr/>
          </p:nvSpPr>
          <p:spPr>
            <a:xfrm>
              <a:off x="631825" y="4530600"/>
              <a:ext cx="4104000" cy="156488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class="d-flex gap-8"&gt;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&lt;button type="button" class="btn btn-amount" 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title="1</a:t>
              </a:r>
              <a:r>
                <a:rPr lang="ko-KR" altLang="en-US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만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&gt;1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만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&lt;button type="button" class="btn btn-amount" 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title="5</a:t>
              </a:r>
              <a:r>
                <a:rPr lang="ko-KR" altLang="en-US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만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&gt;5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만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&lt;button type="button" class="btn btn-amount" 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title="10</a:t>
              </a:r>
              <a:r>
                <a:rPr lang="ko-KR" altLang="en-US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만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&gt;10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만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&lt;button type="button" class="btn btn-amount" 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전액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전액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02723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7944-C05C-6F1F-18C5-4E487C693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94AE110D-FEF6-76C3-2877-45399329F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173" y="2529625"/>
            <a:ext cx="1695600" cy="2105825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5B43106-8866-E3B8-2819-82D7C26E4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CC3018-91D4-6057-4A92-983A4DD086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이체</a:t>
            </a:r>
            <a:r>
              <a:rPr lang="en-US" altLang="ko-KR"/>
              <a:t>/</a:t>
            </a:r>
            <a:r>
              <a:rPr lang="ko-KR" altLang="en-US"/>
              <a:t>납부 </a:t>
            </a:r>
            <a:r>
              <a:rPr lang="en-US" altLang="ko-KR"/>
              <a:t>&gt; </a:t>
            </a:r>
            <a:r>
              <a:rPr lang="ko-KR" altLang="en-US" err="1"/>
              <a:t>다건이체</a:t>
            </a:r>
            <a:r>
              <a:rPr lang="ko-KR" altLang="en-US"/>
              <a:t> </a:t>
            </a:r>
            <a:r>
              <a:rPr lang="en-US" altLang="ko-KR"/>
              <a:t>&gt; </a:t>
            </a:r>
            <a:r>
              <a:rPr lang="ko-KR" altLang="en-US" err="1"/>
              <a:t>다건이체</a:t>
            </a:r>
            <a:r>
              <a:rPr lang="ko-KR" altLang="en-US"/>
              <a:t> 새로 만들기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0EA482-1D78-242D-33C1-8A866D0D49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https://donbank.cu.co.kr/mbmainpt/vue/assets/html_new/tpy/tpyn01000005M.html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1EF806-A7A0-27E7-1CEE-BD40E88591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대체 텍스트</a:t>
            </a:r>
            <a:r>
              <a:rPr lang="en-US" altLang="ko-KR"/>
              <a:t>) </a:t>
            </a:r>
            <a:r>
              <a:rPr lang="ko-KR" altLang="en-US"/>
              <a:t>텍스트 아닌 콘텐츠는 대체 가능한 텍스트와 함께 제공되어야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D62419D-26CE-D11E-7553-5F1562754F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텍스트 아닌 콘텐츠에 대한 대체 텍스트는 그 의미나 기능을 동등한 수준으로 짧고 명확하게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432CA21-F1D6-0F04-7CA7-6155C3B90E95}"/>
              </a:ext>
            </a:extLst>
          </p:cNvPr>
          <p:cNvSpPr/>
          <p:nvPr/>
        </p:nvSpPr>
        <p:spPr>
          <a:xfrm>
            <a:off x="6460388" y="4341719"/>
            <a:ext cx="420169" cy="21291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2" name="텍스트 개체 틀 6">
            <a:extLst>
              <a:ext uri="{FF2B5EF4-FFF2-40B4-BE49-F238E27FC236}">
                <a16:creationId xmlns:a16="http://schemas.microsoft.com/office/drawing/2014/main" id="{ECF3A109-0D4A-5C2B-5A8A-2D7A71D0555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978740"/>
          </a:xfrm>
        </p:spPr>
        <p:txBody>
          <a:bodyPr/>
          <a:lstStyle/>
          <a:p>
            <a:r>
              <a:rPr lang="ko-KR" altLang="en-US"/>
              <a:t>의미없는 장식용 아이콘에 대한 숨김 텍스트를 제거하고</a:t>
            </a:r>
            <a:r>
              <a:rPr lang="en-US" altLang="ko-KR"/>
              <a:t>, </a:t>
            </a:r>
            <a:r>
              <a:rPr lang="ko-KR" altLang="en-US"/>
              <a:t>기능을 실행하는 요소는 </a:t>
            </a:r>
            <a:r>
              <a:rPr lang="en-US" altLang="ko-KR"/>
              <a:t>&lt;button&gt;</a:t>
            </a:r>
            <a:r>
              <a:rPr lang="ko-KR" altLang="en-US"/>
              <a:t>으로 제공하여 스크린 리더 사용자가 실행 가능한 요소임을 알 수 있도록 제공해야 함</a:t>
            </a:r>
            <a:endParaRPr lang="en-US" altLang="ko-KR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FF003A1-E333-E027-8353-2A18D0D6C34D}"/>
              </a:ext>
            </a:extLst>
          </p:cNvPr>
          <p:cNvGrpSpPr/>
          <p:nvPr/>
        </p:nvGrpSpPr>
        <p:grpSpPr>
          <a:xfrm>
            <a:off x="632796" y="3647405"/>
            <a:ext cx="4104304" cy="1234405"/>
            <a:chOff x="631825" y="4319397"/>
            <a:chExt cx="4104304" cy="123440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2CF1CAC-5B56-4B28-D517-A29D3734599A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33896E0-BD07-1D46-75DA-4D09C0DACF2A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class="fold mb-20"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role="button"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&lt;strong class="icon expand"&gt;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    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&lt;span class="sound-only"&gt;</a:t>
              </a:r>
              <a:r>
                <a:rPr lang="ko-KR" altLang="en-US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마이너스 아이콘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&lt;/strong&gt;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&lt;em&gt;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추가입력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&lt;/em&gt;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590346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53C1E-7411-1438-4534-598B5929B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7A7961-A57A-A3D0-B108-583851637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173" y="2529625"/>
            <a:ext cx="1693710" cy="3672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7FD5725-4184-344E-4FE9-C7E70BD38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D14F54-F983-BA63-0DEA-7BEE24C85C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이체</a:t>
            </a:r>
            <a:r>
              <a:rPr lang="en-US" altLang="ko-KR"/>
              <a:t>/</a:t>
            </a:r>
            <a:r>
              <a:rPr lang="ko-KR" altLang="en-US"/>
              <a:t>납부 </a:t>
            </a:r>
            <a:r>
              <a:rPr lang="en-US" altLang="ko-KR"/>
              <a:t>&gt; </a:t>
            </a:r>
            <a:r>
              <a:rPr lang="ko-KR" altLang="en-US" err="1"/>
              <a:t>다건이체</a:t>
            </a:r>
            <a:r>
              <a:rPr lang="ko-KR" altLang="en-US"/>
              <a:t> </a:t>
            </a:r>
            <a:r>
              <a:rPr lang="en-US" altLang="ko-KR"/>
              <a:t>&gt; </a:t>
            </a:r>
            <a:r>
              <a:rPr lang="ko-KR" altLang="en-US" err="1"/>
              <a:t>다건이체</a:t>
            </a:r>
            <a:r>
              <a:rPr lang="ko-KR" altLang="en-US"/>
              <a:t> 새로 만들기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0DF667-D593-CC14-A028-ACD0BFAEC8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https://donbank.cu.co.kr/mbmainpt/vue/assets/html_new/tpy/tpyn01000005M.html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EC84234-179A-EB1B-F849-F413FAF5C91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7. (</a:t>
            </a:r>
            <a:r>
              <a:rPr lang="ko-KR" altLang="en-US"/>
              <a:t>초점</a:t>
            </a:r>
            <a:r>
              <a:rPr lang="en-US" altLang="ko-KR"/>
              <a:t>) </a:t>
            </a:r>
            <a:r>
              <a:rPr lang="ko-KR" altLang="en-US"/>
              <a:t>의미나 기능을 갖는 모든 사용자 인터페이스 컴포넌트에는 초점</a:t>
            </a:r>
            <a:r>
              <a:rPr lang="en-US" altLang="ko-KR"/>
              <a:t>(focus)</a:t>
            </a:r>
            <a:r>
              <a:rPr lang="ko-KR" altLang="en-US"/>
              <a:t>이 적용되고</a:t>
            </a:r>
            <a:r>
              <a:rPr lang="en-US" altLang="ko-KR"/>
              <a:t>, </a:t>
            </a:r>
            <a:r>
              <a:rPr lang="ko-KR" altLang="en-US"/>
              <a:t>초점은 논리적인 순서로 이동되어야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0A1FB8A-C876-787C-56E6-496005330F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초점은 화면에서 보이지 않거나 논리적으로 의미를 갖지 않는 사용자 인터페이스 컴포넌트로 이동하지 않도록 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0" name="텍스트 개체 틀 6">
            <a:extLst>
              <a:ext uri="{FF2B5EF4-FFF2-40B4-BE49-F238E27FC236}">
                <a16:creationId xmlns:a16="http://schemas.microsoft.com/office/drawing/2014/main" id="{76EE0AA1-6BAE-4857-9306-BE22FF4F624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633278"/>
          </a:xfrm>
        </p:spPr>
        <p:txBody>
          <a:bodyPr/>
          <a:lstStyle/>
          <a:p>
            <a:r>
              <a:rPr lang="ko-KR" altLang="en-US"/>
              <a:t>팝업의 숨겨진 콘텐츠로 초점이 이동하여 사용자는 콘텐츠 흐름을 알기 어려움</a:t>
            </a:r>
            <a:endParaRPr lang="en-US" altLang="ko-KR"/>
          </a:p>
          <a:p>
            <a:r>
              <a:rPr lang="ko-KR" altLang="en-US"/>
              <a:t>사용하지 않는 요소인 경우 삭제하고</a:t>
            </a:r>
            <a:r>
              <a:rPr lang="en-US" altLang="ko-KR"/>
              <a:t>, </a:t>
            </a:r>
            <a:r>
              <a:rPr lang="ko-KR" altLang="en-US"/>
              <a:t>상황에 따라 활성</a:t>
            </a:r>
            <a:r>
              <a:rPr lang="en-US" altLang="ko-KR"/>
              <a:t>/</a:t>
            </a:r>
            <a:r>
              <a:rPr lang="ko-KR" altLang="en-US"/>
              <a:t>비활성 상태인 경우 </a:t>
            </a:r>
            <a:r>
              <a:rPr lang="en-US" altLang="ko-KR"/>
              <a:t>aria-hidden </a:t>
            </a:r>
            <a:r>
              <a:rPr lang="ko-KR" altLang="en-US"/>
              <a:t>속성을 활용하여 스크린 리더가 접근</a:t>
            </a:r>
            <a:r>
              <a:rPr lang="en-US" altLang="ko-KR"/>
              <a:t>/</a:t>
            </a:r>
            <a:r>
              <a:rPr lang="ko-KR" altLang="en-US" err="1"/>
              <a:t>미접근</a:t>
            </a:r>
            <a:r>
              <a:rPr lang="ko-KR" altLang="en-US"/>
              <a:t> 되도록 처리해야 함</a:t>
            </a:r>
          </a:p>
          <a:p>
            <a:r>
              <a:rPr lang="ko-KR" altLang="en-US"/>
              <a:t>숨겨진 콘텐츠로는 초점이 이동하지 않도록 수정해야 함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FA72913-3F04-C700-E11F-13D73280B073}"/>
              </a:ext>
            </a:extLst>
          </p:cNvPr>
          <p:cNvSpPr/>
          <p:nvPr/>
        </p:nvSpPr>
        <p:spPr>
          <a:xfrm>
            <a:off x="7699401" y="3550377"/>
            <a:ext cx="235857" cy="13796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8DC3A35-623A-CFF0-AEEE-5F224C57B103}"/>
              </a:ext>
            </a:extLst>
          </p:cNvPr>
          <p:cNvGrpSpPr/>
          <p:nvPr/>
        </p:nvGrpSpPr>
        <p:grpSpPr>
          <a:xfrm>
            <a:off x="632796" y="4772405"/>
            <a:ext cx="4104304" cy="691885"/>
            <a:chOff x="631825" y="4319397"/>
            <a:chExt cx="4104304" cy="69188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CD6DD6D-F40C-56E4-D8CC-F39F473888E1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03CFCF7-10FD-8245-EE2B-E5A0DF8DE35D}"/>
                </a:ext>
              </a:extLst>
            </p:cNvPr>
            <p:cNvSpPr/>
            <p:nvPr/>
          </p:nvSpPr>
          <p:spPr>
            <a:xfrm>
              <a:off x="631825" y="4530600"/>
              <a:ext cx="4104000" cy="48068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-close"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aria-hidden="true"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&gt;&lt;span class="sound-only"&gt;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이체항목 취소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&lt;/span&gt;&lt;/span&gt;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A1BA42C-10CB-8F75-923C-C885309CCC33}"/>
              </a:ext>
            </a:extLst>
          </p:cNvPr>
          <p:cNvGrpSpPr/>
          <p:nvPr/>
        </p:nvGrpSpPr>
        <p:grpSpPr>
          <a:xfrm>
            <a:off x="631825" y="3874710"/>
            <a:ext cx="4104304" cy="691885"/>
            <a:chOff x="631825" y="4319397"/>
            <a:chExt cx="4104304" cy="69188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F4506F0-50E3-9B55-A42A-0FE44351D641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929A98F-F6B7-F024-EEA4-6B61FB868634}"/>
                </a:ext>
              </a:extLst>
            </p:cNvPr>
            <p:cNvSpPr/>
            <p:nvPr/>
          </p:nvSpPr>
          <p:spPr>
            <a:xfrm>
              <a:off x="631825" y="4530600"/>
              <a:ext cx="4104000" cy="48068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&lt;span class="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-close"&gt;&lt;span class="sound-only"&gt;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이체항목 취소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&lt;/span&gt;&lt;/span&gt;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66391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5C976-FC3D-3431-95CE-7E18DF6BA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6EBDBA-5C0A-5759-6D00-FBF251DF9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683" y="2544222"/>
            <a:ext cx="1693710" cy="3672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21E112B-0F4A-BEBC-D289-8E9A60F09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B78BFA-FADD-F5EE-9F7D-7B51A3BBB8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이체</a:t>
            </a:r>
            <a:r>
              <a:rPr lang="en-US" altLang="ko-KR"/>
              <a:t>/</a:t>
            </a:r>
            <a:r>
              <a:rPr lang="ko-KR" altLang="en-US"/>
              <a:t>납부 </a:t>
            </a:r>
            <a:r>
              <a:rPr lang="en-US" altLang="ko-KR"/>
              <a:t>&gt; </a:t>
            </a:r>
            <a:r>
              <a:rPr lang="ko-KR" altLang="en-US" err="1"/>
              <a:t>다건이체</a:t>
            </a:r>
            <a:r>
              <a:rPr lang="ko-KR" altLang="en-US"/>
              <a:t> </a:t>
            </a:r>
            <a:r>
              <a:rPr lang="en-US" altLang="ko-KR"/>
              <a:t>&gt; </a:t>
            </a:r>
            <a:r>
              <a:rPr lang="ko-KR" altLang="en-US" err="1"/>
              <a:t>다건이체목록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901C99-D97E-3588-4EC8-67D2603411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https://donbank.cu.co.kr/mbmainpt/vue/assets/html_new/tpy/tpyn01000006M.html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9E78ADA-0BBF-9A5D-656F-9B178D9E2E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7. (</a:t>
            </a:r>
            <a:r>
              <a:rPr lang="ko-KR" altLang="en-US"/>
              <a:t>초점</a:t>
            </a:r>
            <a:r>
              <a:rPr lang="en-US" altLang="ko-KR"/>
              <a:t>) </a:t>
            </a:r>
            <a:r>
              <a:rPr lang="ko-KR" altLang="en-US"/>
              <a:t>의미나 기능을 갖는 모든 사용자 인터페이스 컴포넌트에는 초점</a:t>
            </a:r>
            <a:r>
              <a:rPr lang="en-US" altLang="ko-KR"/>
              <a:t>(focus)</a:t>
            </a:r>
            <a:r>
              <a:rPr lang="ko-KR" altLang="en-US"/>
              <a:t>이 적용되고</a:t>
            </a:r>
            <a:r>
              <a:rPr lang="en-US" altLang="ko-KR"/>
              <a:t>, </a:t>
            </a:r>
            <a:r>
              <a:rPr lang="ko-KR" altLang="en-US"/>
              <a:t>초점은 논리적인 순서로 이동되어야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A00E197-70A8-47B2-5561-B47501CAF2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초점은 화면에서 보이지 않거나 논리적으로 의미를 갖지 않는 사용자 인터페이스 컴포넌트로 이동하지 않도록 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42E6E4C-BFA9-497C-4683-CDE4EF9C91E5}"/>
              </a:ext>
            </a:extLst>
          </p:cNvPr>
          <p:cNvSpPr/>
          <p:nvPr/>
        </p:nvSpPr>
        <p:spPr>
          <a:xfrm>
            <a:off x="6439220" y="5632296"/>
            <a:ext cx="1559859" cy="33051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텍스트 개체 틀 6">
            <a:extLst>
              <a:ext uri="{FF2B5EF4-FFF2-40B4-BE49-F238E27FC236}">
                <a16:creationId xmlns:a16="http://schemas.microsoft.com/office/drawing/2014/main" id="{8A2C2570-2A63-FDBD-974C-89A0C6B3883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501126"/>
          </a:xfrm>
        </p:spPr>
        <p:txBody>
          <a:bodyPr/>
          <a:lstStyle/>
          <a:p>
            <a:r>
              <a:rPr lang="ko-KR" altLang="en-US"/>
              <a:t>팝업 실행 시 팝업 레이어 아래에 가려진 요소로 초점이 진입함</a:t>
            </a:r>
            <a:endParaRPr lang="en-US" altLang="ko-KR"/>
          </a:p>
          <a:p>
            <a:r>
              <a:rPr lang="ko-KR" altLang="en-US"/>
              <a:t>팝업 실행 시 팝업 외 아래 가려진 요소에는 초점이 진입 되지 않아야 함</a:t>
            </a:r>
            <a:endParaRPr lang="en-US" altLang="ko-KR"/>
          </a:p>
          <a:p>
            <a:r>
              <a:rPr lang="ko-KR" altLang="en-US"/>
              <a:t>팝업이 닫히면 </a:t>
            </a:r>
            <a:r>
              <a:rPr lang="en-US" altLang="ko-KR"/>
              <a:t>inert </a:t>
            </a:r>
            <a:r>
              <a:rPr lang="ko-KR" altLang="en-US"/>
              <a:t>속성은 제거해야 함</a:t>
            </a:r>
          </a:p>
          <a:p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F84D70F-E0FB-24F3-412B-E718C643CF8A}"/>
              </a:ext>
            </a:extLst>
          </p:cNvPr>
          <p:cNvGrpSpPr/>
          <p:nvPr/>
        </p:nvGrpSpPr>
        <p:grpSpPr>
          <a:xfrm>
            <a:off x="632796" y="4984452"/>
            <a:ext cx="4104304" cy="1234405"/>
            <a:chOff x="631825" y="4319397"/>
            <a:chExt cx="4104304" cy="123440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A91000-1463-6C15-D1E2-0A008D07B7A1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70E80C3-1FFE-95FA-F894-F29DE23DBFF4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&lt;header class="header"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inert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&lt;/header&gt;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class="container" role="main"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inert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64D51A3-A6AA-B348-9264-AE0F4914FD27}"/>
              </a:ext>
            </a:extLst>
          </p:cNvPr>
          <p:cNvGrpSpPr/>
          <p:nvPr/>
        </p:nvGrpSpPr>
        <p:grpSpPr>
          <a:xfrm>
            <a:off x="632796" y="3481246"/>
            <a:ext cx="4104304" cy="1234405"/>
            <a:chOff x="631825" y="4319397"/>
            <a:chExt cx="4104304" cy="123440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13D386D-F80E-8DC1-ECD3-046CF4749864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D516419-4868-AC85-C90E-FF32BDF27EAC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&lt;header class="header"&gt;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&lt;/header&gt;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class="container" role="main"&gt;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2973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54F65-BDA2-16A1-0189-5241D165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3FCABEFE-6274-B587-85B3-B19871782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388" y="2529625"/>
            <a:ext cx="1651522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A181F7F-6FA8-131E-C038-9A28165DD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DF6DAD-587C-0794-8CFB-4A580FC6C1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이체</a:t>
            </a:r>
            <a:r>
              <a:rPr lang="en-US" altLang="ko-KR"/>
              <a:t>/</a:t>
            </a:r>
            <a:r>
              <a:rPr lang="ko-KR" altLang="en-US"/>
              <a:t>납부 </a:t>
            </a:r>
            <a:r>
              <a:rPr lang="en-US" altLang="ko-KR"/>
              <a:t>&gt; </a:t>
            </a:r>
            <a:r>
              <a:rPr lang="ko-KR" altLang="en-US" err="1"/>
              <a:t>다건이체</a:t>
            </a:r>
            <a:r>
              <a:rPr lang="ko-KR" altLang="en-US"/>
              <a:t> </a:t>
            </a:r>
            <a:r>
              <a:rPr lang="en-US" altLang="ko-KR"/>
              <a:t>&gt; </a:t>
            </a:r>
            <a:r>
              <a:rPr lang="ko-KR" altLang="en-US" err="1"/>
              <a:t>다건이체목록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65458D-021A-F86B-4E65-3D1CCF92FD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https://donbank.cu.co.kr/mbmainpt/vue/assets/html_new/tpy/tpyn01000006M.html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736BBB2-C09C-A3EB-91B1-126DE88DB5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3. (</a:t>
            </a:r>
            <a:r>
              <a:rPr lang="ko-KR" altLang="en-US"/>
              <a:t>색에 무관한 인식</a:t>
            </a:r>
            <a:r>
              <a:rPr lang="en-US" altLang="ko-KR"/>
              <a:t>) </a:t>
            </a:r>
            <a:r>
              <a:rPr lang="ko-KR" altLang="en-US"/>
              <a:t>화면에 표시되는 모든 정보는 색에 관계없이 인식될 수 있어야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12E8975-2AD0-B59A-106E-5A53167707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콘텐츠에서 제공하는 모든 정보는 특정한 색을 구별할 수 없는 사용자</a:t>
            </a:r>
            <a:r>
              <a:rPr lang="en-US" altLang="ko-KR"/>
              <a:t>, </a:t>
            </a:r>
            <a:r>
              <a:rPr lang="ko-KR" altLang="en-US"/>
              <a:t>흑백 디스플레이 사용자</a:t>
            </a:r>
            <a:r>
              <a:rPr lang="en-US" altLang="ko-KR"/>
              <a:t>, </a:t>
            </a:r>
            <a:r>
              <a:rPr lang="ko-KR" altLang="en-US"/>
              <a:t>흑백 인쇄물을 보는 사용자 및 </a:t>
            </a:r>
            <a:r>
              <a:rPr lang="ko-KR" altLang="en-US" err="1"/>
              <a:t>고대비</a:t>
            </a:r>
            <a:r>
              <a:rPr lang="ko-KR" altLang="en-US"/>
              <a:t> 모드 사용자가 인식할 수 있도록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0" name="텍스트 개체 틀 6">
            <a:extLst>
              <a:ext uri="{FF2B5EF4-FFF2-40B4-BE49-F238E27FC236}">
                <a16:creationId xmlns:a16="http://schemas.microsoft.com/office/drawing/2014/main" id="{48088A5D-2707-44DA-20C9-EFCAF9585F4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397316"/>
          </a:xfrm>
        </p:spPr>
        <p:txBody>
          <a:bodyPr/>
          <a:lstStyle/>
          <a:p>
            <a:r>
              <a:rPr lang="ko-KR" altLang="en-US"/>
              <a:t>북마크의 상태에 대한 정보를 색상 이외의 수단으로 구분할 수 있는 단서</a:t>
            </a:r>
            <a:r>
              <a:rPr lang="en-US" altLang="ko-KR"/>
              <a:t>(</a:t>
            </a:r>
            <a:r>
              <a:rPr lang="ko-KR" altLang="en-US"/>
              <a:t>밑줄</a:t>
            </a:r>
            <a:r>
              <a:rPr lang="en-US" altLang="ko-KR"/>
              <a:t>,  </a:t>
            </a:r>
            <a:r>
              <a:rPr lang="ko-KR" altLang="en-US"/>
              <a:t>크기 차이</a:t>
            </a:r>
            <a:r>
              <a:rPr lang="en-US" altLang="ko-KR"/>
              <a:t>, 1px </a:t>
            </a:r>
            <a:r>
              <a:rPr lang="ko-KR" altLang="en-US"/>
              <a:t>이상의 테두리 차이</a:t>
            </a:r>
            <a:r>
              <a:rPr lang="en-US" altLang="ko-KR"/>
              <a:t>, </a:t>
            </a:r>
            <a:r>
              <a:rPr lang="ko-KR" altLang="en-US"/>
              <a:t>표식 등</a:t>
            </a:r>
            <a:r>
              <a:rPr lang="en-US" altLang="ko-KR"/>
              <a:t>)</a:t>
            </a:r>
            <a:r>
              <a:rPr lang="ko-KR" altLang="en-US"/>
              <a:t>를 제공해야 함</a:t>
            </a:r>
            <a:endParaRPr lang="en-US" altLang="ko-KR"/>
          </a:p>
          <a:p>
            <a:r>
              <a:rPr lang="ko-KR" altLang="en-US"/>
              <a:t>버튼 내부에 텍스트를 제공함에도 </a:t>
            </a:r>
            <a:r>
              <a:rPr lang="en-US" altLang="ko-KR"/>
              <a:t>title </a:t>
            </a:r>
            <a:r>
              <a:rPr lang="ko-KR" altLang="en-US"/>
              <a:t>속성으로 동일한 정보를 제공하고 있기 때문에</a:t>
            </a:r>
            <a:r>
              <a:rPr lang="en-US" altLang="ko-KR"/>
              <a:t>, </a:t>
            </a:r>
            <a:r>
              <a:rPr lang="ko-KR" altLang="en-US"/>
              <a:t>스크린 리더는 같은 정보를 불필요하게 </a:t>
            </a:r>
            <a:r>
              <a:rPr lang="en-US" altLang="ko-KR"/>
              <a:t>2</a:t>
            </a:r>
            <a:r>
              <a:rPr lang="ko-KR" altLang="en-US"/>
              <a:t>번씩 안내 받게 되므로</a:t>
            </a:r>
            <a:r>
              <a:rPr lang="en-US" altLang="ko-KR"/>
              <a:t>, title </a:t>
            </a:r>
            <a:r>
              <a:rPr lang="ko-KR" altLang="en-US"/>
              <a:t>속성은 삭제를 권장 함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E51C455-540B-0FAA-0E0B-513C1AB8A15D}"/>
              </a:ext>
            </a:extLst>
          </p:cNvPr>
          <p:cNvSpPr/>
          <p:nvPr/>
        </p:nvSpPr>
        <p:spPr>
          <a:xfrm>
            <a:off x="7714013" y="2803124"/>
            <a:ext cx="330898" cy="83142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4939EEB-76F0-A6A2-B14B-C96BBF61F8B7}"/>
              </a:ext>
            </a:extLst>
          </p:cNvPr>
          <p:cNvGrpSpPr/>
          <p:nvPr/>
        </p:nvGrpSpPr>
        <p:grpSpPr>
          <a:xfrm>
            <a:off x="632796" y="4613683"/>
            <a:ext cx="4104304" cy="828140"/>
            <a:chOff x="631825" y="4319397"/>
            <a:chExt cx="4104304" cy="82814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D4443B2-9017-A9F7-B8BF-D38EB35214D8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5186670-E369-ABE5-7E33-BEC0826E99CE}"/>
                </a:ext>
              </a:extLst>
            </p:cNvPr>
            <p:cNvSpPr/>
            <p:nvPr/>
          </p:nvSpPr>
          <p:spPr>
            <a:xfrm>
              <a:off x="631825" y="4530600"/>
              <a:ext cx="4104000" cy="61693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&lt;button class="favorite on" 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북마크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aria-pressed="true"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&lt;span class="sound-only"&gt;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북마크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&lt;/button&gt;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82B603B-2D83-FA69-A012-3D93504735A4}"/>
              </a:ext>
            </a:extLst>
          </p:cNvPr>
          <p:cNvGrpSpPr/>
          <p:nvPr/>
        </p:nvGrpSpPr>
        <p:grpSpPr>
          <a:xfrm>
            <a:off x="631825" y="3733043"/>
            <a:ext cx="4104304" cy="691885"/>
            <a:chOff x="631825" y="4319397"/>
            <a:chExt cx="4104304" cy="69188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197733D-EF2B-A393-728A-21360C15DC66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3B01448-25AC-D5EB-DE41-B9D13FB0A81F}"/>
                </a:ext>
              </a:extLst>
            </p:cNvPr>
            <p:cNvSpPr/>
            <p:nvPr/>
          </p:nvSpPr>
          <p:spPr>
            <a:xfrm>
              <a:off x="631825" y="4530600"/>
              <a:ext cx="4104000" cy="48068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&lt;button class="favorite on" title="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북마크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"&gt;&lt;span class="sound-only"&gt;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북마크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&lt;/span&gt;&lt;/button&gt;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63146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93416-64CA-852B-4C50-71AE31349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15F44E8F-BA38-36A4-ACAD-DECC665EB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625" y="2529625"/>
            <a:ext cx="1641703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1238C4A-1030-AA81-034A-49FEB27CF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1FEEBC-636B-6258-D3D7-9797213407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이체</a:t>
            </a:r>
            <a:r>
              <a:rPr lang="en-US" altLang="ko-KR"/>
              <a:t>/</a:t>
            </a:r>
            <a:r>
              <a:rPr lang="ko-KR" altLang="en-US"/>
              <a:t>납부 </a:t>
            </a:r>
            <a:r>
              <a:rPr lang="en-US" altLang="ko-KR"/>
              <a:t>&gt; </a:t>
            </a:r>
            <a:r>
              <a:rPr lang="ko-KR" altLang="en-US" err="1"/>
              <a:t>송금받기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F2F677-BA65-0373-E047-E8FD13890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https://donbank.cu.co.kr/mbmainpt/vue/assets/html_new/tpy/tpyn02000006M.html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A01B82-F940-37C6-01AA-96F5019226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12. (</a:t>
            </a:r>
            <a:r>
              <a:rPr lang="ko-KR" altLang="en-US"/>
              <a:t>입력 도움</a:t>
            </a:r>
            <a:r>
              <a:rPr lang="en-US" altLang="ko-KR"/>
              <a:t>) </a:t>
            </a:r>
            <a:r>
              <a:rPr lang="ko-KR" altLang="en-US"/>
              <a:t>입력서식 이용 시</a:t>
            </a:r>
            <a:r>
              <a:rPr lang="en-US" altLang="ko-KR"/>
              <a:t>, </a:t>
            </a:r>
            <a:r>
              <a:rPr lang="ko-KR" altLang="en-US"/>
              <a:t>입력 오류를 방지하거나 정정할 수 있는 방법을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A0A752-F2E5-BFA6-601F-1000C626A2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입력서식에는 용도와 목적을 알 수 있는 대체정보를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0" name="텍스트 개체 틀 6">
            <a:extLst>
              <a:ext uri="{FF2B5EF4-FFF2-40B4-BE49-F238E27FC236}">
                <a16:creationId xmlns:a16="http://schemas.microsoft.com/office/drawing/2014/main" id="{DDDDB258-F29C-36A2-639D-3FD9ACF358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서식의 레이블을 화면 내 중복으로 제공하여 사용자는 용도와 목적을 알기 어려움</a:t>
            </a:r>
          </a:p>
          <a:p>
            <a:r>
              <a:rPr lang="ko-KR" altLang="en-US"/>
              <a:t>서식의 레이블을 화면 내 중복으로 제공하지 않도록 수정해야 함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9A5A6FD-FAE7-D106-4EB5-9F64CACCC3A2}"/>
              </a:ext>
            </a:extLst>
          </p:cNvPr>
          <p:cNvSpPr/>
          <p:nvPr/>
        </p:nvSpPr>
        <p:spPr>
          <a:xfrm>
            <a:off x="6405625" y="3342555"/>
            <a:ext cx="1641703" cy="39048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AE9388E-C8C9-14AA-5A39-D46D9A6B89A6}"/>
              </a:ext>
            </a:extLst>
          </p:cNvPr>
          <p:cNvGrpSpPr/>
          <p:nvPr/>
        </p:nvGrpSpPr>
        <p:grpSpPr>
          <a:xfrm>
            <a:off x="631825" y="4595356"/>
            <a:ext cx="4104304" cy="962728"/>
            <a:chOff x="631825" y="4319397"/>
            <a:chExt cx="4104304" cy="96272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6F69CCE-D8B2-B9B6-A1F7-EDD90E89EF4F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6A542F6-6F7C-7AD0-6531-1D34D0DD2A28}"/>
                </a:ext>
              </a:extLst>
            </p:cNvPr>
            <p:cNvSpPr/>
            <p:nvPr/>
          </p:nvSpPr>
          <p:spPr>
            <a:xfrm>
              <a:off x="631825" y="4530600"/>
              <a:ext cx="4104000" cy="75152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&lt;label for="account-number" class="control-label"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 aria-hidden="true"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계좌번호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&lt;/label&gt;</a:t>
              </a:r>
              <a:b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</a:b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&lt;input type="text" id="account-number" class="form-control" placeholder="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계좌번호를 입력하세요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 aria-label="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계좌번호 입력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"&gt;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A8E3E56-82B0-DA7A-80CA-F52C96A8D095}"/>
              </a:ext>
            </a:extLst>
          </p:cNvPr>
          <p:cNvGrpSpPr/>
          <p:nvPr/>
        </p:nvGrpSpPr>
        <p:grpSpPr>
          <a:xfrm>
            <a:off x="632796" y="3379578"/>
            <a:ext cx="4104304" cy="827306"/>
            <a:chOff x="631825" y="4319397"/>
            <a:chExt cx="4104304" cy="82730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0E8D24D-4F06-E883-6C2F-69351FF4FA58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D10E35F-E8C8-677D-C174-BE9BCC2FEB90}"/>
                </a:ext>
              </a:extLst>
            </p:cNvPr>
            <p:cNvSpPr/>
            <p:nvPr/>
          </p:nvSpPr>
          <p:spPr>
            <a:xfrm>
              <a:off x="631825" y="4530600"/>
              <a:ext cx="4104000" cy="61610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&lt;label for="account-number" class="control-label"&gt;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계좌번호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&lt;/label&gt;</a:t>
              </a:r>
              <a:b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</a:b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&lt;input type="text" id="account-number" class="form-control" placeholder="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계좌번호를 입력하세요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 aria-label="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계좌번호 입력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56727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EFCCC-62A4-0B63-5620-D40AB510D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1BD66465-8F89-118E-FBC2-C7F29EB08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625" y="2529625"/>
            <a:ext cx="1650876" cy="3672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188FE79-9A03-5FD7-2052-5CE251207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62F649-2884-3231-F020-7F7D7290F6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이체</a:t>
            </a:r>
            <a:r>
              <a:rPr lang="en-US" altLang="ko-KR"/>
              <a:t>/</a:t>
            </a:r>
            <a:r>
              <a:rPr lang="ko-KR" altLang="en-US"/>
              <a:t>납부 </a:t>
            </a:r>
            <a:r>
              <a:rPr lang="en-US" altLang="ko-KR"/>
              <a:t>&gt; </a:t>
            </a:r>
            <a:r>
              <a:rPr lang="ko-KR" altLang="en-US" err="1"/>
              <a:t>송금받기</a:t>
            </a:r>
            <a:r>
              <a:rPr lang="ko-KR" altLang="en-US"/>
              <a:t> </a:t>
            </a:r>
            <a:r>
              <a:rPr lang="en-US" altLang="ko-KR"/>
              <a:t>&gt; </a:t>
            </a:r>
            <a:r>
              <a:rPr lang="ko-KR" altLang="en-US"/>
              <a:t>은행선택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0F0961-225F-FD25-F355-6145054839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https://donbank.cu.co.kr/mbmainpt/vue/assets/html_new/tpy/tpyn13010001P.html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ED9264B-BBCA-E07E-B776-424C41B6CA0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12. (</a:t>
            </a:r>
            <a:r>
              <a:rPr lang="ko-KR" altLang="en-US"/>
              <a:t>입력 도움</a:t>
            </a:r>
            <a:r>
              <a:rPr lang="en-US" altLang="ko-KR"/>
              <a:t>) </a:t>
            </a:r>
            <a:r>
              <a:rPr lang="ko-KR" altLang="en-US"/>
              <a:t>입력서식 이용 시</a:t>
            </a:r>
            <a:r>
              <a:rPr lang="en-US" altLang="ko-KR"/>
              <a:t>, </a:t>
            </a:r>
            <a:r>
              <a:rPr lang="ko-KR" altLang="en-US"/>
              <a:t>입력 오류를 방지하거나 정정할 수 있는 방법을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31E7807-68AC-98E6-F01B-1C46CB3A44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입력서식에는 용도와 목적을 알 수 있는 대체정보를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0" name="텍스트 개체 틀 6">
            <a:extLst>
              <a:ext uri="{FF2B5EF4-FFF2-40B4-BE49-F238E27FC236}">
                <a16:creationId xmlns:a16="http://schemas.microsoft.com/office/drawing/2014/main" id="{1DB4D08A-35EF-19CF-A895-F70593600B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/>
              <a:t>서식의 레이블을 화면 내 중복으로 제공하여 사용자는 용도와 목적을 알기 어려움</a:t>
            </a:r>
          </a:p>
          <a:p>
            <a:r>
              <a:rPr lang="ko-KR" altLang="en-US"/>
              <a:t>서식의 레이블을 화면 내 중복으로 제공하지 않도록 수정해야 함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EB5110F-A9E4-835D-CEF2-AA8BCFDFA7CC}"/>
              </a:ext>
            </a:extLst>
          </p:cNvPr>
          <p:cNvSpPr/>
          <p:nvPr/>
        </p:nvSpPr>
        <p:spPr>
          <a:xfrm>
            <a:off x="6414798" y="3857897"/>
            <a:ext cx="1650876" cy="30389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8FB9936-22A4-C10E-DFF1-37485C4C29C0}"/>
              </a:ext>
            </a:extLst>
          </p:cNvPr>
          <p:cNvGrpSpPr/>
          <p:nvPr/>
        </p:nvGrpSpPr>
        <p:grpSpPr>
          <a:xfrm>
            <a:off x="632796" y="4613683"/>
            <a:ext cx="4104304" cy="1098150"/>
            <a:chOff x="631825" y="4319397"/>
            <a:chExt cx="4104304" cy="109815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25757A-F160-772E-527F-525888EFF49D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7F018EA-E875-80AE-077C-9BBC8ADBE77E}"/>
                </a:ext>
              </a:extLst>
            </p:cNvPr>
            <p:cNvSpPr/>
            <p:nvPr/>
          </p:nvSpPr>
          <p:spPr>
            <a:xfrm>
              <a:off x="631825" y="4530600"/>
              <a:ext cx="4104000" cy="88694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&lt;label for="search-bank" class="control-label"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aria-hidden="true"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&gt;&lt;/label&gt;</a:t>
              </a:r>
              <a:b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</a:b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&lt;input type="text" id="search-bank" class="form-control" placeholder="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은행 또는 증권사를 검색하세요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 aria-label="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은행 및 증권사 이름 입력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"&gt;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C184E94-4F3B-2A27-546C-3AA9F14843A9}"/>
              </a:ext>
            </a:extLst>
          </p:cNvPr>
          <p:cNvGrpSpPr/>
          <p:nvPr/>
        </p:nvGrpSpPr>
        <p:grpSpPr>
          <a:xfrm>
            <a:off x="632796" y="3379578"/>
            <a:ext cx="4104304" cy="962728"/>
            <a:chOff x="631825" y="4319397"/>
            <a:chExt cx="4104304" cy="96272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CABF158-9106-0BB9-BD2D-B3C924FDE98E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0E14E0C-B152-D7BF-5E4B-7851D726E536}"/>
                </a:ext>
              </a:extLst>
            </p:cNvPr>
            <p:cNvSpPr/>
            <p:nvPr/>
          </p:nvSpPr>
          <p:spPr>
            <a:xfrm>
              <a:off x="631825" y="4530600"/>
              <a:ext cx="4104000" cy="75152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&lt;label for="search-bank" class="control-label"&gt;&lt;/label&gt;</a:t>
              </a:r>
              <a:b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</a:b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&lt;input type="text" id="search-bank" class="form-control" placeholder="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은행 또는 증권사를 검색하세요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 aria-label="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은행 및 증권사 이름 입력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77377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F2BEC-73DB-0F4F-DEB2-5CC56571A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EA95083E-09C6-C0BD-9B0E-D64C74346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860" y="2529625"/>
            <a:ext cx="1619356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D12AD8C-5188-C4C2-3447-D268D967B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C2432D-3794-5D28-27BB-F7371D5F90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이체</a:t>
            </a:r>
            <a:r>
              <a:rPr lang="en-US" altLang="ko-KR"/>
              <a:t>/</a:t>
            </a:r>
            <a:r>
              <a:rPr lang="ko-KR" altLang="en-US"/>
              <a:t>납부 </a:t>
            </a:r>
            <a:r>
              <a:rPr lang="en-US" altLang="ko-KR"/>
              <a:t>&gt; </a:t>
            </a:r>
            <a:r>
              <a:rPr lang="ko-KR" altLang="en-US"/>
              <a:t>이체내역 조회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083AA0-DDCE-D1CF-35DA-4B0789B36F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https://donbank.cu.co.kr/mbmainpt/vue/assets/html_new/tpy/tpyn01000007M.html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0E8086-5D26-69F8-4FFD-937259E392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적절한 대체 텍스트 제공</a:t>
            </a:r>
            <a:r>
              <a:rPr lang="en-US" altLang="ko-KR"/>
              <a:t>) </a:t>
            </a:r>
            <a:r>
              <a:rPr lang="ko-KR" altLang="en-US"/>
              <a:t>텍스트 아닌 콘텐츠는 그 의미나 용도를 인식할 수 있도록 대체 텍스트를 제공해야 한다</a:t>
            </a:r>
            <a:r>
              <a:rPr lang="en-US" altLang="ko-KR"/>
              <a:t>.</a:t>
            </a:r>
            <a:r>
              <a:rPr lang="ko-KR" altLang="en-US"/>
              <a:t> 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04D9A33-BC5E-1847-D0EA-BA6D1DA354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&lt;</a:t>
            </a:r>
            <a:r>
              <a:rPr lang="en-US" altLang="ko-KR" err="1"/>
              <a:t>img</a:t>
            </a:r>
            <a:r>
              <a:rPr lang="en-US" altLang="ko-KR"/>
              <a:t>&gt;, &lt;input type="image"&gt; </a:t>
            </a:r>
            <a:r>
              <a:rPr lang="ko-KR" altLang="en-US"/>
              <a:t>등 이미지 요소에 대해 </a:t>
            </a:r>
            <a:r>
              <a:rPr lang="en-US" altLang="ko-KR"/>
              <a:t>alt </a:t>
            </a:r>
            <a:r>
              <a:rPr lang="ko-KR" altLang="en-US"/>
              <a:t>속성을 제공하지 않거나 </a:t>
            </a:r>
            <a:r>
              <a:rPr lang="en-US" altLang="ko-KR"/>
              <a:t>alt </a:t>
            </a:r>
            <a:r>
              <a:rPr lang="ko-KR" altLang="en-US"/>
              <a:t>속성은 선언되었으나</a:t>
            </a:r>
            <a:r>
              <a:rPr lang="en-US" altLang="ko-KR"/>
              <a:t>, </a:t>
            </a:r>
            <a:r>
              <a:rPr lang="ko-KR" altLang="en-US"/>
              <a:t>그 내용이 </a:t>
            </a:r>
            <a:r>
              <a:rPr lang="en-US" altLang="ko-KR" err="1"/>
              <a:t>img</a:t>
            </a:r>
            <a:r>
              <a:rPr lang="ko-KR" altLang="en-US"/>
              <a:t>의 내용을 대체할 수 없는 경우와 오타로 표기되어 의미가 변경된 경우</a:t>
            </a:r>
          </a:p>
        </p:txBody>
      </p:sp>
      <p:sp>
        <p:nvSpPr>
          <p:cNvPr id="16" name="텍스트 개체 틀 6">
            <a:extLst>
              <a:ext uri="{FF2B5EF4-FFF2-40B4-BE49-F238E27FC236}">
                <a16:creationId xmlns:a16="http://schemas.microsoft.com/office/drawing/2014/main" id="{2650D537-F8CB-001F-77FA-5D262F35CB2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581982"/>
          </a:xfrm>
        </p:spPr>
        <p:txBody>
          <a:bodyPr/>
          <a:lstStyle/>
          <a:p>
            <a:r>
              <a:rPr lang="ko-KR" altLang="en-US"/>
              <a:t>대체 텍스트에 포함된 </a:t>
            </a:r>
            <a:r>
              <a:rPr lang="ko-KR" altLang="en-US" err="1"/>
              <a:t>오탈자를</a:t>
            </a:r>
            <a:r>
              <a:rPr lang="ko-KR" altLang="en-US"/>
              <a:t> 수정하여 스크린 리더로 정보가 정확하게 출력될 수 있도록 해야 함 </a:t>
            </a:r>
            <a:endParaRPr lang="en-US" altLang="ko-KR"/>
          </a:p>
          <a:p>
            <a:r>
              <a:rPr lang="ko-KR" altLang="en-US"/>
              <a:t>현재 시각적으로 보이지 않는 아이콘에 대한 대체 텍스트가 </a:t>
            </a:r>
            <a:r>
              <a:rPr lang="en-US" altLang="ko-KR"/>
              <a:t>“</a:t>
            </a:r>
            <a:r>
              <a:rPr lang="en-US" altLang="ko-KR">
                <a:latin typeface="Consolas" panose="020B0609020204030204" pitchFamily="49" charset="0"/>
              </a:rPr>
              <a:t>#############”</a:t>
            </a:r>
            <a:r>
              <a:rPr lang="ko-KR" altLang="en-US">
                <a:latin typeface="Consolas" panose="020B0609020204030204" pitchFamily="49" charset="0"/>
              </a:rPr>
              <a:t>으로 작성되어 있어 스크린리더로 의미 없는 텍스트가 출력되고 있음</a:t>
            </a:r>
            <a:r>
              <a:rPr lang="en-US" altLang="ko-KR">
                <a:latin typeface="Consolas" panose="020B0609020204030204" pitchFamily="49" charset="0"/>
              </a:rPr>
              <a:t>(</a:t>
            </a:r>
            <a:r>
              <a:rPr lang="ko-KR" altLang="en-US">
                <a:latin typeface="Consolas" panose="020B0609020204030204" pitchFamily="49" charset="0"/>
              </a:rPr>
              <a:t>불필요 시 삭제</a:t>
            </a:r>
            <a:r>
              <a:rPr lang="en-US" altLang="ko-KR">
                <a:latin typeface="Consolas" panose="020B0609020204030204" pitchFamily="49" charset="0"/>
              </a:rPr>
              <a:t>, </a:t>
            </a:r>
            <a:r>
              <a:rPr lang="ko-KR" altLang="en-US">
                <a:latin typeface="Consolas" panose="020B0609020204030204" pitchFamily="49" charset="0"/>
              </a:rPr>
              <a:t>의미가 있는 경우 숨겨진 텍스트에 아이콘의 설명을 작성</a:t>
            </a:r>
            <a:r>
              <a:rPr lang="en-US" altLang="ko-KR">
                <a:latin typeface="Consolas" panose="020B0609020204030204" pitchFamily="49" charset="0"/>
              </a:rPr>
              <a:t>)</a:t>
            </a:r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8799282-ED46-DD0E-C3A8-10F977E75E09}"/>
              </a:ext>
            </a:extLst>
          </p:cNvPr>
          <p:cNvSpPr/>
          <p:nvPr/>
        </p:nvSpPr>
        <p:spPr>
          <a:xfrm>
            <a:off x="6496593" y="3847074"/>
            <a:ext cx="1471749" cy="18499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551E13F-3D0B-4F65-11D6-DF138E677821}"/>
              </a:ext>
            </a:extLst>
          </p:cNvPr>
          <p:cNvGrpSpPr/>
          <p:nvPr/>
        </p:nvGrpSpPr>
        <p:grpSpPr>
          <a:xfrm>
            <a:off x="632796" y="4775047"/>
            <a:ext cx="4104304" cy="1098150"/>
            <a:chOff x="631825" y="4319397"/>
            <a:chExt cx="4104304" cy="109815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038A4FC-3325-965B-86B6-C2FD1905A858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8761B23-3080-301B-3827-2BB65E1D3A25}"/>
                </a:ext>
              </a:extLst>
            </p:cNvPr>
            <p:cNvSpPr/>
            <p:nvPr/>
          </p:nvSpPr>
          <p:spPr>
            <a:xfrm>
              <a:off x="631825" y="4530600"/>
              <a:ext cx="4104000" cy="88694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&lt;div class="d-flex align-center"&gt;</a:t>
              </a:r>
              <a:r>
                <a:rPr lang="ko-KR" altLang="en-US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김신협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i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 class="icon icon-circle-arrow-right"&gt;&lt;span class="sound-only"&gt;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{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아이콘 설명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}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&lt;/span&gt;&lt;/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i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&gt;&lt;/div&gt;</a:t>
              </a:r>
            </a:p>
            <a:p>
              <a:pPr defTabSz="144000">
                <a:lnSpc>
                  <a:spcPct val="110000"/>
                </a:lnSpc>
              </a:pPr>
              <a:endParaRPr lang="en-US" altLang="ko-KR" sz="80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&lt;div class="d-flex align-center"&gt;</a:t>
              </a:r>
              <a:r>
                <a:rPr lang="ko-KR" altLang="en-US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김신협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b="1" strike="sngStrike" err="1">
                  <a:solidFill>
                    <a:schemeClr val="accent1"/>
                  </a:solidFill>
                  <a:latin typeface="Consolas" panose="020B0609020204030204" pitchFamily="49" charset="0"/>
                </a:rPr>
                <a:t>i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 class="icon icon-circle-arrow-right"&gt;&lt;span class="sound-only"&gt;############&lt;/span&gt;&lt;/i&gt;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9B73E25-058A-6281-BF91-89EB5DDD294E}"/>
              </a:ext>
            </a:extLst>
          </p:cNvPr>
          <p:cNvGrpSpPr/>
          <p:nvPr/>
        </p:nvGrpSpPr>
        <p:grpSpPr>
          <a:xfrm>
            <a:off x="631825" y="3847074"/>
            <a:ext cx="4104304" cy="692718"/>
            <a:chOff x="631825" y="4319397"/>
            <a:chExt cx="4104304" cy="69271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449BBB6-DE04-A94F-37A2-6541D9CA032D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55A0559-4F25-3E74-B5E2-D5C8459B53DB}"/>
                </a:ext>
              </a:extLst>
            </p:cNvPr>
            <p:cNvSpPr/>
            <p:nvPr/>
          </p:nvSpPr>
          <p:spPr>
            <a:xfrm>
              <a:off x="631825" y="4530600"/>
              <a:ext cx="4104000" cy="48151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&lt;div class="d-flex align-center"&gt;</a:t>
              </a:r>
              <a:r>
                <a:rPr lang="ko-KR" altLang="en-US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김신협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i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 class="icon icon-circle-arrow-right</a:t>
              </a:r>
              <a:r>
                <a:rPr lang="en-US" altLang="ko-KR" sz="800" b="1">
                  <a:solidFill>
                    <a:schemeClr val="tx1"/>
                  </a:solidFill>
                  <a:latin typeface="Consolas" panose="020B0609020204030204" pitchFamily="49" charset="0"/>
                </a:rPr>
                <a:t>"&gt;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&lt;span class="sound-only"&gt;#############&lt;/span&gt;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&lt;/i&gt;&lt;/div&gt;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2506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6B341-9E7F-6006-A6EF-3FB4498FB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947D3E-70E5-C0A8-AC80-FE935BB90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683" y="2529625"/>
            <a:ext cx="1693710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D1EAA99-177D-BA48-23D6-7F213D985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5C23D4-BC29-2943-15F3-4944AD7850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이체</a:t>
            </a:r>
            <a:r>
              <a:rPr lang="en-US" altLang="ko-KR"/>
              <a:t>/</a:t>
            </a:r>
            <a:r>
              <a:rPr lang="ko-KR" altLang="en-US"/>
              <a:t>납부 </a:t>
            </a:r>
            <a:r>
              <a:rPr lang="en-US" altLang="ko-KR"/>
              <a:t>&gt; </a:t>
            </a:r>
            <a:r>
              <a:rPr lang="ko-KR" altLang="en-US"/>
              <a:t>이체내역 조회 </a:t>
            </a:r>
            <a:r>
              <a:rPr lang="en-US" altLang="ko-KR"/>
              <a:t>&gt; </a:t>
            </a:r>
            <a:r>
              <a:rPr lang="ko-KR" altLang="en-US"/>
              <a:t>출금계좌 조회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C71C50-7B93-6E43-5022-DB38CC0B28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https://donbank.cu.co.kr/mbmainpt/vue/assets/html_new/tpy/tpyn14010001P.html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359818E-268D-BB7F-CA43-C5CB2A89734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7. (</a:t>
            </a:r>
            <a:r>
              <a:rPr lang="ko-KR" altLang="en-US"/>
              <a:t>초점</a:t>
            </a:r>
            <a:r>
              <a:rPr lang="en-US" altLang="ko-KR"/>
              <a:t>) </a:t>
            </a:r>
            <a:r>
              <a:rPr lang="ko-KR" altLang="en-US"/>
              <a:t>의미나 기능을 갖는 모든 사용자 인터페이스 컴포넌트에는 초점</a:t>
            </a:r>
            <a:r>
              <a:rPr lang="en-US" altLang="ko-KR"/>
              <a:t>(focus)</a:t>
            </a:r>
            <a:r>
              <a:rPr lang="ko-KR" altLang="en-US"/>
              <a:t>이 적용되고</a:t>
            </a:r>
            <a:r>
              <a:rPr lang="en-US" altLang="ko-KR"/>
              <a:t>, </a:t>
            </a:r>
            <a:r>
              <a:rPr lang="ko-KR" altLang="en-US"/>
              <a:t>초점은 논리적인 순서로 이동되어야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511280E-D8E1-297B-1965-030E1114C2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초점은 화면에서 보이지 않거나 논리적으로 의미를 갖지 않는 사용자 인터페이스 컴포넌트로 이동하지 않도록 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3E514E0-A3BE-0F98-7611-869AF3D50197}"/>
              </a:ext>
            </a:extLst>
          </p:cNvPr>
          <p:cNvSpPr/>
          <p:nvPr/>
        </p:nvSpPr>
        <p:spPr>
          <a:xfrm>
            <a:off x="6485663" y="2915801"/>
            <a:ext cx="1471749" cy="26282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텍스트 개체 틀 6">
            <a:extLst>
              <a:ext uri="{FF2B5EF4-FFF2-40B4-BE49-F238E27FC236}">
                <a16:creationId xmlns:a16="http://schemas.microsoft.com/office/drawing/2014/main" id="{1E0E4EBB-0016-7DA7-FAFA-CE6C78A5DF8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685792"/>
          </a:xfrm>
        </p:spPr>
        <p:txBody>
          <a:bodyPr/>
          <a:lstStyle/>
          <a:p>
            <a:r>
              <a:rPr lang="ko-KR" altLang="en-US" err="1"/>
              <a:t>바텀시트</a:t>
            </a:r>
            <a:r>
              <a:rPr lang="ko-KR" altLang="en-US"/>
              <a:t> 실행 시 </a:t>
            </a:r>
            <a:r>
              <a:rPr lang="ko-KR" altLang="en-US" err="1"/>
              <a:t>바텀시트</a:t>
            </a:r>
            <a:r>
              <a:rPr lang="ko-KR" altLang="en-US"/>
              <a:t> 레이어 아래에 가려진 요소로 초점이 진입함</a:t>
            </a:r>
            <a:endParaRPr lang="en-US" altLang="ko-KR"/>
          </a:p>
          <a:p>
            <a:r>
              <a:rPr lang="ko-KR" altLang="en-US" err="1"/>
              <a:t>바텀시트</a:t>
            </a:r>
            <a:r>
              <a:rPr lang="ko-KR" altLang="en-US"/>
              <a:t> 실행 시 </a:t>
            </a:r>
            <a:r>
              <a:rPr lang="ko-KR" altLang="en-US" err="1"/>
              <a:t>바텀시트</a:t>
            </a:r>
            <a:r>
              <a:rPr lang="ko-KR" altLang="en-US"/>
              <a:t> 외 아래 가려진 요소에는 초점이 진입 되지 않아야 함</a:t>
            </a:r>
            <a:endParaRPr lang="en-US" altLang="ko-KR"/>
          </a:p>
          <a:p>
            <a:r>
              <a:rPr lang="ko-KR" altLang="en-US" err="1"/>
              <a:t>바텀시트</a:t>
            </a:r>
            <a:r>
              <a:rPr lang="ko-KR" altLang="en-US"/>
              <a:t> 이 닫히면 </a:t>
            </a:r>
            <a:r>
              <a:rPr lang="en-US" altLang="ko-KR"/>
              <a:t>inert </a:t>
            </a:r>
            <a:r>
              <a:rPr lang="ko-KR" altLang="en-US"/>
              <a:t>속성은 제거해야 함</a:t>
            </a:r>
          </a:p>
          <a:p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AD82A25-A118-EE7B-D199-AFF0BC8D3C48}"/>
              </a:ext>
            </a:extLst>
          </p:cNvPr>
          <p:cNvGrpSpPr/>
          <p:nvPr/>
        </p:nvGrpSpPr>
        <p:grpSpPr>
          <a:xfrm>
            <a:off x="632796" y="4984452"/>
            <a:ext cx="4104304" cy="1234405"/>
            <a:chOff x="631825" y="4319397"/>
            <a:chExt cx="4104304" cy="123440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6364715-E30E-EB88-E3A8-37A45BCEF6DF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C0B8CE6-54F9-8618-1155-32403E3D4115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&lt;header class="header"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inert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&lt;/header&gt;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class="container" role="main"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inert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1FBC0E3-007F-9422-1CAC-22B0125806F6}"/>
              </a:ext>
            </a:extLst>
          </p:cNvPr>
          <p:cNvGrpSpPr/>
          <p:nvPr/>
        </p:nvGrpSpPr>
        <p:grpSpPr>
          <a:xfrm>
            <a:off x="632796" y="3481246"/>
            <a:ext cx="4104304" cy="1234405"/>
            <a:chOff x="631825" y="4319397"/>
            <a:chExt cx="4104304" cy="123440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0B76CDC-618B-49D8-DC5D-28EF7D124313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E09B8D2-89CA-B752-A46B-D74E7840FD4F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&lt;header class="header"&gt;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&lt;/header&gt;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class="container" role="main"&gt;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83156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0C616-6131-14B7-1162-837341869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245B9A-121F-11D6-1205-46056E065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161" y="2529625"/>
            <a:ext cx="1693710" cy="3672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5AF2CA9-0EC3-99B6-EEBF-1801CC6A3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8C7C80-A0D2-3100-DF0C-B547A4A9AD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이체</a:t>
            </a:r>
            <a:r>
              <a:rPr lang="en-US" altLang="ko-KR"/>
              <a:t>/</a:t>
            </a:r>
            <a:r>
              <a:rPr lang="ko-KR" altLang="en-US"/>
              <a:t>납부 </a:t>
            </a:r>
            <a:r>
              <a:rPr lang="en-US" altLang="ko-KR"/>
              <a:t>&gt; </a:t>
            </a:r>
            <a:r>
              <a:rPr lang="ko-KR" altLang="en-US"/>
              <a:t>이체내역 조회 </a:t>
            </a:r>
            <a:r>
              <a:rPr lang="en-US" altLang="ko-KR"/>
              <a:t>&gt; </a:t>
            </a:r>
            <a:r>
              <a:rPr lang="ko-KR" altLang="en-US"/>
              <a:t>이체내역 상세보기 </a:t>
            </a:r>
            <a:r>
              <a:rPr lang="en-US" altLang="ko-KR"/>
              <a:t>&gt; </a:t>
            </a:r>
            <a:r>
              <a:rPr lang="ko-KR" altLang="en-US"/>
              <a:t>이체완료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D08FE8-A8AA-C75F-CE27-82DF8BE6FD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https://donbank.cu.co.kr/mbmainpt/vue/assets/html_new/tpy/tpyn01000007P.html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B63AFB8-D144-3715-BE57-24BDCD5F62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7. (</a:t>
            </a:r>
            <a:r>
              <a:rPr lang="ko-KR" altLang="en-US"/>
              <a:t>초점</a:t>
            </a:r>
            <a:r>
              <a:rPr lang="en-US" altLang="ko-KR"/>
              <a:t>) </a:t>
            </a:r>
            <a:r>
              <a:rPr lang="ko-KR" altLang="en-US"/>
              <a:t>의미나 기능을 갖는 모든 사용자 인터페이스 컴포넌트에는 초점</a:t>
            </a:r>
            <a:r>
              <a:rPr lang="en-US" altLang="ko-KR"/>
              <a:t>(focus)</a:t>
            </a:r>
            <a:r>
              <a:rPr lang="ko-KR" altLang="en-US"/>
              <a:t>이 적용되고</a:t>
            </a:r>
            <a:r>
              <a:rPr lang="en-US" altLang="ko-KR"/>
              <a:t>, </a:t>
            </a:r>
            <a:r>
              <a:rPr lang="ko-KR" altLang="en-US"/>
              <a:t>초점은 논리적인 순서로 이동되어야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E4C8D01-8932-116A-054B-0ABDEA2081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초점은 화면에서 보이지 않거나 논리적으로 의미를 갖지 않는 사용자 인터페이스 컴포넌트로 이동하지 않도록 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3FCACE4-20BF-1FC4-BA62-F2FFEF4C7D2C}"/>
              </a:ext>
            </a:extLst>
          </p:cNvPr>
          <p:cNvSpPr/>
          <p:nvPr/>
        </p:nvSpPr>
        <p:spPr>
          <a:xfrm>
            <a:off x="8683963" y="5765951"/>
            <a:ext cx="400595" cy="13910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21" name="그림 20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2D2B2E-4612-1375-B136-6C13D79BC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100" y="2529625"/>
            <a:ext cx="1693710" cy="367200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4C484659-1788-FA05-36EC-F983C3B224FA}"/>
              </a:ext>
            </a:extLst>
          </p:cNvPr>
          <p:cNvSpPr/>
          <p:nvPr/>
        </p:nvSpPr>
        <p:spPr>
          <a:xfrm>
            <a:off x="5718694" y="5562742"/>
            <a:ext cx="534060" cy="14137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텍스트 개체 틀 6">
            <a:extLst>
              <a:ext uri="{FF2B5EF4-FFF2-40B4-BE49-F238E27FC236}">
                <a16:creationId xmlns:a16="http://schemas.microsoft.com/office/drawing/2014/main" id="{ABE28478-E99B-4499-5A56-E9536FB27B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501126"/>
          </a:xfrm>
        </p:spPr>
        <p:txBody>
          <a:bodyPr/>
          <a:lstStyle/>
          <a:p>
            <a:r>
              <a:rPr lang="ko-KR" altLang="en-US"/>
              <a:t>팝업 실행 시 팝업 레이어 아래에 가려진 요소로 초점이 진입함</a:t>
            </a:r>
            <a:endParaRPr lang="en-US" altLang="ko-KR"/>
          </a:p>
          <a:p>
            <a:r>
              <a:rPr lang="ko-KR" altLang="en-US"/>
              <a:t>팝업 실행 시 팝업 외 아래 가려진 요소에는 초점이 진입 되지 않아야 함</a:t>
            </a:r>
            <a:endParaRPr lang="en-US" altLang="ko-KR"/>
          </a:p>
          <a:p>
            <a:r>
              <a:rPr lang="ko-KR" altLang="en-US"/>
              <a:t>팝업이 닫히면 </a:t>
            </a:r>
            <a:r>
              <a:rPr lang="en-US" altLang="ko-KR"/>
              <a:t>inert </a:t>
            </a:r>
            <a:r>
              <a:rPr lang="ko-KR" altLang="en-US"/>
              <a:t>속성은 제거해야 함</a:t>
            </a:r>
          </a:p>
          <a:p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5656801-5519-53F9-21D2-AADE4FC044F7}"/>
              </a:ext>
            </a:extLst>
          </p:cNvPr>
          <p:cNvGrpSpPr/>
          <p:nvPr/>
        </p:nvGrpSpPr>
        <p:grpSpPr>
          <a:xfrm>
            <a:off x="632796" y="4984452"/>
            <a:ext cx="4104304" cy="1234405"/>
            <a:chOff x="631825" y="4319397"/>
            <a:chExt cx="4104304" cy="123440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B497E0B-E3E7-2FA9-3184-E8AEB018052F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EBDF50A-D525-FCF0-88AE-7A96E6CED39E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&lt;header class="header"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inert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&lt;/header&gt;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class="container" role="main"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inert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1942098-EE11-3D37-9D73-8F76E574C5B6}"/>
              </a:ext>
            </a:extLst>
          </p:cNvPr>
          <p:cNvGrpSpPr/>
          <p:nvPr/>
        </p:nvGrpSpPr>
        <p:grpSpPr>
          <a:xfrm>
            <a:off x="632796" y="3481246"/>
            <a:ext cx="4104304" cy="1234405"/>
            <a:chOff x="631825" y="4319397"/>
            <a:chExt cx="4104304" cy="123440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D524B2A-0DF3-FF69-5498-0FE28B7AB6B5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CE8D1A2-A152-9FAE-1671-857E8828DB2E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&lt;header class="header"&gt;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&lt;/header&gt;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class="container" role="main"&gt;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12644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316CC-FF2C-C9DF-9BF7-1C9E6F205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896E6FA-5B81-81C5-2DD5-FA892690B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764" y="2529625"/>
            <a:ext cx="1649548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3897C1D-2B03-47A1-32F0-4EB09B7F0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926162-6167-F545-399C-A07D5626DD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이체</a:t>
            </a:r>
            <a:r>
              <a:rPr lang="en-US" altLang="ko-KR"/>
              <a:t>/</a:t>
            </a:r>
            <a:r>
              <a:rPr lang="ko-KR" altLang="en-US"/>
              <a:t>납부 </a:t>
            </a:r>
            <a:r>
              <a:rPr lang="en-US" altLang="ko-KR"/>
              <a:t>&gt; </a:t>
            </a:r>
            <a:r>
              <a:rPr lang="ko-KR" altLang="en-US"/>
              <a:t>이체내역 조회 </a:t>
            </a:r>
            <a:r>
              <a:rPr lang="en-US" altLang="ko-KR"/>
              <a:t>&gt; </a:t>
            </a:r>
            <a:r>
              <a:rPr lang="ko-KR" altLang="en-US"/>
              <a:t>이체확인증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F6FEBE-F72A-3774-61F8-5724C3A30D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https://donbank.cu.co.kr/mbmainpt/vue/assets/html_new/tpy/tpyn01000008P.html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6D961A-A84C-7C36-1FF2-BCD5B1B14B5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대체 텍스트</a:t>
            </a:r>
            <a:r>
              <a:rPr lang="en-US" altLang="ko-KR"/>
              <a:t>) </a:t>
            </a:r>
            <a:r>
              <a:rPr lang="ko-KR" altLang="en-US"/>
              <a:t>텍스트 아닌 콘텐츠는 대체 가능한 텍스트와 함께 제공되어야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CCCC273-3A55-285C-84A1-3FCB026CB4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텍스트 아닌 콘텐츠에 대한 대체 텍스트는 그 의미나 기능을 동등한 수준으로 짧고 명확하게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1" name="텍스트 개체 틀 6">
            <a:extLst>
              <a:ext uri="{FF2B5EF4-FFF2-40B4-BE49-F238E27FC236}">
                <a16:creationId xmlns:a16="http://schemas.microsoft.com/office/drawing/2014/main" id="{4F96D567-4C0E-8847-71D1-CE11702758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607356"/>
          </a:xfrm>
        </p:spPr>
        <p:txBody>
          <a:bodyPr/>
          <a:lstStyle/>
          <a:p>
            <a:r>
              <a:rPr lang="ko-KR" altLang="en-US"/>
              <a:t>이미지의 의미를 제외한 형식적인 텍스트 정보를 제거해야 함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2685869-1D1E-ACE7-D700-EEEB52077D13}"/>
              </a:ext>
            </a:extLst>
          </p:cNvPr>
          <p:cNvGrpSpPr/>
          <p:nvPr/>
        </p:nvGrpSpPr>
        <p:grpSpPr>
          <a:xfrm>
            <a:off x="632796" y="4772405"/>
            <a:ext cx="4104304" cy="691885"/>
            <a:chOff x="631825" y="4319397"/>
            <a:chExt cx="4104304" cy="69188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51F14DD-07E3-ED25-507E-CE867CA25AC5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9D074D8-6566-3782-014E-06039AF628EC}"/>
                </a:ext>
              </a:extLst>
            </p:cNvPr>
            <p:cNvSpPr/>
            <p:nvPr/>
          </p:nvSpPr>
          <p:spPr>
            <a:xfrm>
              <a:off x="631825" y="4530600"/>
              <a:ext cx="4104000" cy="48068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class="logo 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shinhyeop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"&gt;&lt;span class="sound-only"&gt;</a:t>
              </a:r>
              <a:r>
                <a:rPr lang="ko-KR" altLang="en-US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신협</a:t>
              </a:r>
              <a:r>
                <a:rPr lang="ko-KR" altLang="en-US" sz="800" b="1" strike="sngStrike" err="1">
                  <a:solidFill>
                    <a:schemeClr val="accent1"/>
                  </a:solidFill>
                  <a:latin typeface="Consolas" panose="020B0609020204030204" pitchFamily="49" charset="0"/>
                </a:rPr>
                <a:t>로고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&lt;/span&gt;&lt;/div&gt;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6936A37E-5109-8E0B-E30E-C22D9AE376F8}"/>
              </a:ext>
            </a:extLst>
          </p:cNvPr>
          <p:cNvGrpSpPr/>
          <p:nvPr/>
        </p:nvGrpSpPr>
        <p:grpSpPr>
          <a:xfrm>
            <a:off x="631825" y="3523768"/>
            <a:ext cx="4104304" cy="691885"/>
            <a:chOff x="631825" y="4319397"/>
            <a:chExt cx="4104304" cy="691885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DDA3E02-82D7-B34F-0968-D3A827F7DA2F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80028CD-52C6-E093-F42C-75B0EDDCF1A8}"/>
                </a:ext>
              </a:extLst>
            </p:cNvPr>
            <p:cNvSpPr/>
            <p:nvPr/>
          </p:nvSpPr>
          <p:spPr>
            <a:xfrm>
              <a:off x="631825" y="4530600"/>
              <a:ext cx="4104000" cy="48068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class="logo 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shinhyeop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"&gt;&lt;span class="sound-only"&gt;</a:t>
              </a:r>
              <a:r>
                <a:rPr lang="ko-KR" altLang="en-US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신협로고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&lt;/span&gt;&lt;/div&gt;</a:t>
              </a: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9D32824-D3FF-E37C-C40D-FF8501B60662}"/>
              </a:ext>
            </a:extLst>
          </p:cNvPr>
          <p:cNvSpPr/>
          <p:nvPr/>
        </p:nvSpPr>
        <p:spPr>
          <a:xfrm>
            <a:off x="7062576" y="4457667"/>
            <a:ext cx="339710" cy="19270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3905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084C9-35FC-C7FE-F766-A8BF57959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4E380A-CA28-658C-2DB9-2E73F3CB1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465" y="2529625"/>
            <a:ext cx="1693710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pic>
        <p:nvPicPr>
          <p:cNvPr id="8" name="그림 7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F2A1BE-B0E2-8357-BBF8-7F68A6DB7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598" y="2565625"/>
            <a:ext cx="1660500" cy="3600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939E99C-3823-B4A3-AB37-9DF99FDD1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38774D-F430-E5BF-2109-4C3B50C732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err="1"/>
              <a:t>상품몰</a:t>
            </a:r>
            <a:r>
              <a:rPr lang="ko-KR" altLang="en-US"/>
              <a:t> </a:t>
            </a:r>
            <a:r>
              <a:rPr lang="en-US" altLang="ko-KR"/>
              <a:t>&gt; </a:t>
            </a:r>
            <a:r>
              <a:rPr lang="ko-KR" altLang="en-US"/>
              <a:t>추천 </a:t>
            </a:r>
            <a:r>
              <a:rPr lang="en-US" altLang="ko-KR"/>
              <a:t>&gt; case1. </a:t>
            </a:r>
            <a:r>
              <a:rPr lang="ko-KR" altLang="en-US"/>
              <a:t>정조합원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471535-B31A-C71B-D23A-7EA2B39E90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https://donbank.cu.co.kr/mbmainpt/vue/assets/html_new/sji/sjin01000001M_1.html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7014C55-1E77-2588-42A9-F44AD7A42B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대체 텍스트</a:t>
            </a:r>
            <a:r>
              <a:rPr lang="en-US" altLang="ko-KR"/>
              <a:t>) </a:t>
            </a:r>
            <a:r>
              <a:rPr lang="ko-KR" altLang="en-US"/>
              <a:t>텍스트 아닌 콘텐츠는 대체 가능한 텍스트와 함께 제공되어야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FE1E60D-940B-974E-C17C-E234D7FE4B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텍스트 아닌 콘텐츠에 대한 대체 텍스트는 그 의미나 기능을 동등한 수준으로 짧고 명확하게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E748634-0102-BB59-444A-0ED2E7467195}"/>
              </a:ext>
            </a:extLst>
          </p:cNvPr>
          <p:cNvSpPr/>
          <p:nvPr/>
        </p:nvSpPr>
        <p:spPr>
          <a:xfrm>
            <a:off x="5168598" y="3166853"/>
            <a:ext cx="320173" cy="48203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텍스트 개체 틀 6">
            <a:extLst>
              <a:ext uri="{FF2B5EF4-FFF2-40B4-BE49-F238E27FC236}">
                <a16:creationId xmlns:a16="http://schemas.microsoft.com/office/drawing/2014/main" id="{5F8BDF78-72D3-6A9A-1506-9BC8CD8A56D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022"/>
          </a:xfrm>
        </p:spPr>
        <p:txBody>
          <a:bodyPr/>
          <a:lstStyle/>
          <a:p>
            <a:r>
              <a:rPr lang="ko-KR" altLang="en-US"/>
              <a:t>불필요한 정보는 스크린 리더가 인지하지 않도록 숨김 텍스트를 삭제해야 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A4EB3DC-002D-0205-A549-6FD1EFB55CA7}"/>
              </a:ext>
            </a:extLst>
          </p:cNvPr>
          <p:cNvSpPr/>
          <p:nvPr/>
        </p:nvSpPr>
        <p:spPr>
          <a:xfrm>
            <a:off x="8953698" y="3144755"/>
            <a:ext cx="320173" cy="48203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DEFE923-FA39-FD95-5898-C74067181DD0}"/>
              </a:ext>
            </a:extLst>
          </p:cNvPr>
          <p:cNvGrpSpPr/>
          <p:nvPr/>
        </p:nvGrpSpPr>
        <p:grpSpPr>
          <a:xfrm>
            <a:off x="632796" y="4772405"/>
            <a:ext cx="4104304" cy="962728"/>
            <a:chOff x="631825" y="4319397"/>
            <a:chExt cx="4104304" cy="96272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4F889B1-6247-A84E-F7A9-B7B31EBCFBC5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50FB907-4284-5730-FE14-8564B57E7ADB}"/>
                </a:ext>
              </a:extLst>
            </p:cNvPr>
            <p:cNvSpPr/>
            <p:nvPr/>
          </p:nvSpPr>
          <p:spPr>
            <a:xfrm>
              <a:off x="631825" y="4530600"/>
              <a:ext cx="4104000" cy="75152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class="blind-left" style="opacity: 1;&gt;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&lt;span class="sound-only"&gt;</a:t>
              </a:r>
              <a:r>
                <a:rPr lang="ko-KR" altLang="en-US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왼쪽 메뉴 가리기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&lt;/span&gt;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class="blind-right" style="opacity: 0;“&gt;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&lt;span class="sound-only"&gt;</a:t>
              </a:r>
              <a:r>
                <a:rPr lang="ko-KR" altLang="en-US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왼쪽 메뉴 가리기</a:t>
              </a:r>
              <a:r>
                <a:rPr lang="en-US" altLang="ko-KR" sz="800" b="1" strike="sngStrike">
                  <a:solidFill>
                    <a:schemeClr val="accent1"/>
                  </a:solidFill>
                  <a:latin typeface="Consolas" panose="020B0609020204030204" pitchFamily="49" charset="0"/>
                </a:rPr>
                <a:t>&lt;/span&gt;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C5BD924-7E44-6D1D-3AA6-F9761C3C3059}"/>
              </a:ext>
            </a:extLst>
          </p:cNvPr>
          <p:cNvGrpSpPr/>
          <p:nvPr/>
        </p:nvGrpSpPr>
        <p:grpSpPr>
          <a:xfrm>
            <a:off x="632796" y="3516595"/>
            <a:ext cx="4104304" cy="962728"/>
            <a:chOff x="631825" y="4319397"/>
            <a:chExt cx="4104304" cy="96272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3EAE3E8-D20D-CE98-45A5-A0A3A61BA651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26151F0-0F21-79AA-5A3D-91C890DC1619}"/>
                </a:ext>
              </a:extLst>
            </p:cNvPr>
            <p:cNvSpPr/>
            <p:nvPr/>
          </p:nvSpPr>
          <p:spPr>
            <a:xfrm>
              <a:off x="631825" y="4530600"/>
              <a:ext cx="4104000" cy="75152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class="blind-left" style="opacity: 1;"&gt;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&lt;span class="sound-only"&gt;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왼쪽 메뉴 가리기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&lt;/span&gt;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class="blind-right“ style="opacity: 0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;"&gt;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&lt;span class="sound-only"&gt;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왼쪽 메뉴 가리기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&lt;/span&gt;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72950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E34DC-EF18-F3A0-37F0-B06A0AD62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81E7AD6D-666B-0B02-43FE-7E18BBAA5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320" y="2468665"/>
            <a:ext cx="1650435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5EC4381-48A8-C6BA-58CF-740177298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FB20D3-BABA-187C-477C-F4DE3D747C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err="1"/>
              <a:t>상품몰</a:t>
            </a:r>
            <a:r>
              <a:rPr lang="ko-KR" altLang="en-US"/>
              <a:t> </a:t>
            </a:r>
            <a:r>
              <a:rPr lang="en-US" altLang="ko-KR"/>
              <a:t>&gt; </a:t>
            </a:r>
            <a:r>
              <a:rPr lang="ko-KR" altLang="en-US"/>
              <a:t>추천 </a:t>
            </a:r>
            <a:r>
              <a:rPr lang="en-US" altLang="ko-KR"/>
              <a:t>&gt; case1. </a:t>
            </a:r>
            <a:r>
              <a:rPr lang="ko-KR" altLang="en-US"/>
              <a:t>정조합원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03324E-0B01-130F-F56F-6DCC909B80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https://donbank.cu.co.kr/mbmainpt/vue/assets/html_new/sji/sjin01000001M_1.html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B37AE19-CDE1-ECB9-A1DC-6E2E4985BF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대체 텍스트</a:t>
            </a:r>
            <a:r>
              <a:rPr lang="en-US" altLang="ko-KR"/>
              <a:t>) </a:t>
            </a:r>
            <a:r>
              <a:rPr lang="ko-KR" altLang="en-US"/>
              <a:t>텍스트 아닌 콘텐츠는 대체 가능한 텍스트와 함께 제공되어야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AFA768C-B32E-02D5-41EF-126FFFF5CC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텍스트 아닌 콘텐츠에 대한 대체 텍스트는 그 의미나 기능을 동등한 수준으로 짧고 명확하게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9" name="텍스트 개체 틀 6">
            <a:extLst>
              <a:ext uri="{FF2B5EF4-FFF2-40B4-BE49-F238E27FC236}">
                <a16:creationId xmlns:a16="http://schemas.microsoft.com/office/drawing/2014/main" id="{0AA2565D-49E6-F6B4-9870-8D7ABBDF46E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27984"/>
          </a:xfrm>
        </p:spPr>
        <p:txBody>
          <a:bodyPr/>
          <a:lstStyle/>
          <a:p>
            <a:r>
              <a:rPr lang="ko-KR" altLang="en-US"/>
              <a:t>이미지의 대체 텍스트</a:t>
            </a:r>
            <a:r>
              <a:rPr lang="en-US" altLang="ko-KR"/>
              <a:t>(alt </a:t>
            </a:r>
            <a:r>
              <a:rPr lang="ko-KR" altLang="en-US"/>
              <a:t>속성</a:t>
            </a:r>
            <a:r>
              <a:rPr lang="en-US" altLang="ko-KR"/>
              <a:t>)</a:t>
            </a:r>
            <a:r>
              <a:rPr lang="ko-KR" altLang="en-US"/>
              <a:t>가 생략되면 이미지 요소의 경로 정보가 스크린 리더로 출력됨</a:t>
            </a:r>
          </a:p>
          <a:p>
            <a:r>
              <a:rPr lang="ko-KR" altLang="en-US"/>
              <a:t>장식용 이미지는 </a:t>
            </a:r>
            <a:r>
              <a:rPr lang="en-US" altLang="ko-KR"/>
              <a:t>alt </a:t>
            </a:r>
            <a:r>
              <a:rPr lang="ko-KR" altLang="en-US"/>
              <a:t>속성을 추가하되</a:t>
            </a:r>
            <a:r>
              <a:rPr lang="en-US" altLang="ko-KR"/>
              <a:t>, </a:t>
            </a:r>
            <a:r>
              <a:rPr lang="ko-KR" altLang="en-US"/>
              <a:t>공백으로 제공해야 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D2E0245-2CBE-A9BD-4FD4-04B912CF43B9}"/>
              </a:ext>
            </a:extLst>
          </p:cNvPr>
          <p:cNvSpPr/>
          <p:nvPr/>
        </p:nvSpPr>
        <p:spPr>
          <a:xfrm>
            <a:off x="6701723" y="3291840"/>
            <a:ext cx="1040197" cy="60358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CDF4989-A267-9616-58AD-190CF685A213}"/>
              </a:ext>
            </a:extLst>
          </p:cNvPr>
          <p:cNvGrpSpPr/>
          <p:nvPr/>
        </p:nvGrpSpPr>
        <p:grpSpPr>
          <a:xfrm>
            <a:off x="632796" y="4772405"/>
            <a:ext cx="4104304" cy="557296"/>
            <a:chOff x="631825" y="4319397"/>
            <a:chExt cx="4104304" cy="557296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BE1AFFF-A892-7A2E-A248-7C15FD5E9ADC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419EF59-CE68-24D6-B1B9-CEC7E0A87F20}"/>
                </a:ext>
              </a:extLst>
            </p:cNvPr>
            <p:cNvSpPr/>
            <p:nvPr/>
          </p:nvSpPr>
          <p:spPr>
            <a:xfrm>
              <a:off x="631825" y="4530600"/>
              <a:ext cx="4104000" cy="34609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="../../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css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/_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/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sample_visual.svg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“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alt=“”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BBF56F4-2E49-A611-C62A-1220158137DF}"/>
              </a:ext>
            </a:extLst>
          </p:cNvPr>
          <p:cNvGrpSpPr/>
          <p:nvPr/>
        </p:nvGrpSpPr>
        <p:grpSpPr>
          <a:xfrm>
            <a:off x="632796" y="3532999"/>
            <a:ext cx="4104304" cy="557296"/>
            <a:chOff x="631825" y="4319397"/>
            <a:chExt cx="4104304" cy="55729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BDC2DC5-F240-8A30-3C6C-83452B63F6DC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7F589599-1721-8479-1B08-140510DA9F74}"/>
                </a:ext>
              </a:extLst>
            </p:cNvPr>
            <p:cNvSpPr/>
            <p:nvPr/>
          </p:nvSpPr>
          <p:spPr>
            <a:xfrm>
              <a:off x="631825" y="4530600"/>
              <a:ext cx="4104000" cy="34609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="../../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css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/_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/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sample_visual.svg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49988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B4476-22F5-64EA-7ABB-313C6B709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DDB1D92D-061A-C476-BBD0-4B561F8F0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320" y="2468665"/>
            <a:ext cx="1650435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EC71FB-12B5-0771-ED21-FBA00DF2C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FB067E-321A-DACB-1235-01DC2D1798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err="1"/>
              <a:t>상품몰</a:t>
            </a:r>
            <a:r>
              <a:rPr lang="ko-KR" altLang="en-US"/>
              <a:t> </a:t>
            </a:r>
            <a:r>
              <a:rPr lang="en-US" altLang="ko-KR"/>
              <a:t>&gt; </a:t>
            </a:r>
            <a:r>
              <a:rPr lang="ko-KR" altLang="en-US"/>
              <a:t>추천 </a:t>
            </a:r>
            <a:r>
              <a:rPr lang="en-US" altLang="ko-KR"/>
              <a:t>&gt; case1. </a:t>
            </a:r>
            <a:r>
              <a:rPr lang="ko-KR" altLang="en-US"/>
              <a:t>정조합원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FA1FDF-C459-E043-A583-2A7F9D0642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https://donbank.cu.co.kr/mbmainpt/vue/assets/html_new/sji/sjin01000001M_1.html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FCEACF2-8801-B792-8F27-9C435FAEDB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대체 텍스트</a:t>
            </a:r>
            <a:r>
              <a:rPr lang="en-US" altLang="ko-KR"/>
              <a:t>) </a:t>
            </a:r>
            <a:r>
              <a:rPr lang="ko-KR" altLang="en-US"/>
              <a:t>텍스트 아닌 콘텐츠는 대체 가능한 텍스트와 함께 제공되어야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D080DD3-DFD1-297A-069F-56530B9C4E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텍스트 아닌 콘텐츠에 대한 대체 텍스트는 그 의미나 기능을 동등한 수준으로 짧고 명확하게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9" name="텍스트 개체 틀 6">
            <a:extLst>
              <a:ext uri="{FF2B5EF4-FFF2-40B4-BE49-F238E27FC236}">
                <a16:creationId xmlns:a16="http://schemas.microsoft.com/office/drawing/2014/main" id="{155C24E3-9D89-1C8D-8277-51C303FDA4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27984"/>
          </a:xfrm>
        </p:spPr>
        <p:txBody>
          <a:bodyPr/>
          <a:lstStyle/>
          <a:p>
            <a:r>
              <a:rPr lang="ko-KR" altLang="en-US"/>
              <a:t>이미지의 대체 텍스트</a:t>
            </a:r>
            <a:r>
              <a:rPr lang="en-US" altLang="ko-KR"/>
              <a:t>(alt </a:t>
            </a:r>
            <a:r>
              <a:rPr lang="ko-KR" altLang="en-US"/>
              <a:t>속성</a:t>
            </a:r>
            <a:r>
              <a:rPr lang="en-US" altLang="ko-KR"/>
              <a:t>)</a:t>
            </a:r>
            <a:r>
              <a:rPr lang="ko-KR" altLang="en-US"/>
              <a:t>가 생략되면 이미지 요소의 경로 정보가 스크린 리더로 출력됨</a:t>
            </a:r>
          </a:p>
          <a:p>
            <a:r>
              <a:rPr lang="ko-KR" altLang="en-US"/>
              <a:t>장식용 이미지는 </a:t>
            </a:r>
            <a:r>
              <a:rPr lang="en-US" altLang="ko-KR"/>
              <a:t>alt </a:t>
            </a:r>
            <a:r>
              <a:rPr lang="ko-KR" altLang="en-US"/>
              <a:t>속성을 추가하되</a:t>
            </a:r>
            <a:r>
              <a:rPr lang="en-US" altLang="ko-KR"/>
              <a:t>, </a:t>
            </a:r>
            <a:r>
              <a:rPr lang="ko-KR" altLang="en-US"/>
              <a:t>공백으로 제</a:t>
            </a:r>
            <a:r>
              <a:rPr lang="en-US" altLang="ko-KR"/>
              <a:t>a</a:t>
            </a:r>
            <a:r>
              <a:rPr lang="ko-KR" altLang="en-US"/>
              <a:t>공해야 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85BAA3-064A-1901-BF68-ADFAA1090349}"/>
              </a:ext>
            </a:extLst>
          </p:cNvPr>
          <p:cNvSpPr/>
          <p:nvPr/>
        </p:nvSpPr>
        <p:spPr>
          <a:xfrm>
            <a:off x="6544970" y="3944983"/>
            <a:ext cx="160630" cy="22212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73BE3B4-2361-2257-F8C6-2379C0DED6F6}"/>
              </a:ext>
            </a:extLst>
          </p:cNvPr>
          <p:cNvGrpSpPr/>
          <p:nvPr/>
        </p:nvGrpSpPr>
        <p:grpSpPr>
          <a:xfrm>
            <a:off x="632796" y="4772405"/>
            <a:ext cx="4104304" cy="1234405"/>
            <a:chOff x="631825" y="4319397"/>
            <a:chExt cx="4104304" cy="123440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2F6B638-33B0-6421-DA60-870ECEC78F14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23BC7A3-E391-45CA-6160-6B9F830745BC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class="info-card"&gt;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="../../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css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/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/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icon_atm.svg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alt=""</a:t>
              </a:r>
              <a:r>
                <a:rPr lang="en-US" altLang="ko-KR" sz="800" b="1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&lt;strong class="font-16 bold"&gt;</a:t>
              </a:r>
              <a:r>
                <a:rPr lang="ko-KR" altLang="en-US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모아모아통장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&lt;span class="font-primary"&gt;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최고 연 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4.5%&lt;/span&gt;&lt;/strong&gt;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&lt;span&gt;50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만원 이하 구간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, 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신규고객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6F6EE94-9A82-D842-4CAF-D2A8ED961BC0}"/>
              </a:ext>
            </a:extLst>
          </p:cNvPr>
          <p:cNvGrpSpPr/>
          <p:nvPr/>
        </p:nvGrpSpPr>
        <p:grpSpPr>
          <a:xfrm>
            <a:off x="632796" y="2932698"/>
            <a:ext cx="4104304" cy="1234405"/>
            <a:chOff x="631825" y="4319397"/>
            <a:chExt cx="4104304" cy="123440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733445-30D8-D272-3A85-8ADCC902F9F0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32FF9C3-5778-CA0E-F43E-C84B4DB4683B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class="info-card"&gt;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&lt;</a:t>
              </a:r>
              <a:r>
                <a:rPr lang="en-US" altLang="ko-KR" sz="800" b="1" err="1">
                  <a:solidFill>
                    <a:schemeClr val="accent5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b="1" err="1">
                  <a:solidFill>
                    <a:schemeClr val="accent5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="../../</a:t>
              </a:r>
              <a:r>
                <a:rPr lang="en-US" altLang="ko-KR" sz="800" b="1" err="1">
                  <a:solidFill>
                    <a:schemeClr val="accent5"/>
                  </a:solidFill>
                  <a:latin typeface="Consolas" panose="020B0609020204030204" pitchFamily="49" charset="0"/>
                </a:rPr>
                <a:t>css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/</a:t>
              </a:r>
              <a:r>
                <a:rPr lang="en-US" altLang="ko-KR" sz="800" b="1" err="1">
                  <a:solidFill>
                    <a:schemeClr val="accent5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/</a:t>
              </a:r>
              <a:r>
                <a:rPr lang="en-US" altLang="ko-KR" sz="800" b="1" err="1">
                  <a:solidFill>
                    <a:schemeClr val="accent5"/>
                  </a:solidFill>
                  <a:latin typeface="Consolas" panose="020B0609020204030204" pitchFamily="49" charset="0"/>
                </a:rPr>
                <a:t>icon_atm.svg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&lt;strong class="font-16 bold"&gt;</a:t>
              </a:r>
              <a:r>
                <a:rPr lang="ko-KR" altLang="en-US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모아모아통장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&lt;span class="font-primary"&gt;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최고 연 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4.5%&lt;/span&gt;&lt;/strong&gt;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&lt;span&gt;50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만원 이하 구간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, 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신규고객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38883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58058-5E8F-6163-5148-1D4F5FB3C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27861861-CBA7-20AA-A4FE-DACD87E3F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320" y="2468665"/>
            <a:ext cx="1650435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61A9306-AE2C-25D1-24BB-32F284C7E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94D18C-3941-C478-F22E-CEBAB0C7E5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err="1"/>
              <a:t>상품몰</a:t>
            </a:r>
            <a:r>
              <a:rPr lang="ko-KR" altLang="en-US"/>
              <a:t> </a:t>
            </a:r>
            <a:r>
              <a:rPr lang="en-US" altLang="ko-KR"/>
              <a:t>&gt; </a:t>
            </a:r>
            <a:r>
              <a:rPr lang="ko-KR" altLang="en-US"/>
              <a:t>추천 </a:t>
            </a:r>
            <a:r>
              <a:rPr lang="en-US" altLang="ko-KR"/>
              <a:t>&gt; case1. </a:t>
            </a:r>
            <a:r>
              <a:rPr lang="ko-KR" altLang="en-US"/>
              <a:t>정조합원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617E21-8621-8242-C610-BC12198194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https://donbank.cu.co.kr/mbmainpt/vue/assets/html_new/sji/sjin01000001M_1.html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6812EA-D876-0443-B24B-D316E14AB4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8. (</a:t>
            </a:r>
            <a:r>
              <a:rPr lang="ko-KR" altLang="en-US"/>
              <a:t>누르기 동작 지원</a:t>
            </a:r>
            <a:r>
              <a:rPr lang="en-US" altLang="ko-KR"/>
              <a:t>) </a:t>
            </a:r>
            <a:r>
              <a:rPr lang="ko-KR" altLang="en-US"/>
              <a:t>터치</a:t>
            </a:r>
            <a:r>
              <a:rPr lang="en-US" altLang="ko-KR"/>
              <a:t>(touch) </a:t>
            </a:r>
            <a:r>
              <a:rPr lang="ko-KR" altLang="en-US"/>
              <a:t>기반 모바일 기기의 모든 컨트롤은 누르기 동작으로 제어할 수 있어야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57CBFEF-786E-A953-557A-A4A29114A6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두 개 이상의 손가락을 동시에 이용해야 하는 다중 누르기</a:t>
            </a:r>
            <a:r>
              <a:rPr lang="en-US" altLang="ko-KR"/>
              <a:t>(Multi-touch)</a:t>
            </a:r>
            <a:r>
              <a:rPr lang="ko-KR" altLang="en-US"/>
              <a:t>동작</a:t>
            </a:r>
            <a:r>
              <a:rPr lang="en-US" altLang="ko-KR"/>
              <a:t>, </a:t>
            </a:r>
            <a:r>
              <a:rPr lang="ko-KR" altLang="en-US"/>
              <a:t>팬</a:t>
            </a:r>
            <a:r>
              <a:rPr lang="en-US" altLang="ko-KR"/>
              <a:t>(Pan), </a:t>
            </a:r>
            <a:r>
              <a:rPr lang="ko-KR" altLang="en-US"/>
              <a:t>끌기와 놓기</a:t>
            </a:r>
            <a:r>
              <a:rPr lang="en-US" altLang="ko-KR"/>
              <a:t>(Drag and drop) </a:t>
            </a:r>
            <a:r>
              <a:rPr lang="ko-KR" altLang="en-US"/>
              <a:t>등의 복잡한 누르기 동작은 단순한 누르기 동작을 함께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9" name="텍스트 개체 틀 6">
            <a:extLst>
              <a:ext uri="{FF2B5EF4-FFF2-40B4-BE49-F238E27FC236}">
                <a16:creationId xmlns:a16="http://schemas.microsoft.com/office/drawing/2014/main" id="{BABDEB1F-52F4-22A4-A8A9-041DE8C3436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633278"/>
          </a:xfrm>
        </p:spPr>
        <p:txBody>
          <a:bodyPr/>
          <a:lstStyle/>
          <a:p>
            <a:r>
              <a:rPr lang="ko-KR" altLang="en-US"/>
              <a:t>슬라이드를 조작할 수 있는 버튼이 제공되지 않아</a:t>
            </a:r>
            <a:r>
              <a:rPr lang="en-US" altLang="ko-KR"/>
              <a:t>, </a:t>
            </a:r>
            <a:r>
              <a:rPr lang="ko-KR" altLang="en-US"/>
              <a:t>스크린 리더 사용자는 단일 터치를 통한 슬라이드 조작이 불가함</a:t>
            </a:r>
          </a:p>
          <a:p>
            <a:r>
              <a:rPr lang="ko-KR" altLang="en-US"/>
              <a:t>이전</a:t>
            </a:r>
            <a:r>
              <a:rPr lang="en-US" altLang="ko-KR"/>
              <a:t>, </a:t>
            </a:r>
            <a:r>
              <a:rPr lang="ko-KR" altLang="en-US"/>
              <a:t>다음</a:t>
            </a:r>
            <a:r>
              <a:rPr lang="en-US" altLang="ko-KR"/>
              <a:t> </a:t>
            </a:r>
            <a:r>
              <a:rPr lang="ko-KR" altLang="en-US"/>
              <a:t>버튼을 제공하거나 하단 인디케이터 요소를 버튼으로 제공하여 실행 시 슬라이드가 동작하도록 구현해야 함</a:t>
            </a:r>
            <a:r>
              <a:rPr lang="en-US" altLang="ko-KR"/>
              <a:t> </a:t>
            </a:r>
          </a:p>
          <a:p>
            <a:r>
              <a:rPr lang="ko-KR" altLang="en-US"/>
              <a:t>선택된 상태의 인디케이터에는 선택된 상태에 대한 정보를 제공해야 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50E4299-EF37-1B4C-7F05-E56F359CB911}"/>
              </a:ext>
            </a:extLst>
          </p:cNvPr>
          <p:cNvSpPr/>
          <p:nvPr/>
        </p:nvSpPr>
        <p:spPr>
          <a:xfrm>
            <a:off x="6861810" y="4211022"/>
            <a:ext cx="732064" cy="154603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48F744D-9416-B76A-CA97-C177DA7432C3}"/>
              </a:ext>
            </a:extLst>
          </p:cNvPr>
          <p:cNvGrpSpPr/>
          <p:nvPr/>
        </p:nvGrpSpPr>
        <p:grpSpPr>
          <a:xfrm>
            <a:off x="632796" y="3782826"/>
            <a:ext cx="4104304" cy="1776091"/>
            <a:chOff x="631825" y="4319397"/>
            <a:chExt cx="4104304" cy="177609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CA47A32-3998-9CF8-6981-FA6FD11CCDE2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5342B42-9962-3410-6C57-9CDAAA80E0CA}"/>
                </a:ext>
              </a:extLst>
            </p:cNvPr>
            <p:cNvSpPr/>
            <p:nvPr/>
          </p:nvSpPr>
          <p:spPr>
            <a:xfrm>
              <a:off x="631825" y="4530600"/>
              <a:ext cx="4104000" cy="156488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class="indicator"&gt;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&lt;span class="dot" </a:t>
              </a:r>
              <a:r>
                <a:rPr lang="en-US" altLang="ko-KR" sz="800">
                  <a:solidFill>
                    <a:schemeClr val="accent1"/>
                  </a:solidFill>
                  <a:latin typeface="Consolas" panose="020B0609020204030204" pitchFamily="49" charset="0"/>
                </a:rPr>
                <a:t>role="button" aria-label="1</a:t>
              </a:r>
              <a:r>
                <a:rPr lang="ko-KR" altLang="en-US" sz="800">
                  <a:solidFill>
                    <a:schemeClr val="accent1"/>
                  </a:solidFill>
                  <a:latin typeface="Consolas" panose="020B0609020204030204" pitchFamily="49" charset="0"/>
                </a:rPr>
                <a:t>번 슬라이드</a:t>
              </a:r>
              <a:r>
                <a:rPr lang="en-US" altLang="ko-KR" sz="80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&lt;span class="dot" </a:t>
              </a:r>
              <a:r>
                <a:rPr lang="en-US" altLang="ko-KR" sz="800">
                  <a:solidFill>
                    <a:schemeClr val="accent1"/>
                  </a:solidFill>
                  <a:latin typeface="Consolas" panose="020B0609020204030204" pitchFamily="49" charset="0"/>
                </a:rPr>
                <a:t>role="button" aria-label="2</a:t>
              </a:r>
              <a:r>
                <a:rPr lang="ko-KR" altLang="en-US" sz="800">
                  <a:solidFill>
                    <a:schemeClr val="accent1"/>
                  </a:solidFill>
                  <a:latin typeface="Consolas" panose="020B0609020204030204" pitchFamily="49" charset="0"/>
                </a:rPr>
                <a:t>번 슬라이드</a:t>
              </a:r>
              <a:r>
                <a:rPr lang="en-US" altLang="ko-KR" sz="80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&lt;span class="dot" </a:t>
              </a:r>
              <a:r>
                <a:rPr lang="en-US" altLang="ko-KR" sz="800">
                  <a:solidFill>
                    <a:schemeClr val="accent1"/>
                  </a:solidFill>
                  <a:latin typeface="Consolas" panose="020B0609020204030204" pitchFamily="49" charset="0"/>
                </a:rPr>
                <a:t>role="button" aria-label="3</a:t>
              </a:r>
              <a:r>
                <a:rPr lang="ko-KR" altLang="en-US" sz="800">
                  <a:solidFill>
                    <a:schemeClr val="accent1"/>
                  </a:solidFill>
                  <a:latin typeface="Consolas" panose="020B0609020204030204" pitchFamily="49" charset="0"/>
                </a:rPr>
                <a:t>번 슬라이드</a:t>
              </a:r>
              <a:r>
                <a:rPr lang="en-US" altLang="ko-KR" sz="80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&lt;span class="dot active" </a:t>
              </a:r>
              <a:r>
                <a:rPr lang="en-US" altLang="ko-KR" sz="800">
                  <a:solidFill>
                    <a:schemeClr val="accent1"/>
                  </a:solidFill>
                  <a:latin typeface="Consolas" panose="020B0609020204030204" pitchFamily="49" charset="0"/>
                </a:rPr>
                <a:t>role="button" aria-label="4</a:t>
              </a:r>
              <a:r>
                <a:rPr lang="ko-KR" altLang="en-US" sz="800">
                  <a:solidFill>
                    <a:schemeClr val="accent1"/>
                  </a:solidFill>
                  <a:latin typeface="Consolas" panose="020B0609020204030204" pitchFamily="49" charset="0"/>
                </a:rPr>
                <a:t>번 슬라이드</a:t>
              </a:r>
              <a:r>
                <a:rPr lang="en-US" altLang="ko-KR" sz="800">
                  <a:solidFill>
                    <a:schemeClr val="accent1"/>
                  </a:solidFill>
                  <a:latin typeface="Consolas" panose="020B0609020204030204" pitchFamily="49" charset="0"/>
                </a:rPr>
                <a:t>" aria-selected="true"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&lt;span class="dot" </a:t>
              </a:r>
              <a:r>
                <a:rPr lang="en-US" altLang="ko-KR" sz="800">
                  <a:solidFill>
                    <a:schemeClr val="accent1"/>
                  </a:solidFill>
                  <a:latin typeface="Consolas" panose="020B0609020204030204" pitchFamily="49" charset="0"/>
                </a:rPr>
                <a:t>role="button" aria-label="5</a:t>
              </a:r>
              <a:r>
                <a:rPr lang="ko-KR" altLang="en-US" sz="800">
                  <a:solidFill>
                    <a:schemeClr val="accent1"/>
                  </a:solidFill>
                  <a:latin typeface="Consolas" panose="020B0609020204030204" pitchFamily="49" charset="0"/>
                </a:rPr>
                <a:t>번 슬라이드</a:t>
              </a:r>
              <a:r>
                <a:rPr lang="en-US" altLang="ko-KR" sz="80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&lt;button type="button" class="toggle-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stop"&gt;&lt;span class="sound-only"&gt;play&lt;/span&gt;&lt;/button&gt;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73052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FCE3B-8DF3-3A98-6D36-FAD216D41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6EDBAD63-94EA-0B01-ABA3-5D9FF3D95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320" y="2468665"/>
            <a:ext cx="1650435" cy="3672000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A0D8009-0E73-7522-167F-65447F2E0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80B829-4E32-4517-5F2D-973194165F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err="1"/>
              <a:t>상품몰</a:t>
            </a:r>
            <a:r>
              <a:rPr lang="ko-KR" altLang="en-US"/>
              <a:t> </a:t>
            </a:r>
            <a:r>
              <a:rPr lang="en-US" altLang="ko-KR"/>
              <a:t>&gt; </a:t>
            </a:r>
            <a:r>
              <a:rPr lang="ko-KR" altLang="en-US"/>
              <a:t>추천 </a:t>
            </a:r>
            <a:r>
              <a:rPr lang="en-US" altLang="ko-KR"/>
              <a:t>&gt; case1. </a:t>
            </a:r>
            <a:r>
              <a:rPr lang="ko-KR" altLang="en-US"/>
              <a:t>정조합원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EBA35F-06C4-2F1A-0147-E8B3DA7D3D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https://donbank.cu.co.kr/mbmainpt/vue/assets/html_new/sji/sjin01000001M_1.html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3FEE0D-EE54-F028-CE80-F235F7916D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대체 텍스트</a:t>
            </a:r>
            <a:r>
              <a:rPr lang="en-US" altLang="ko-KR"/>
              <a:t>) </a:t>
            </a:r>
            <a:r>
              <a:rPr lang="ko-KR" altLang="en-US"/>
              <a:t>텍스트 아닌 콘텐츠는 대체 가능한 텍스트와 함께 제공되어야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77621EB-7C79-C453-69FE-D53101216D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텍스트 아닌 콘텐츠에 대한 대체 텍스트는 그 의미나 기능을 동등한 수준으로 짧고 명확하게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9" name="텍스트 개체 틀 6">
            <a:extLst>
              <a:ext uri="{FF2B5EF4-FFF2-40B4-BE49-F238E27FC236}">
                <a16:creationId xmlns:a16="http://schemas.microsoft.com/office/drawing/2014/main" id="{0DEB620B-A67A-D54D-24B6-3BAF5BC6352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2650"/>
          </a:xfrm>
        </p:spPr>
        <p:txBody>
          <a:bodyPr/>
          <a:lstStyle/>
          <a:p>
            <a:r>
              <a:rPr lang="ko-KR" altLang="en-US"/>
              <a:t>슬라이드 자동 재생</a:t>
            </a:r>
            <a:r>
              <a:rPr lang="en-US" altLang="ko-KR"/>
              <a:t>/</a:t>
            </a:r>
            <a:r>
              <a:rPr lang="ko-KR" altLang="en-US"/>
              <a:t>일시 정지 버튼 시 시각적으로 보이는 아이콘의 형태가 서로 뒤바뀌어 있음</a:t>
            </a:r>
            <a:endParaRPr lang="en-US" altLang="ko-KR"/>
          </a:p>
          <a:p>
            <a:r>
              <a:rPr lang="ko-KR" altLang="en-US"/>
              <a:t>또한</a:t>
            </a:r>
            <a:r>
              <a:rPr lang="en-US" altLang="ko-KR"/>
              <a:t>, </a:t>
            </a:r>
            <a:r>
              <a:rPr lang="ko-KR" altLang="en-US"/>
              <a:t>자동 재생</a:t>
            </a:r>
            <a:r>
              <a:rPr lang="en-US" altLang="ko-KR"/>
              <a:t>/</a:t>
            </a:r>
            <a:r>
              <a:rPr lang="ko-KR" altLang="en-US"/>
              <a:t>일시 정지 버튼 내 텍스트 정보가 올바르게 제공되지 않음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87BA9F3-51C0-DB54-805B-972978835AAE}"/>
              </a:ext>
            </a:extLst>
          </p:cNvPr>
          <p:cNvSpPr/>
          <p:nvPr/>
        </p:nvSpPr>
        <p:spPr>
          <a:xfrm>
            <a:off x="7334250" y="4211022"/>
            <a:ext cx="171450" cy="18952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11985E0-364D-EF3E-F1E9-D6EECAD9B35B}"/>
              </a:ext>
            </a:extLst>
          </p:cNvPr>
          <p:cNvGrpSpPr/>
          <p:nvPr/>
        </p:nvGrpSpPr>
        <p:grpSpPr>
          <a:xfrm>
            <a:off x="632796" y="3782826"/>
            <a:ext cx="4104304" cy="1640670"/>
            <a:chOff x="631825" y="4319397"/>
            <a:chExt cx="4104304" cy="164067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65DE56C-D0B9-A61B-837E-CC80A635A916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7FD6FE6-3148-FA0C-17F1-A877FF265523}"/>
                </a:ext>
              </a:extLst>
            </p:cNvPr>
            <p:cNvSpPr/>
            <p:nvPr/>
          </p:nvSpPr>
          <p:spPr>
            <a:xfrm>
              <a:off x="631825" y="4530600"/>
              <a:ext cx="4104000" cy="142946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&lt;!-- 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슬라이드가 재생 중인 경우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--&gt;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&lt;button type="button" class="toggle-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stop"&gt;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&lt;span class="sound-only"&gt;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일시 정지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endParaRPr lang="en-US" altLang="ko-KR" sz="8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&lt;!-- 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슬라이드가 일시 정지 중인 경우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  <a:sym typeface="Wingdings" panose="05000000000000000000" pitchFamily="2" charset="2"/>
                </a:rPr>
                <a:t></a:t>
              </a:r>
              <a:endParaRPr lang="en-US" altLang="ko-KR" sz="8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&lt;button type="button" class="toggle-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stop"&gt;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&lt;span class="sound-only"&gt;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재생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&lt;/button&gt;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6132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5318E-84DC-450C-6326-FFEB892E6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0832DF1-200E-F2D2-BB4C-A20C30C72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118" y="2529625"/>
            <a:ext cx="1618839" cy="367200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6D206A1-B7ED-64B4-7B93-02207E4F0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0A1D6F-18B6-B441-D998-46236F5385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err="1"/>
              <a:t>상품몰</a:t>
            </a:r>
            <a:r>
              <a:rPr lang="ko-KR" altLang="en-US"/>
              <a:t> </a:t>
            </a:r>
            <a:r>
              <a:rPr lang="en-US" altLang="ko-KR"/>
              <a:t>&gt; </a:t>
            </a:r>
            <a:r>
              <a:rPr lang="ko-KR" altLang="en-US"/>
              <a:t>추천 </a:t>
            </a:r>
            <a:r>
              <a:rPr lang="en-US" altLang="ko-KR"/>
              <a:t>&gt; </a:t>
            </a:r>
            <a:r>
              <a:rPr lang="ko-KR" altLang="en-US"/>
              <a:t>내 상품 바구니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447C7F-9359-6C33-863C-FB246D69F2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https://donbank.cu.co.kr/mbmainpt/vue/assets/html_new/sji/sjin01000002M.html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5EEC452-3113-B174-DA7F-89DC51576C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대체 텍스트</a:t>
            </a:r>
            <a:r>
              <a:rPr lang="en-US" altLang="ko-KR"/>
              <a:t>) </a:t>
            </a:r>
            <a:r>
              <a:rPr lang="ko-KR" altLang="en-US"/>
              <a:t>텍스트 아닌 콘텐츠는 대체 가능한 텍스트와 함께 제공되어야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D1E62ED-A4D1-4EC2-EF82-0412345A22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자동으로 변경되는 콘텐츠에는 앞으로 이동</a:t>
            </a:r>
            <a:r>
              <a:rPr lang="en-US" altLang="ko-KR"/>
              <a:t>, </a:t>
            </a:r>
            <a:r>
              <a:rPr lang="ko-KR" altLang="en-US"/>
              <a:t>뒤로 이동</a:t>
            </a:r>
            <a:r>
              <a:rPr lang="en-US" altLang="ko-KR"/>
              <a:t>, </a:t>
            </a:r>
            <a:r>
              <a:rPr lang="ko-KR" altLang="en-US"/>
              <a:t>일시 정지</a:t>
            </a:r>
            <a:r>
              <a:rPr lang="en-US" altLang="ko-KR"/>
              <a:t>, </a:t>
            </a:r>
            <a:r>
              <a:rPr lang="ko-KR" altLang="en-US"/>
              <a:t>정지와 같이 이를 제어할 수 있는 수단을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8" name="텍스트 개체 틀 6">
            <a:extLst>
              <a:ext uri="{FF2B5EF4-FFF2-40B4-BE49-F238E27FC236}">
                <a16:creationId xmlns:a16="http://schemas.microsoft.com/office/drawing/2014/main" id="{37E9E893-E172-810F-BFC2-1D226EC4992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976688"/>
          </a:xfrm>
        </p:spPr>
        <p:txBody>
          <a:bodyPr/>
          <a:lstStyle/>
          <a:p>
            <a:r>
              <a:rPr lang="ko-KR" altLang="en-US"/>
              <a:t>새로운 상품을 나타내는 문구를 안내하는 기호에 대한 설명이 존재하지 않으며</a:t>
            </a:r>
            <a:r>
              <a:rPr lang="en-US" altLang="ko-KR"/>
              <a:t>, </a:t>
            </a:r>
            <a:r>
              <a:rPr lang="ko-KR" altLang="en-US"/>
              <a:t>스크린 리더 설정에 따라 기호가 구분되어 음성 출력되지 않을 수 있으므로 특수 기호에 대체 텍스트를 제공해야 함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C440AC4-ACF1-86D8-E2BC-4DBF97C777F9}"/>
              </a:ext>
            </a:extLst>
          </p:cNvPr>
          <p:cNvGrpSpPr/>
          <p:nvPr/>
        </p:nvGrpSpPr>
        <p:grpSpPr>
          <a:xfrm>
            <a:off x="631825" y="3757422"/>
            <a:ext cx="4104304" cy="963561"/>
            <a:chOff x="631825" y="4319397"/>
            <a:chExt cx="4104304" cy="96356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E37DC33-ED5D-2340-6465-CE90E3F71E49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7EDBE45-7C8D-A4F2-4E1D-CF149FDE2E4C}"/>
                </a:ext>
              </a:extLst>
            </p:cNvPr>
            <p:cNvSpPr/>
            <p:nvPr/>
          </p:nvSpPr>
          <p:spPr>
            <a:xfrm>
              <a:off x="631825" y="4530600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&lt;h4 class="new"&gt;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</a:rPr>
                <a:t>&lt;span class="sound-only"&gt; </a:t>
              </a:r>
              <a:r>
                <a:rPr lang="ko-KR" altLang="en-US" sz="800" b="1">
                  <a:solidFill>
                    <a:schemeClr val="accent1"/>
                  </a:solidFill>
                </a:rPr>
                <a:t>새로운 상품</a:t>
              </a:r>
              <a:r>
                <a:rPr lang="en-US" altLang="ko-KR" sz="800" b="1">
                  <a:solidFill>
                    <a:schemeClr val="accent1"/>
                  </a:solidFill>
                </a:rPr>
                <a:t>&lt;/span&gt;</a:t>
              </a:r>
              <a:b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</a:br>
              <a:r>
                <a:rPr lang="ko-KR" altLang="en-US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유니온정기적금</a:t>
              </a:r>
              <a:b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</a:b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&lt;/h4&gt;</a:t>
              </a: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016E007-7597-0E43-45A8-95472727C766}"/>
              </a:ext>
            </a:extLst>
          </p:cNvPr>
          <p:cNvSpPr/>
          <p:nvPr/>
        </p:nvSpPr>
        <p:spPr>
          <a:xfrm>
            <a:off x="7240569" y="5635731"/>
            <a:ext cx="157758" cy="199773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90206ED-7D66-1E2F-1525-D8BCC59DF299}"/>
              </a:ext>
            </a:extLst>
          </p:cNvPr>
          <p:cNvSpPr/>
          <p:nvPr/>
        </p:nvSpPr>
        <p:spPr>
          <a:xfrm>
            <a:off x="6975208" y="5137256"/>
            <a:ext cx="157758" cy="199773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F9BBE60-DDF9-B595-8B59-C01ACA38850D}"/>
              </a:ext>
            </a:extLst>
          </p:cNvPr>
          <p:cNvSpPr/>
          <p:nvPr/>
        </p:nvSpPr>
        <p:spPr>
          <a:xfrm>
            <a:off x="6975208" y="4621096"/>
            <a:ext cx="157758" cy="199773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86861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7AA0B-5227-7887-5668-01F8D3AF6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FB0878D-1A91-2AB8-1876-D9363F3CC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081" y="2529625"/>
            <a:ext cx="1634914" cy="3672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E12C2E9-4638-56D0-DDE6-9B97B601D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E4430F-3F0A-A71A-49C4-7024BBF753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err="1"/>
              <a:t>상품몰</a:t>
            </a:r>
            <a:r>
              <a:rPr lang="ko-KR" altLang="en-US"/>
              <a:t> </a:t>
            </a:r>
            <a:r>
              <a:rPr lang="en-US" altLang="ko-KR"/>
              <a:t>&gt; </a:t>
            </a:r>
            <a:r>
              <a:rPr lang="ko-KR" altLang="en-US"/>
              <a:t>추천 </a:t>
            </a:r>
            <a:r>
              <a:rPr lang="en-US" altLang="ko-KR"/>
              <a:t>&gt; </a:t>
            </a:r>
            <a:r>
              <a:rPr lang="ko-KR" altLang="en-US"/>
              <a:t>상품 검색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C8520D-0604-C19E-22CC-E6CB2060AF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https://donbank.cu.co.kr/mbmainpt/vue/assets/html_new/sji/sjin01000004M_1.html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D81B45A-616C-0ADA-8EB7-75CF4105B3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12. (</a:t>
            </a:r>
            <a:r>
              <a:rPr lang="ko-KR" altLang="en-US"/>
              <a:t>입력 도움</a:t>
            </a:r>
            <a:r>
              <a:rPr lang="en-US" altLang="ko-KR"/>
              <a:t>) </a:t>
            </a:r>
            <a:r>
              <a:rPr lang="ko-KR" altLang="en-US"/>
              <a:t>입력서식 이용 시</a:t>
            </a:r>
            <a:r>
              <a:rPr lang="en-US" altLang="ko-KR"/>
              <a:t>, </a:t>
            </a:r>
            <a:r>
              <a:rPr lang="ko-KR" altLang="en-US"/>
              <a:t>입력 오류를 방지하거나 정정할 수 있는 방법을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45D98FE-5A17-5D1F-A140-403BE5A64D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입력서식에는 용도와 목적을 알 수 있는 대체정보를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8" name="텍스트 개체 틀 6">
            <a:extLst>
              <a:ext uri="{FF2B5EF4-FFF2-40B4-BE49-F238E27FC236}">
                <a16:creationId xmlns:a16="http://schemas.microsoft.com/office/drawing/2014/main" id="{3D2954B0-D9D3-BF96-2A91-597141FAFA4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843318"/>
          </a:xfrm>
        </p:spPr>
        <p:txBody>
          <a:bodyPr/>
          <a:lstStyle/>
          <a:p>
            <a:r>
              <a:rPr lang="ko-KR" altLang="en-US"/>
              <a:t>서식의 레이블이 제공되지 않아 사용자는 용도와 목적을 알 수 없음</a:t>
            </a:r>
          </a:p>
          <a:p>
            <a:r>
              <a:rPr lang="ko-KR" altLang="en-US"/>
              <a:t>서식의 레이블을 제공하도록 수정해야 함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06BBBDC-9F1A-E975-21DD-4BE7E080D121}"/>
              </a:ext>
            </a:extLst>
          </p:cNvPr>
          <p:cNvSpPr/>
          <p:nvPr/>
        </p:nvSpPr>
        <p:spPr>
          <a:xfrm>
            <a:off x="6404081" y="2734056"/>
            <a:ext cx="1634914" cy="199773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A3BCC47-42ED-9B53-1E1F-504535F63E08}"/>
              </a:ext>
            </a:extLst>
          </p:cNvPr>
          <p:cNvGrpSpPr/>
          <p:nvPr/>
        </p:nvGrpSpPr>
        <p:grpSpPr>
          <a:xfrm>
            <a:off x="632796" y="4772405"/>
            <a:ext cx="4104304" cy="556463"/>
            <a:chOff x="631825" y="4319397"/>
            <a:chExt cx="4104304" cy="55646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A9A4FD7-F927-59AB-3F50-67E7203FB510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FB2ACFE-FDD7-EED2-5390-EB2DECE41050}"/>
                </a:ext>
              </a:extLst>
            </p:cNvPr>
            <p:cNvSpPr/>
            <p:nvPr/>
          </p:nvSpPr>
          <p:spPr>
            <a:xfrm>
              <a:off x="631825" y="4530600"/>
              <a:ext cx="4104000" cy="34526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&lt;input type="text" placeholder="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이름 입력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“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aria-label="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이름 입력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B8A7D65-9C83-F75D-302D-CBA10557DEDF}"/>
              </a:ext>
            </a:extLst>
          </p:cNvPr>
          <p:cNvGrpSpPr/>
          <p:nvPr/>
        </p:nvGrpSpPr>
        <p:grpSpPr>
          <a:xfrm>
            <a:off x="632796" y="3757602"/>
            <a:ext cx="4104304" cy="556463"/>
            <a:chOff x="631825" y="4319397"/>
            <a:chExt cx="4104304" cy="55646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A9EEBD3-FE94-AB68-CA50-6754677CB0A6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8E35F34-34CA-D0AC-927E-07580DE1985D}"/>
                </a:ext>
              </a:extLst>
            </p:cNvPr>
            <p:cNvSpPr/>
            <p:nvPr/>
          </p:nvSpPr>
          <p:spPr>
            <a:xfrm>
              <a:off x="631825" y="4530600"/>
              <a:ext cx="4104000" cy="34526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&lt;input type="text" placeholder="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이름 입력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"&gt;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61430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E2219-163D-B907-2DD7-563877A6C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F4557A70-6284-F6FF-3021-59D33112C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081" y="2529625"/>
            <a:ext cx="1634914" cy="367200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3C77C67-659F-7401-5AA9-A73DF165B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BB0C60-4CBA-A791-2A14-6C4BAB4612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err="1"/>
              <a:t>상품몰</a:t>
            </a:r>
            <a:r>
              <a:rPr lang="ko-KR" altLang="en-US"/>
              <a:t> </a:t>
            </a:r>
            <a:r>
              <a:rPr lang="en-US" altLang="ko-KR"/>
              <a:t>&gt; </a:t>
            </a:r>
            <a:r>
              <a:rPr lang="ko-KR" altLang="en-US"/>
              <a:t>추천 </a:t>
            </a:r>
            <a:r>
              <a:rPr lang="en-US" altLang="ko-KR"/>
              <a:t>&gt; </a:t>
            </a:r>
            <a:r>
              <a:rPr lang="ko-KR" altLang="en-US"/>
              <a:t>상품 검색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1748E2-8E72-C023-0FB3-441125C201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https://donbank.cu.co.kr/mbmainpt/vue/assets/html_new/sji/sjin01000004M_1.html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5D2FDB1-32F6-9C60-07AA-013AA509EE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대체 텍스트</a:t>
            </a:r>
            <a:r>
              <a:rPr lang="en-US" altLang="ko-KR"/>
              <a:t>) </a:t>
            </a:r>
            <a:r>
              <a:rPr lang="ko-KR" altLang="en-US"/>
              <a:t>텍스트 아닌 콘텐츠는 대체 가능한 텍스트와 함께 제공되어야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519D309-F6B1-6D33-F81C-70B803679A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자동으로 변경되는 콘텐츠에는 앞으로 이동</a:t>
            </a:r>
            <a:r>
              <a:rPr lang="en-US" altLang="ko-KR"/>
              <a:t>, </a:t>
            </a:r>
            <a:r>
              <a:rPr lang="ko-KR" altLang="en-US"/>
              <a:t>뒤로 이동</a:t>
            </a:r>
            <a:r>
              <a:rPr lang="en-US" altLang="ko-KR"/>
              <a:t>, </a:t>
            </a:r>
            <a:r>
              <a:rPr lang="ko-KR" altLang="en-US"/>
              <a:t>일시 정지</a:t>
            </a:r>
            <a:r>
              <a:rPr lang="en-US" altLang="ko-KR"/>
              <a:t>, </a:t>
            </a:r>
            <a:r>
              <a:rPr lang="ko-KR" altLang="en-US"/>
              <a:t>정지와 같이 이를 제어할 수 있는 수단을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8" name="텍스트 개체 틀 6">
            <a:extLst>
              <a:ext uri="{FF2B5EF4-FFF2-40B4-BE49-F238E27FC236}">
                <a16:creationId xmlns:a16="http://schemas.microsoft.com/office/drawing/2014/main" id="{29F35045-D086-C4B4-ED97-30BC5F6E76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976688"/>
          </a:xfrm>
        </p:spPr>
        <p:txBody>
          <a:bodyPr/>
          <a:lstStyle/>
          <a:p>
            <a:r>
              <a:rPr lang="ko-KR" altLang="en-US"/>
              <a:t>새로운 상품을 나타내는 문구를 안내하는 기호에 대한 설명이 존재하지 않으며</a:t>
            </a:r>
            <a:r>
              <a:rPr lang="en-US" altLang="ko-KR"/>
              <a:t>, </a:t>
            </a:r>
            <a:r>
              <a:rPr lang="ko-KR" altLang="en-US"/>
              <a:t>스크린 리더 설정에 따라 기호가 구분되어 음성 출력되지 않을 수 있으므로 특수 기호에 대체 텍스트를 제공해야 함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AC9731F-1A81-A9D4-479B-DB288ED19974}"/>
              </a:ext>
            </a:extLst>
          </p:cNvPr>
          <p:cNvSpPr/>
          <p:nvPr/>
        </p:nvSpPr>
        <p:spPr>
          <a:xfrm>
            <a:off x="7178675" y="3851564"/>
            <a:ext cx="127289" cy="11724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EB2C5A9-BF73-D999-5236-3F398946CE78}"/>
              </a:ext>
            </a:extLst>
          </p:cNvPr>
          <p:cNvSpPr/>
          <p:nvPr/>
        </p:nvSpPr>
        <p:spPr>
          <a:xfrm>
            <a:off x="6987740" y="5364875"/>
            <a:ext cx="127289" cy="11724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CF9C1B8-9A00-8770-3999-2E9CF48F3183}"/>
              </a:ext>
            </a:extLst>
          </p:cNvPr>
          <p:cNvSpPr/>
          <p:nvPr/>
        </p:nvSpPr>
        <p:spPr>
          <a:xfrm>
            <a:off x="6987741" y="4866367"/>
            <a:ext cx="127289" cy="11724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94D7ACA-0CC6-4AF6-9F24-B9FBA6E69B9A}"/>
              </a:ext>
            </a:extLst>
          </p:cNvPr>
          <p:cNvSpPr/>
          <p:nvPr/>
        </p:nvSpPr>
        <p:spPr>
          <a:xfrm>
            <a:off x="7051386" y="4365625"/>
            <a:ext cx="127289" cy="11724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BD090EE-DCB9-A21A-5B8B-EC94426EE791}"/>
              </a:ext>
            </a:extLst>
          </p:cNvPr>
          <p:cNvGrpSpPr/>
          <p:nvPr/>
        </p:nvGrpSpPr>
        <p:grpSpPr>
          <a:xfrm>
            <a:off x="631825" y="3757422"/>
            <a:ext cx="4104304" cy="963561"/>
            <a:chOff x="631825" y="4319397"/>
            <a:chExt cx="4104304" cy="96356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3E43FAE-5B1A-8F2A-2976-F67125DAC100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ECBD3433-899A-1794-2D7D-352ED70D8FFC}"/>
                </a:ext>
              </a:extLst>
            </p:cNvPr>
            <p:cNvSpPr/>
            <p:nvPr/>
          </p:nvSpPr>
          <p:spPr>
            <a:xfrm>
              <a:off x="631825" y="4530600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&lt;h4 class="new"&gt;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</a:rPr>
                <a:t>&lt;span class="sound-only"&gt; </a:t>
              </a:r>
              <a:r>
                <a:rPr lang="ko-KR" altLang="en-US" sz="800" b="1">
                  <a:solidFill>
                    <a:schemeClr val="accent1"/>
                  </a:solidFill>
                </a:rPr>
                <a:t>새로운 상품</a:t>
              </a:r>
              <a:r>
                <a:rPr lang="en-US" altLang="ko-KR" sz="800" b="1">
                  <a:solidFill>
                    <a:schemeClr val="accent1"/>
                  </a:solidFill>
                </a:rPr>
                <a:t>&lt;/span&gt;</a:t>
              </a:r>
              <a:b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</a:br>
              <a:r>
                <a:rPr lang="ko-KR" altLang="en-US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유니온정기적금</a:t>
              </a:r>
              <a:b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</a:b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&lt;/h4&gt;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69160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E6A56-57B5-A523-0730-CA748375B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6FDCDD80-8AB0-622A-3702-F82C1C2EB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017" y="2529625"/>
            <a:ext cx="1628604" cy="367200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F57F0FB-846D-34D2-6EA7-732CC9ECE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D446A4-3CA3-F795-00F1-28292B02BA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err="1"/>
              <a:t>상품몰</a:t>
            </a:r>
            <a:r>
              <a:rPr lang="ko-KR" altLang="en-US"/>
              <a:t> </a:t>
            </a:r>
            <a:r>
              <a:rPr lang="en-US" altLang="ko-KR"/>
              <a:t>&gt; </a:t>
            </a:r>
            <a:r>
              <a:rPr lang="ko-KR" altLang="en-US"/>
              <a:t>추천 </a:t>
            </a:r>
            <a:r>
              <a:rPr lang="en-US" altLang="ko-KR"/>
              <a:t>&gt; </a:t>
            </a:r>
            <a:r>
              <a:rPr lang="ko-KR" altLang="en-US"/>
              <a:t>상품 검색</a:t>
            </a:r>
            <a:r>
              <a:rPr lang="en-US" altLang="ko-KR"/>
              <a:t>_</a:t>
            </a:r>
            <a:r>
              <a:rPr lang="ko-KR" altLang="en-US"/>
              <a:t>찜한직원 등록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F1911B-D10C-1BA3-36D1-BC92DCCD76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https://donbank.cu.co.kr/mbmainpt/vue/assets/html_new/sji/sjin01000004M_2.html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707A99-C8CF-B2E3-CE09-E6E92A686E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12. (</a:t>
            </a:r>
            <a:r>
              <a:rPr lang="ko-KR" altLang="en-US"/>
              <a:t>입력 도움</a:t>
            </a:r>
            <a:r>
              <a:rPr lang="en-US" altLang="ko-KR"/>
              <a:t>) </a:t>
            </a:r>
            <a:r>
              <a:rPr lang="ko-KR" altLang="en-US"/>
              <a:t>입력서식 이용 시</a:t>
            </a:r>
            <a:r>
              <a:rPr lang="en-US" altLang="ko-KR"/>
              <a:t>, </a:t>
            </a:r>
            <a:r>
              <a:rPr lang="ko-KR" altLang="en-US"/>
              <a:t>입력 오류를 방지하거나 정정할 수 있는 방법을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EB927C-3F4D-76F1-C060-27824F22F6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입력서식에는 용도와 목적을 알 수 있는 대체정보를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BF4AE4B-E49D-2489-7A8F-C32238409296}"/>
              </a:ext>
            </a:extLst>
          </p:cNvPr>
          <p:cNvSpPr/>
          <p:nvPr/>
        </p:nvSpPr>
        <p:spPr>
          <a:xfrm>
            <a:off x="6504420" y="3339495"/>
            <a:ext cx="1475798" cy="22854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7" name="텍스트 개체 틀 6">
            <a:extLst>
              <a:ext uri="{FF2B5EF4-FFF2-40B4-BE49-F238E27FC236}">
                <a16:creationId xmlns:a16="http://schemas.microsoft.com/office/drawing/2014/main" id="{480CDE05-FC48-7D94-3973-D6F3E6E731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843318"/>
          </a:xfrm>
        </p:spPr>
        <p:txBody>
          <a:bodyPr/>
          <a:lstStyle/>
          <a:p>
            <a:r>
              <a:rPr lang="ko-KR" altLang="en-US"/>
              <a:t>서식의 레이블이 제공되지 않아 사용자는 용도와 목적을 알 수 없음</a:t>
            </a:r>
          </a:p>
          <a:p>
            <a:r>
              <a:rPr lang="ko-KR" altLang="en-US"/>
              <a:t>서식의 레이블을 제공하도록 수정해야 함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92A3F18-5AC0-40E2-F210-F72A7E6DBFEA}"/>
              </a:ext>
            </a:extLst>
          </p:cNvPr>
          <p:cNvGrpSpPr/>
          <p:nvPr/>
        </p:nvGrpSpPr>
        <p:grpSpPr>
          <a:xfrm>
            <a:off x="632796" y="4772405"/>
            <a:ext cx="4104304" cy="556463"/>
            <a:chOff x="631825" y="4319397"/>
            <a:chExt cx="4104304" cy="55646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45BFFB4-81B9-8566-678E-A80AA06FFE2B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B2669E6-6072-15CB-48C4-93A2CEB03FFB}"/>
                </a:ext>
              </a:extLst>
            </p:cNvPr>
            <p:cNvSpPr/>
            <p:nvPr/>
          </p:nvSpPr>
          <p:spPr>
            <a:xfrm>
              <a:off x="631825" y="4530600"/>
              <a:ext cx="4104000" cy="34526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&lt;input type="text" placeholder="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이름 입력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aria-label="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이름 입력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28A2746-8186-B619-4999-0FD3FD286580}"/>
              </a:ext>
            </a:extLst>
          </p:cNvPr>
          <p:cNvGrpSpPr/>
          <p:nvPr/>
        </p:nvGrpSpPr>
        <p:grpSpPr>
          <a:xfrm>
            <a:off x="632796" y="3757602"/>
            <a:ext cx="4104304" cy="556463"/>
            <a:chOff x="631825" y="4319397"/>
            <a:chExt cx="4104304" cy="556463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DFA69BA-7B24-B6DF-4F98-AF67D13680D4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670829B-724D-BA9F-5844-383F80D12D63}"/>
                </a:ext>
              </a:extLst>
            </p:cNvPr>
            <p:cNvSpPr/>
            <p:nvPr/>
          </p:nvSpPr>
          <p:spPr>
            <a:xfrm>
              <a:off x="631825" y="4530600"/>
              <a:ext cx="4104000" cy="34526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&lt;input type="text" placeholder="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이름 입력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"&gt;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00494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013CE-BD5C-FC5B-B7D0-2A041D94D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61B2607-5C73-6299-4C6F-2603CB1CA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503" y="2529625"/>
            <a:ext cx="1646069" cy="367200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0791A95-88E3-1476-BE00-C03C7705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6602E8-AF3A-B297-74D6-1AFE250EE9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err="1"/>
              <a:t>상품몰</a:t>
            </a:r>
            <a:r>
              <a:rPr lang="ko-KR" altLang="en-US"/>
              <a:t> </a:t>
            </a:r>
            <a:r>
              <a:rPr lang="en-US" altLang="ko-KR"/>
              <a:t>&gt; </a:t>
            </a:r>
            <a:r>
              <a:rPr lang="ko-KR" altLang="en-US"/>
              <a:t>입출금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A6B1B1-BF54-8618-CB5F-47156C063A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https://donbank.cu.co.kr/mbmainpt/vue/assets/html_new/sji/sjin01000004M_3.html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B6E2527-DBB5-32A6-D536-9C6D96747C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12. (</a:t>
            </a:r>
            <a:r>
              <a:rPr lang="ko-KR" altLang="en-US"/>
              <a:t>입력 도움</a:t>
            </a:r>
            <a:r>
              <a:rPr lang="en-US" altLang="ko-KR"/>
              <a:t>) </a:t>
            </a:r>
            <a:r>
              <a:rPr lang="ko-KR" altLang="en-US"/>
              <a:t>입력서식 이용 시</a:t>
            </a:r>
            <a:r>
              <a:rPr lang="en-US" altLang="ko-KR"/>
              <a:t>, </a:t>
            </a:r>
            <a:r>
              <a:rPr lang="ko-KR" altLang="en-US"/>
              <a:t>입력 오류를 방지하거나 정정할 수 있는 방법을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C2790A-6359-6E64-A768-6C461DFA91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입력서식에는 용도와 목적을 알 수 있는 대체정보를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775879-2ED6-6D05-4CD1-85E895C61C8D}"/>
              </a:ext>
            </a:extLst>
          </p:cNvPr>
          <p:cNvSpPr/>
          <p:nvPr/>
        </p:nvSpPr>
        <p:spPr>
          <a:xfrm>
            <a:off x="6483638" y="2722376"/>
            <a:ext cx="1475798" cy="22854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7" name="텍스트 개체 틀 6">
            <a:extLst>
              <a:ext uri="{FF2B5EF4-FFF2-40B4-BE49-F238E27FC236}">
                <a16:creationId xmlns:a16="http://schemas.microsoft.com/office/drawing/2014/main" id="{515DB3C1-9806-A527-A29D-0A22C89570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843318"/>
          </a:xfrm>
        </p:spPr>
        <p:txBody>
          <a:bodyPr/>
          <a:lstStyle/>
          <a:p>
            <a:r>
              <a:rPr lang="ko-KR" altLang="en-US"/>
              <a:t>서식의 레이블이 제공되지 않아 사용자는 용도와 목적을 알 수 없음</a:t>
            </a:r>
          </a:p>
          <a:p>
            <a:r>
              <a:rPr lang="ko-KR" altLang="en-US"/>
              <a:t>서식의 레이블을 제공하도록 수정해야 함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432A273-911A-A31B-D4AC-739D3D187306}"/>
              </a:ext>
            </a:extLst>
          </p:cNvPr>
          <p:cNvGrpSpPr/>
          <p:nvPr/>
        </p:nvGrpSpPr>
        <p:grpSpPr>
          <a:xfrm>
            <a:off x="632796" y="4772405"/>
            <a:ext cx="4104304" cy="556463"/>
            <a:chOff x="631825" y="4319397"/>
            <a:chExt cx="4104304" cy="55646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9000369-423C-BFDC-9713-AA9E7B1F0D5E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6BA036EE-6506-482C-27A8-C1DD0727D88D}"/>
                </a:ext>
              </a:extLst>
            </p:cNvPr>
            <p:cNvSpPr/>
            <p:nvPr/>
          </p:nvSpPr>
          <p:spPr>
            <a:xfrm>
              <a:off x="631825" y="4530600"/>
              <a:ext cx="4104000" cy="34526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&lt;input type="text" placeholder="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이름 입력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aria-label="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이름 입력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6E98764-BC75-EC9C-D293-BBE0B5E6A30B}"/>
              </a:ext>
            </a:extLst>
          </p:cNvPr>
          <p:cNvGrpSpPr/>
          <p:nvPr/>
        </p:nvGrpSpPr>
        <p:grpSpPr>
          <a:xfrm>
            <a:off x="632796" y="3757602"/>
            <a:ext cx="4104304" cy="556463"/>
            <a:chOff x="631825" y="4319397"/>
            <a:chExt cx="4104304" cy="556463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5E7D8AD-9DB7-1BDD-5EA8-E903C880AE48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6C8BDE8-0B57-B73A-543C-B2EF63190409}"/>
                </a:ext>
              </a:extLst>
            </p:cNvPr>
            <p:cNvSpPr/>
            <p:nvPr/>
          </p:nvSpPr>
          <p:spPr>
            <a:xfrm>
              <a:off x="631825" y="4530600"/>
              <a:ext cx="4104000" cy="34526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&lt;input type="text" placeholder="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이름 입력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"&gt;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70638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D6366-28B1-0293-C283-60E6A88B3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428AA16-77EC-E16F-7E28-EF16E8A66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503" y="2529625"/>
            <a:ext cx="1646069" cy="367200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8D7A57E-DC2E-FF24-715B-37F86E8F0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진단 결과  </a:t>
            </a:r>
            <a:r>
              <a:rPr lang="en-US" altLang="ko-KR" b="0"/>
              <a:t>-  </a:t>
            </a:r>
            <a:r>
              <a:rPr lang="ko-KR" altLang="en-US" b="0"/>
              <a:t>②상세 진단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2FCDBE-4E80-6C1B-B458-01B594C577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err="1"/>
              <a:t>상품몰</a:t>
            </a:r>
            <a:r>
              <a:rPr lang="ko-KR" altLang="en-US"/>
              <a:t> </a:t>
            </a:r>
            <a:r>
              <a:rPr lang="en-US" altLang="ko-KR"/>
              <a:t>&gt; </a:t>
            </a:r>
            <a:r>
              <a:rPr lang="ko-KR" altLang="en-US"/>
              <a:t>입출금</a:t>
            </a:r>
            <a:endParaRPr lang="en-US" altLang="ko-KR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CE83ED-A2D1-2816-D71C-56D90F5CE7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https://donbank.cu.co.kr/mbmainpt/vue/assets/html_new/sji/sjin01000004M_3.html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1E8986-7C00-8132-3416-78205C9BF9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12. (</a:t>
            </a:r>
            <a:r>
              <a:rPr lang="ko-KR" altLang="en-US"/>
              <a:t>입력 도움</a:t>
            </a:r>
            <a:r>
              <a:rPr lang="en-US" altLang="ko-KR"/>
              <a:t>) </a:t>
            </a:r>
            <a:r>
              <a:rPr lang="ko-KR" altLang="en-US"/>
              <a:t>입력서식 이용 시</a:t>
            </a:r>
            <a:r>
              <a:rPr lang="en-US" altLang="ko-KR"/>
              <a:t>, </a:t>
            </a:r>
            <a:r>
              <a:rPr lang="ko-KR" altLang="en-US"/>
              <a:t>입력 오류를 방지하거나 정정할 수 있는 방법을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C8C5444-461B-6D2D-F596-4501033989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입력서식에는 용도와 목적을 알 수 있는 대체정보를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0E3F6ED-4287-8596-6562-8F5A6C41F360}"/>
              </a:ext>
            </a:extLst>
          </p:cNvPr>
          <p:cNvSpPr/>
          <p:nvPr/>
        </p:nvSpPr>
        <p:spPr>
          <a:xfrm>
            <a:off x="6483638" y="3116886"/>
            <a:ext cx="1475798" cy="22854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7" name="텍스트 개체 틀 6">
            <a:extLst>
              <a:ext uri="{FF2B5EF4-FFF2-40B4-BE49-F238E27FC236}">
                <a16:creationId xmlns:a16="http://schemas.microsoft.com/office/drawing/2014/main" id="{C9344A2F-9606-0BF1-CCB1-A15B5E56ED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29202"/>
          </a:xfrm>
        </p:spPr>
        <p:txBody>
          <a:bodyPr/>
          <a:lstStyle/>
          <a:p>
            <a:r>
              <a:rPr lang="ko-KR" altLang="en-US"/>
              <a:t>칩 슬라이더 내 요소들이 버튼으로 제공되지 않아</a:t>
            </a:r>
            <a:r>
              <a:rPr lang="en-US" altLang="ko-KR"/>
              <a:t>, </a:t>
            </a:r>
            <a:r>
              <a:rPr lang="ko-KR" altLang="en-US"/>
              <a:t>스크린 리더 사용자는 해당 요소가 기능을 실행할 수 있는 버튼인지 인지할 수 없음</a:t>
            </a:r>
            <a:endParaRPr lang="en-US" altLang="ko-KR"/>
          </a:p>
          <a:p>
            <a:r>
              <a:rPr lang="ko-KR" altLang="en-US" b="1">
                <a:highlight>
                  <a:srgbClr val="FFFF00"/>
                </a:highlight>
              </a:rPr>
              <a:t>버튼으로 구성되지 않은 모든 칩 </a:t>
            </a:r>
            <a:r>
              <a:rPr lang="en-US" altLang="ko-KR" b="1">
                <a:highlight>
                  <a:srgbClr val="FFFF00"/>
                </a:highlight>
              </a:rPr>
              <a:t>UI </a:t>
            </a:r>
            <a:r>
              <a:rPr lang="ko-KR" altLang="en-US" b="1">
                <a:highlight>
                  <a:srgbClr val="FFFF00"/>
                </a:highlight>
              </a:rPr>
              <a:t>공통 오류</a:t>
            </a:r>
            <a:endParaRPr lang="en-US" altLang="ko-KR" b="1">
              <a:highlight>
                <a:srgbClr val="FFFF00"/>
              </a:highlight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99BD834-B13E-E6B5-4E1B-A8B8DB9AC7B0}"/>
              </a:ext>
            </a:extLst>
          </p:cNvPr>
          <p:cNvGrpSpPr/>
          <p:nvPr/>
        </p:nvGrpSpPr>
        <p:grpSpPr>
          <a:xfrm>
            <a:off x="632796" y="5267995"/>
            <a:ext cx="4104304" cy="1234405"/>
            <a:chOff x="631825" y="4319397"/>
            <a:chExt cx="4104304" cy="123440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F04A5ED-8375-26C4-FE89-E4ED1D45D4F4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56B165FD-1EBA-1A6C-225B-A15175D02118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keywordWrap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scroll-wrap"&gt;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&lt;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button type="button"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class="chip on"&gt;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직장인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&lt;/button&gt;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&lt;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button type="button"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class="chip chip-outlined"&gt;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청년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&lt;/button&gt;</a:t>
              </a:r>
              <a:endParaRPr lang="en-US" altLang="ko-KR" sz="8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&lt;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button type="button"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class="chip chip-outlined"&gt;</a:t>
              </a:r>
              <a:r>
                <a:rPr lang="ko-KR" altLang="en-US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세테크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&lt;/button&gt;</a:t>
              </a:r>
              <a:endParaRPr lang="en-US" altLang="ko-KR" sz="8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&lt;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button type="button"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class="chip chip-outlined"&gt;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입출금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&lt;/button&gt;</a:t>
              </a:r>
              <a:endParaRPr lang="en-US" altLang="ko-KR" sz="8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6B115F8C-5424-DB61-0E17-B0A06903AD2C}"/>
              </a:ext>
            </a:extLst>
          </p:cNvPr>
          <p:cNvGrpSpPr/>
          <p:nvPr/>
        </p:nvGrpSpPr>
        <p:grpSpPr>
          <a:xfrm>
            <a:off x="632796" y="3697541"/>
            <a:ext cx="4104304" cy="1234405"/>
            <a:chOff x="631825" y="4319397"/>
            <a:chExt cx="4104304" cy="1234405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42E60E4-2234-0B08-53D7-EC8256CC031A}"/>
                </a:ext>
              </a:extLst>
            </p:cNvPr>
            <p:cNvSpPr txBox="1"/>
            <p:nvPr/>
          </p:nvSpPr>
          <p:spPr>
            <a:xfrm>
              <a:off x="632129" y="4319397"/>
              <a:ext cx="4104000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0025826B-F177-D258-4720-9F062F99A689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</a:t>
              </a:r>
              <a:r>
                <a:rPr lang="en-US" altLang="ko-KR" sz="80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keywordWrap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scroll-wrap"&gt;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  &lt;span class="chip on"&gt;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직장인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  &lt;span class="chip chip-outlined"&gt;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청년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  &lt;span class="chip chip-outlined"&gt;</a:t>
              </a:r>
              <a:r>
                <a:rPr lang="ko-KR" altLang="en-US" sz="800" b="1" err="1">
                  <a:solidFill>
                    <a:schemeClr val="accent5"/>
                  </a:solidFill>
                  <a:latin typeface="Consolas" panose="020B0609020204030204" pitchFamily="49" charset="0"/>
                </a:rPr>
                <a:t>세테크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  &lt;span class="chip chip-outlined"&gt;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입출금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7934348"/>
      </p:ext>
    </p:extLst>
  </p:cSld>
  <p:clrMapOvr>
    <a:masterClrMapping/>
  </p:clrMapOvr>
</p:sld>
</file>

<file path=ppt/theme/theme1.xml><?xml version="1.0" encoding="utf-8"?>
<a:theme xmlns:a="http://schemas.openxmlformats.org/drawingml/2006/main" name="웹 접근성 컨설팅_part2">
  <a:themeElements>
    <a:clrScheme name="SNC LAB">
      <a:dk1>
        <a:srgbClr val="000000"/>
      </a:dk1>
      <a:lt1>
        <a:srgbClr val="FFFFFF"/>
      </a:lt1>
      <a:dk2>
        <a:srgbClr val="003764"/>
      </a:dk2>
      <a:lt2>
        <a:srgbClr val="F2F2F2"/>
      </a:lt2>
      <a:accent1>
        <a:srgbClr val="0061B0"/>
      </a:accent1>
      <a:accent2>
        <a:srgbClr val="00B0F0"/>
      </a:accent2>
      <a:accent3>
        <a:srgbClr val="F37321"/>
      </a:accent3>
      <a:accent4>
        <a:srgbClr val="B06B00"/>
      </a:accent4>
      <a:accent5>
        <a:srgbClr val="D83933"/>
      </a:accent5>
      <a:accent6>
        <a:srgbClr val="067067"/>
      </a:accent6>
      <a:hlink>
        <a:srgbClr val="000080"/>
      </a:hlink>
      <a:folHlink>
        <a:srgbClr val="954F72"/>
      </a:folHlink>
    </a:clrScheme>
    <a:fontScheme name="Spoqa Han Sans Neo">
      <a:majorFont>
        <a:latin typeface="Spoqa Han Sans Neo Bold"/>
        <a:ea typeface="Spoqa Han Sans Neo Bold"/>
        <a:cs typeface=""/>
      </a:majorFont>
      <a:minorFont>
        <a:latin typeface="Spoqa Han Sans Neo Regular"/>
        <a:ea typeface="Spoqa Han Sans Neo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5F6F8"/>
        </a:solidFill>
        <a:ln w="3175">
          <a:noFill/>
        </a:ln>
      </a:spPr>
      <a:bodyPr wrap="square" lIns="144000" tIns="108000" rIns="144000" bIns="108000" rtlCol="0" anchor="t">
        <a:spAutoFit/>
      </a:bodyPr>
      <a:lstStyle>
        <a:defPPr algn="l" defTabSz="144000">
          <a:lnSpc>
            <a:spcPct val="110000"/>
          </a:lnSpc>
          <a:defRPr sz="800" dirty="0" smtClean="0">
            <a:solidFill>
              <a:schemeClr val="tx1">
                <a:lumMod val="95000"/>
                <a:lumOff val="5000"/>
              </a:schemeClr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accent5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72000" rtlCol="0">
        <a:spAutoFit/>
      </a:bodyPr>
      <a:lstStyle>
        <a:defPPr algn="l">
          <a:defRPr sz="9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8304</Words>
  <Application>Microsoft Office PowerPoint</Application>
  <PresentationFormat>A4 용지(210x297mm)</PresentationFormat>
  <Paragraphs>717</Paragraphs>
  <Slides>48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3" baseType="lpstr">
      <vt:lpstr>Spoqa Han Sans Neo Regular</vt:lpstr>
      <vt:lpstr>맑은 고딕</vt:lpstr>
      <vt:lpstr>Arial</vt:lpstr>
      <vt:lpstr>Consolas</vt:lpstr>
      <vt:lpstr>웹 접근성 컨설팅_part2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  <vt:lpstr>2. 진단 결과  -  ②상세 진단 결과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Giyeon</dc:creator>
  <cp:lastModifiedBy>최두성</cp:lastModifiedBy>
  <cp:revision>2</cp:revision>
  <cp:lastPrinted>2021-01-31T23:42:00Z</cp:lastPrinted>
  <dcterms:created xsi:type="dcterms:W3CDTF">2020-06-17T00:04:22Z</dcterms:created>
  <dcterms:modified xsi:type="dcterms:W3CDTF">2025-09-30T06:37:04Z</dcterms:modified>
</cp:coreProperties>
</file>