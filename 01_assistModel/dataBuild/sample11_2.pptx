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6D2_5124E8FA.xml" ContentType="application/vnd.ms-powerpoint.comments+xml"/>
  <Override PartName="/ppt/comments/modernComment_6D0_D9600F65.xml" ContentType="application/vnd.ms-powerpoint.comments+xml"/>
  <Override PartName="/ppt/comments/modernComment_71B_AAAB007.xml" ContentType="application/vnd.ms-powerpoint.comments+xml"/>
  <Override PartName="/ppt/comments/modernComment_719_848B35E0.xml" ContentType="application/vnd.ms-powerpoint.comments+xml"/>
  <Override PartName="/ppt/comments/modernComment_69D_348E71FE.xml" ContentType="application/vnd.ms-powerpoint.comments+xml"/>
  <Override PartName="/ppt/comments/modernComment_6E2_39BD6B8D.xml" ContentType="application/vnd.ms-powerpoint.comments+xml"/>
  <Override PartName="/ppt/comments/modernComment_6EA_E94EC23B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00" r:id="rId1"/>
  </p:sldMasterIdLst>
  <p:notesMasterIdLst>
    <p:notesMasterId r:id="rId24"/>
  </p:notesMasterIdLst>
  <p:handoutMasterIdLst>
    <p:handoutMasterId r:id="rId25"/>
  </p:handoutMasterIdLst>
  <p:sldIdLst>
    <p:sldId id="1734" r:id="rId2"/>
    <p:sldId id="1735" r:id="rId3"/>
    <p:sldId id="1805" r:id="rId4"/>
    <p:sldId id="1806" r:id="rId5"/>
    <p:sldId id="1807" r:id="rId6"/>
    <p:sldId id="1808" r:id="rId7"/>
    <p:sldId id="1810" r:id="rId8"/>
    <p:sldId id="1746" r:id="rId9"/>
    <p:sldId id="1744" r:id="rId10"/>
    <p:sldId id="1818" r:id="rId11"/>
    <p:sldId id="1819" r:id="rId12"/>
    <p:sldId id="1747" r:id="rId13"/>
    <p:sldId id="1813" r:id="rId14"/>
    <p:sldId id="1811" r:id="rId15"/>
    <p:sldId id="1814" r:id="rId16"/>
    <p:sldId id="1815" r:id="rId17"/>
    <p:sldId id="1816" r:id="rId18"/>
    <p:sldId id="1759" r:id="rId19"/>
    <p:sldId id="1817" r:id="rId20"/>
    <p:sldId id="1693" r:id="rId21"/>
    <p:sldId id="1762" r:id="rId22"/>
    <p:sldId id="1770" r:id="rId23"/>
  </p:sldIdLst>
  <p:sldSz cx="9906000" cy="6858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72217F3-4C96-475D-9D19-F9D7188355C9}">
          <p14:sldIdLst/>
        </p14:section>
        <p14:section name="개요" id="{A3B9DA6D-75BD-4B17-A0FC-59DED6E9F45A}">
          <p14:sldIdLst/>
        </p14:section>
        <p14:section name="진단 결과 요약" id="{85BA93E5-6E72-4177-A141-A61FBB8E3DB2}">
          <p14:sldIdLst/>
        </p14:section>
        <p14:section name="진단 결과 작성 예시" id="{6F4AF0B1-0CB5-4D3E-98CB-D408D930BA97}">
          <p14:sldIdLst/>
        </p14:section>
        <p14:section name="삼정저축은행" id="{2E9A836C-748D-48E0-9C28-430A27753C7B}">
          <p14:sldIdLst/>
        </p14:section>
        <p14:section name="삼호저축은행" id="{20F2EE7E-BEBD-42A7-A4DA-7AEC490C2F6B}">
          <p14:sldIdLst/>
        </p14:section>
        <p14:section name="상상인저축은행" id="{602A06E9-BC35-4A23-94B0-51AC36DC4881}">
          <p14:sldIdLst/>
        </p14:section>
        <p14:section name="상상인플러스저축은행" id="{E046C6F6-CB5B-41B4-B534-446591217428}">
          <p14:sldIdLst/>
        </p14:section>
        <p14:section name="세람저축은행" id="{EA82AE9D-E010-4D36-A24A-11420BBB7DB4}">
          <p14:sldIdLst/>
        </p14:section>
        <p14:section name="센트럴저축은행" id="{885F66A9-56CD-4F59-8B80-34D48F9F420F}">
          <p14:sldIdLst/>
        </p14:section>
        <p14:section name="솔브레인" id="{92360B17-DD7B-498A-87B7-C5E017116C80}">
          <p14:sldIdLst/>
        </p14:section>
        <p14:section name="스카이저축은행" id="{A9111555-12B7-4351-B320-13F867C7F4A2}">
          <p14:sldIdLst/>
        </p14:section>
        <p14:section name="스타저축은행" id="{143C4C96-0A7B-4349-86EB-2C9487D48C85}">
          <p14:sldIdLst/>
        </p14:section>
        <p14:section name="아산저축은행" id="{CB026A6D-3173-4963-9BDE-9A34B2EC7B70}">
          <p14:sldIdLst/>
        </p14:section>
        <p14:section name="안국저축은행" id="{98DC7850-27B1-476A-AE66-50FEC66F009C}">
          <p14:sldIdLst/>
        </p14:section>
        <p14:section name="안양저축은행" id="{40750CD1-4FE5-4EB7-B3EA-D851A90ADBCB}">
          <p14:sldIdLst/>
        </p14:section>
        <p14:section name="에스엔티저축은행" id="{C4B30611-6A52-434C-AE9B-9A8487C7CD4F}">
          <p14:sldIdLst/>
        </p14:section>
        <p14:section name="엠에스저축은행" id="{CA2D70C4-AE66-459E-B761-FFCB9C1BE7D6}">
          <p14:sldIdLst>
            <p14:sldId id="1734"/>
            <p14:sldId id="1735"/>
            <p14:sldId id="1805"/>
            <p14:sldId id="1806"/>
          </p14:sldIdLst>
        </p14:section>
        <p14:section name="영진저축은행" id="{24EE8D47-D4B6-4383-9A53-9EC0EBC60E59}">
          <p14:sldIdLst>
            <p14:sldId id="1807"/>
          </p14:sldIdLst>
        </p14:section>
        <p14:section name="예가람" id="{862B0214-4C84-4176-B5FA-220B935DBBB1}">
          <p14:sldIdLst>
            <p14:sldId id="1808"/>
          </p14:sldIdLst>
        </p14:section>
        <p14:section name="오성저축은행" id="{3187C4ED-B73E-48E9-AD92-DA8DF78D527A}">
          <p14:sldIdLst/>
        </p14:section>
        <p14:section name="OK저축은행" id="{138ADC5A-49EE-4A77-AD81-AEBF35C8E95C}">
          <p14:sldIdLst>
            <p14:sldId id="1810"/>
          </p14:sldIdLst>
        </p14:section>
        <p14:section name="오투저축은행" id="{8BA239B6-E16D-44D5-9F3A-7737CD12F360}">
          <p14:sldIdLst>
            <p14:sldId id="1746"/>
          </p14:sldIdLst>
        </p14:section>
        <p14:section name="우리저축은행" id="{E302D308-F124-42AA-A036-AF1DF5522232}">
          <p14:sldIdLst>
            <p14:sldId id="1744"/>
            <p14:sldId id="1818"/>
            <p14:sldId id="1819"/>
          </p14:sldIdLst>
        </p14:section>
        <p14:section name="우리금융저축은행" id="{8D6E4DBA-CA4E-4765-8B14-98E6E6FC0731}">
          <p14:sldIdLst>
            <p14:sldId id="1747"/>
            <p14:sldId id="1813"/>
            <p14:sldId id="1811"/>
          </p14:sldIdLst>
        </p14:section>
        <p14:section name="유니온저축은행" id="{0D381D4F-D6EA-495F-9670-5A3E73952E08}">
          <p14:sldIdLst>
            <p14:sldId id="1814"/>
          </p14:sldIdLst>
        </p14:section>
        <p14:section name="유안타저축은행" id="{619650C5-4255-4594-86E3-A2441222917B}">
          <p14:sldIdLst>
            <p14:sldId id="1815"/>
            <p14:sldId id="1816"/>
            <p14:sldId id="1759"/>
            <p14:sldId id="1817"/>
          </p14:sldIdLst>
        </p14:section>
        <p14:section name="다올저축은행" id="{565B3E01-C196-4731-935C-ED28C648EC08}">
          <p14:sldIdLst/>
        </p14:section>
        <p14:section name="융창저축은행" id="{9C98306F-6B82-4CDB-B03B-48698CD0B239}">
          <p14:sldIdLst>
            <p14:sldId id="1693"/>
            <p14:sldId id="1762"/>
          </p14:sldIdLst>
        </p14:section>
        <p14:section name="인성저축은행" id="{B5F4AB35-3DEA-4B5D-8A91-EA03F65A66D6}">
          <p14:sldIdLst>
            <p14:sldId id="1770"/>
          </p14:sldIdLst>
        </p14:section>
        <p14:section name="인천저축은행" id="{11C36F70-79E3-41E2-8AE1-6AB8594A017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399BC2-F610-70A3-53A5-25CEF08BB0F4}" name="SAMUEL STELLA ♡" initials="SS♡" userId="6f5d7d406da0bbf5" providerId="Windows Live"/>
  <p188:author id="{C8F505D2-A12F-A76D-3D6D-4D3823031CD9}" name="강다혜" initials="강" userId="S::dahyek@snclabcorp.onmicrosoft.com::76862be5-6459-46bc-b30d-20a8f5161c9e" providerId="AD"/>
  <p188:author id="{76FE62D2-4B57-AF78-13FE-852D0C2AAF5A}" name="정창옥" initials="정" userId="정창옥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Giyeon" initials="KG" lastIdx="16" clrIdx="0">
    <p:extLst>
      <p:ext uri="{19B8F6BF-5375-455C-9EA6-DF929625EA0E}">
        <p15:presenceInfo xmlns:p15="http://schemas.microsoft.com/office/powerpoint/2012/main" userId="eae28d0ded6e689f" providerId="Windows Live"/>
      </p:ext>
    </p:extLst>
  </p:cmAuthor>
  <p:cmAuthor id="2" name="신봄" initials="신" lastIdx="1" clrIdx="1">
    <p:extLst>
      <p:ext uri="{19B8F6BF-5375-455C-9EA6-DF929625EA0E}">
        <p15:presenceInfo xmlns:p15="http://schemas.microsoft.com/office/powerpoint/2012/main" userId="S::shinbom@snclabcorp.onmicrosoft.com::e4d50489-b8a5-4737-bfbb-f3618e9113a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B3A5"/>
    <a:srgbClr val="C9D1CD"/>
    <a:srgbClr val="D83933"/>
    <a:srgbClr val="F5F6F8"/>
    <a:srgbClr val="F0F2F5"/>
    <a:srgbClr val="F9F9F9"/>
    <a:srgbClr val="D4D8F2"/>
    <a:srgbClr val="E6550D"/>
    <a:srgbClr val="F03B20"/>
    <a:srgbClr val="2B8C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A1E8A-CA01-40AF-8AD1-AF9575F687FF}" v="30" dt="2023-02-13T05:10:25.117"/>
    <p1510:client id="{EF24A892-BD8F-40D5-BD64-CF244FA4AE1A}" v="207" dt="2023-02-13T05:13:17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4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강다혜" userId="76862be5-6459-46bc-b30d-20a8f5161c9e" providerId="ADAL" clId="{EF24A892-BD8F-40D5-BD64-CF244FA4AE1A}"/>
    <pc:docChg chg="undo redo custSel addSld delSld modSld sldOrd addSection modSection">
      <pc:chgData name="강다혜" userId="76862be5-6459-46bc-b30d-20a8f5161c9e" providerId="ADAL" clId="{EF24A892-BD8F-40D5-BD64-CF244FA4AE1A}" dt="2023-02-13T05:13:17.824" v="3038"/>
      <pc:docMkLst>
        <pc:docMk/>
      </pc:docMkLst>
      <pc:sldChg chg="delSp del mod modCm">
        <pc:chgData name="강다혜" userId="76862be5-6459-46bc-b30d-20a8f5161c9e" providerId="ADAL" clId="{EF24A892-BD8F-40D5-BD64-CF244FA4AE1A}" dt="2023-02-08T02:38:21.200" v="2757" actId="47"/>
        <pc:sldMkLst>
          <pc:docMk/>
          <pc:sldMk cId="2073370129" sldId="500"/>
        </pc:sldMkLst>
        <pc:spChg chg="del">
          <ac:chgData name="강다혜" userId="76862be5-6459-46bc-b30d-20a8f5161c9e" providerId="ADAL" clId="{EF24A892-BD8F-40D5-BD64-CF244FA4AE1A}" dt="2023-02-08T02:38:18.896" v="2755" actId="478"/>
          <ac:spMkLst>
            <pc:docMk/>
            <pc:sldMk cId="2073370129" sldId="500"/>
            <ac:spMk id="16" creationId="{5F950394-E59C-4D71-B96A-C322C03B7D8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강다혜" userId="76862be5-6459-46bc-b30d-20a8f5161c9e" providerId="ADAL" clId="{EF24A892-BD8F-40D5-BD64-CF244FA4AE1A}" dt="2023-02-08T02:38:18.926" v="2756" actId="2056"/>
              <pc2:cmMkLst xmlns:pc2="http://schemas.microsoft.com/office/powerpoint/2019/9/main/command">
                <pc:docMk/>
                <pc:sldMk cId="2073370129" sldId="500"/>
                <pc2:cmMk id="{D080EB03-38CA-46BB-945C-29F313098F05}"/>
              </pc2:cmMkLst>
            </pc226:cmChg>
          </p:ext>
        </pc:extLst>
      </pc:sldChg>
      <pc:sldChg chg="addSp delSp modSp mod modCm">
        <pc:chgData name="강다혜" userId="76862be5-6459-46bc-b30d-20a8f5161c9e" providerId="ADAL" clId="{EF24A892-BD8F-40D5-BD64-CF244FA4AE1A}" dt="2023-02-08T02:38:46.829" v="2761"/>
        <pc:sldMkLst>
          <pc:docMk/>
          <pc:sldMk cId="1386289375" sldId="1683"/>
        </pc:sldMkLst>
        <pc:spChg chg="del">
          <ac:chgData name="강다혜" userId="76862be5-6459-46bc-b30d-20a8f5161c9e" providerId="ADAL" clId="{EF24A892-BD8F-40D5-BD64-CF244FA4AE1A}" dt="2023-02-08T02:10:50.227" v="2466" actId="478"/>
          <ac:spMkLst>
            <pc:docMk/>
            <pc:sldMk cId="1386289375" sldId="1683"/>
            <ac:spMk id="2" creationId="{A5F44E57-3C09-8FB5-B33D-3D4620144AE9}"/>
          </ac:spMkLst>
        </pc:spChg>
        <pc:spChg chg="mod">
          <ac:chgData name="강다혜" userId="76862be5-6459-46bc-b30d-20a8f5161c9e" providerId="ADAL" clId="{EF24A892-BD8F-40D5-BD64-CF244FA4AE1A}" dt="2023-02-08T02:38:38.098" v="2758" actId="1076"/>
          <ac:spMkLst>
            <pc:docMk/>
            <pc:sldMk cId="1386289375" sldId="1683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11:05.430" v="2470" actId="6549"/>
          <ac:spMkLst>
            <pc:docMk/>
            <pc:sldMk cId="1386289375" sldId="1683"/>
            <ac:spMk id="25" creationId="{BF838669-661C-482D-BBD3-F758C1F0A3C7}"/>
          </ac:spMkLst>
        </pc:spChg>
        <pc:grpChg chg="mod">
          <ac:chgData name="강다혜" userId="76862be5-6459-46bc-b30d-20a8f5161c9e" providerId="ADAL" clId="{EF24A892-BD8F-40D5-BD64-CF244FA4AE1A}" dt="2023-02-08T02:10:59.766" v="2469" actId="1076"/>
          <ac:grpSpMkLst>
            <pc:docMk/>
            <pc:sldMk cId="1386289375" sldId="1683"/>
            <ac:grpSpMk id="16" creationId="{9DD74E41-475D-42EE-A7A8-560EAF153E6D}"/>
          </ac:grpSpMkLst>
        </pc:grpChg>
        <pc:grpChg chg="mod">
          <ac:chgData name="강다혜" userId="76862be5-6459-46bc-b30d-20a8f5161c9e" providerId="ADAL" clId="{EF24A892-BD8F-40D5-BD64-CF244FA4AE1A}" dt="2023-02-08T02:10:59.766" v="2469" actId="1076"/>
          <ac:grpSpMkLst>
            <pc:docMk/>
            <pc:sldMk cId="1386289375" sldId="1683"/>
            <ac:grpSpMk id="19" creationId="{659572A6-6918-48B4-9F37-4D03A4F1805F}"/>
          </ac:grpSpMkLst>
        </pc:grpChg>
        <pc:graphicFrameChg chg="add del">
          <ac:chgData name="강다혜" userId="76862be5-6459-46bc-b30d-20a8f5161c9e" providerId="ADAL" clId="{EF24A892-BD8F-40D5-BD64-CF244FA4AE1A}" dt="2023-02-08T02:38:40.554" v="2760"/>
          <ac:graphicFrameMkLst>
            <pc:docMk/>
            <pc:sldMk cId="1386289375" sldId="1683"/>
            <ac:graphicFrameMk id="4" creationId="{53CA042B-FB10-A7D5-A0A6-F424E6C14924}"/>
          </ac:graphicFrameMkLst>
        </pc:graphicFrameChg>
        <pc:graphicFrameChg chg="add mod">
          <ac:chgData name="강다혜" userId="76862be5-6459-46bc-b30d-20a8f5161c9e" providerId="ADAL" clId="{EF24A892-BD8F-40D5-BD64-CF244FA4AE1A}" dt="2023-02-08T02:38:46.829" v="2761"/>
          <ac:graphicFrameMkLst>
            <pc:docMk/>
            <pc:sldMk cId="1386289375" sldId="1683"/>
            <ac:graphicFrameMk id="7" creationId="{2B0A35D3-1285-CA79-87C9-A62035F8532C}"/>
          </ac:graphicFrameMkLst>
        </pc:graphicFrameChg>
        <pc:picChg chg="del">
          <ac:chgData name="강다혜" userId="76862be5-6459-46bc-b30d-20a8f5161c9e" providerId="ADAL" clId="{EF24A892-BD8F-40D5-BD64-CF244FA4AE1A}" dt="2023-02-08T02:10:51.601" v="2467" actId="478"/>
          <ac:picMkLst>
            <pc:docMk/>
            <pc:sldMk cId="1386289375" sldId="1683"/>
            <ac:picMk id="5" creationId="{62F72571-46EC-DF9C-160E-FBF559F5277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강다혜" userId="76862be5-6459-46bc-b30d-20a8f5161c9e" providerId="ADAL" clId="{EF24A892-BD8F-40D5-BD64-CF244FA4AE1A}" dt="2023-02-08T02:10:54.564" v="2468"/>
              <pc2:cmMkLst xmlns:pc2="http://schemas.microsoft.com/office/powerpoint/2019/9/main/command">
                <pc:docMk/>
                <pc:sldMk cId="1386289375" sldId="1683"/>
                <pc2:cmMk id="{7610101D-E486-405D-A4FC-D0CFA65607A4}"/>
              </pc2:cmMkLst>
            </pc226:cmChg>
          </p:ext>
        </pc:extLst>
      </pc:sldChg>
      <pc:sldChg chg="addSp delSp modSp mod">
        <pc:chgData name="강다혜" userId="76862be5-6459-46bc-b30d-20a8f5161c9e" providerId="ADAL" clId="{EF24A892-BD8F-40D5-BD64-CF244FA4AE1A}" dt="2023-02-08T02:40:01.477" v="2785"/>
        <pc:sldMkLst>
          <pc:docMk/>
          <pc:sldMk cId="825025686" sldId="1684"/>
        </pc:sldMkLst>
        <pc:spChg chg="add del mod">
          <ac:chgData name="강다혜" userId="76862be5-6459-46bc-b30d-20a8f5161c9e" providerId="ADAL" clId="{EF24A892-BD8F-40D5-BD64-CF244FA4AE1A}" dt="2023-02-08T01:23:27.244" v="1912"/>
          <ac:spMkLst>
            <pc:docMk/>
            <pc:sldMk cId="825025686" sldId="1684"/>
            <ac:spMk id="7" creationId="{1A90B97C-8DEB-7CBF-02AC-607A485B7E1B}"/>
          </ac:spMkLst>
        </pc:spChg>
        <pc:spChg chg="add del mod">
          <ac:chgData name="강다혜" userId="76862be5-6459-46bc-b30d-20a8f5161c9e" providerId="ADAL" clId="{EF24A892-BD8F-40D5-BD64-CF244FA4AE1A}" dt="2023-02-08T01:23:27.244" v="1912"/>
          <ac:spMkLst>
            <pc:docMk/>
            <pc:sldMk cId="825025686" sldId="1684"/>
            <ac:spMk id="8" creationId="{A5DC7A1A-08A0-E5C0-DEAD-9E886F706239}"/>
          </ac:spMkLst>
        </pc:spChg>
        <pc:spChg chg="mod">
          <ac:chgData name="강다혜" userId="76862be5-6459-46bc-b30d-20a8f5161c9e" providerId="ADAL" clId="{EF24A892-BD8F-40D5-BD64-CF244FA4AE1A}" dt="2023-02-08T01:23:10.492" v="1910"/>
          <ac:spMkLst>
            <pc:docMk/>
            <pc:sldMk cId="825025686" sldId="1684"/>
            <ac:spMk id="11" creationId="{09F271BC-4D86-CF7C-D07A-8899FE371B09}"/>
          </ac:spMkLst>
        </pc:spChg>
        <pc:spChg chg="del mod">
          <ac:chgData name="강다혜" userId="76862be5-6459-46bc-b30d-20a8f5161c9e" providerId="ADAL" clId="{EF24A892-BD8F-40D5-BD64-CF244FA4AE1A}" dt="2023-02-08T01:23:48.430" v="1917"/>
          <ac:spMkLst>
            <pc:docMk/>
            <pc:sldMk cId="825025686" sldId="1684"/>
            <ac:spMk id="13" creationId="{FEAE33D4-B5BA-859E-616A-059EA2AEC52F}"/>
          </ac:spMkLst>
        </pc:spChg>
        <pc:spChg chg="mod">
          <ac:chgData name="강다혜" userId="76862be5-6459-46bc-b30d-20a8f5161c9e" providerId="ADAL" clId="{EF24A892-BD8F-40D5-BD64-CF244FA4AE1A}" dt="2023-02-08T02:40:01.139" v="2784" actId="1076"/>
          <ac:spMkLst>
            <pc:docMk/>
            <pc:sldMk cId="825025686" sldId="1684"/>
            <ac:spMk id="14" creationId="{A16CDB07-B5C0-42FA-AAB8-2A81DAB2042D}"/>
          </ac:spMkLst>
        </pc:spChg>
        <pc:spChg chg="del mod">
          <ac:chgData name="강다혜" userId="76862be5-6459-46bc-b30d-20a8f5161c9e" providerId="ADAL" clId="{EF24A892-BD8F-40D5-BD64-CF244FA4AE1A}" dt="2023-02-08T01:23:48.430" v="1917"/>
          <ac:spMkLst>
            <pc:docMk/>
            <pc:sldMk cId="825025686" sldId="1684"/>
            <ac:spMk id="15" creationId="{53234135-0C19-E355-4E7A-B6007EC72BDA}"/>
          </ac:spMkLst>
        </pc:spChg>
        <pc:spChg chg="mod">
          <ac:chgData name="강다혜" userId="76862be5-6459-46bc-b30d-20a8f5161c9e" providerId="ADAL" clId="{EF24A892-BD8F-40D5-BD64-CF244FA4AE1A}" dt="2023-02-08T01:23:48.430" v="1917"/>
          <ac:spMkLst>
            <pc:docMk/>
            <pc:sldMk cId="825025686" sldId="1684"/>
            <ac:spMk id="16" creationId="{F04604B1-1A1B-FC24-F34B-4B43BBC08BE5}"/>
          </ac:spMkLst>
        </pc:spChg>
        <pc:spChg chg="mod">
          <ac:chgData name="강다혜" userId="76862be5-6459-46bc-b30d-20a8f5161c9e" providerId="ADAL" clId="{EF24A892-BD8F-40D5-BD64-CF244FA4AE1A}" dt="2023-02-08T01:22:11.964" v="1873" actId="14100"/>
          <ac:spMkLst>
            <pc:docMk/>
            <pc:sldMk cId="825025686" sldId="1684"/>
            <ac:spMk id="24" creationId="{A645A998-129F-44DB-9BBB-F4D4AAE44299}"/>
          </ac:spMkLst>
        </pc:spChg>
        <pc:graphicFrameChg chg="add mod">
          <ac:chgData name="강다혜" userId="76862be5-6459-46bc-b30d-20a8f5161c9e" providerId="ADAL" clId="{EF24A892-BD8F-40D5-BD64-CF244FA4AE1A}" dt="2023-02-08T02:40:01.477" v="2785"/>
          <ac:graphicFrameMkLst>
            <pc:docMk/>
            <pc:sldMk cId="825025686" sldId="1684"/>
            <ac:graphicFrameMk id="17" creationId="{4199017D-0D86-A3EE-E0BB-6FF39BCA5C3D}"/>
          </ac:graphicFrameMkLst>
        </pc:graphicFrameChg>
        <pc:picChg chg="add mod ord">
          <ac:chgData name="강다혜" userId="76862be5-6459-46bc-b30d-20a8f5161c9e" providerId="ADAL" clId="{EF24A892-BD8F-40D5-BD64-CF244FA4AE1A}" dt="2023-02-08T01:23:00.599" v="1907" actId="1076"/>
          <ac:picMkLst>
            <pc:docMk/>
            <pc:sldMk cId="825025686" sldId="1684"/>
            <ac:picMk id="4" creationId="{F6BA60B2-96C0-DC24-D724-78DA84321B97}"/>
          </ac:picMkLst>
        </pc:picChg>
        <pc:picChg chg="del">
          <ac:chgData name="강다혜" userId="76862be5-6459-46bc-b30d-20a8f5161c9e" providerId="ADAL" clId="{EF24A892-BD8F-40D5-BD64-CF244FA4AE1A}" dt="2023-02-08T01:15:26.284" v="1858" actId="478"/>
          <ac:picMkLst>
            <pc:docMk/>
            <pc:sldMk cId="825025686" sldId="1684"/>
            <ac:picMk id="5" creationId="{02D6BD27-917D-4CE4-ADD5-ADE9F3159D4B}"/>
          </ac:picMkLst>
        </pc:picChg>
        <pc:cxnChg chg="add mod">
          <ac:chgData name="강다혜" userId="76862be5-6459-46bc-b30d-20a8f5161c9e" providerId="ADAL" clId="{EF24A892-BD8F-40D5-BD64-CF244FA4AE1A}" dt="2023-02-08T01:22:32.611" v="1904" actId="1036"/>
          <ac:cxnSpMkLst>
            <pc:docMk/>
            <pc:sldMk cId="825025686" sldId="1684"/>
            <ac:cxnSpMk id="10" creationId="{759DC026-9930-C63B-3A37-08E9210111DB}"/>
          </ac:cxnSpMkLst>
        </pc:cxnChg>
        <pc:cxnChg chg="mod">
          <ac:chgData name="강다혜" userId="76862be5-6459-46bc-b30d-20a8f5161c9e" providerId="ADAL" clId="{EF24A892-BD8F-40D5-BD64-CF244FA4AE1A}" dt="2023-02-08T01:22:32.611" v="1904" actId="1036"/>
          <ac:cxnSpMkLst>
            <pc:docMk/>
            <pc:sldMk cId="825025686" sldId="1684"/>
            <ac:cxnSpMk id="26" creationId="{4F19037D-2FA3-400A-9CD2-6268D745BC1F}"/>
          </ac:cxnSpMkLst>
        </pc:cxnChg>
      </pc:sldChg>
      <pc:sldChg chg="del">
        <pc:chgData name="강다혜" userId="76862be5-6459-46bc-b30d-20a8f5161c9e" providerId="ADAL" clId="{EF24A892-BD8F-40D5-BD64-CF244FA4AE1A}" dt="2023-02-07T12:46:53.713" v="1732" actId="47"/>
        <pc:sldMkLst>
          <pc:docMk/>
          <pc:sldMk cId="2243634013" sldId="1685"/>
        </pc:sldMkLst>
      </pc:sldChg>
      <pc:sldChg chg="del">
        <pc:chgData name="강다혜" userId="76862be5-6459-46bc-b30d-20a8f5161c9e" providerId="ADAL" clId="{EF24A892-BD8F-40D5-BD64-CF244FA4AE1A}" dt="2023-02-07T12:44:29.123" v="1709" actId="47"/>
        <pc:sldMkLst>
          <pc:docMk/>
          <pc:sldMk cId="1445586323" sldId="1686"/>
        </pc:sldMkLst>
      </pc:sldChg>
      <pc:sldChg chg="del">
        <pc:chgData name="강다혜" userId="76862be5-6459-46bc-b30d-20a8f5161c9e" providerId="ADAL" clId="{EF24A892-BD8F-40D5-BD64-CF244FA4AE1A}" dt="2023-02-07T12:36:25.048" v="1417" actId="47"/>
        <pc:sldMkLst>
          <pc:docMk/>
          <pc:sldMk cId="439931910" sldId="1687"/>
        </pc:sldMkLst>
      </pc:sldChg>
      <pc:sldChg chg="del">
        <pc:chgData name="강다혜" userId="76862be5-6459-46bc-b30d-20a8f5161c9e" providerId="ADAL" clId="{EF24A892-BD8F-40D5-BD64-CF244FA4AE1A}" dt="2023-02-07T12:41:15.100" v="1625" actId="47"/>
        <pc:sldMkLst>
          <pc:docMk/>
          <pc:sldMk cId="2236372255" sldId="1688"/>
        </pc:sldMkLst>
      </pc:sldChg>
      <pc:sldChg chg="del">
        <pc:chgData name="강다혜" userId="76862be5-6459-46bc-b30d-20a8f5161c9e" providerId="ADAL" clId="{EF24A892-BD8F-40D5-BD64-CF244FA4AE1A}" dt="2023-02-07T12:33:01.794" v="1409" actId="47"/>
        <pc:sldMkLst>
          <pc:docMk/>
          <pc:sldMk cId="1722457616" sldId="1689"/>
        </pc:sldMkLst>
      </pc:sldChg>
      <pc:sldChg chg="del">
        <pc:chgData name="강다혜" userId="76862be5-6459-46bc-b30d-20a8f5161c9e" providerId="ADAL" clId="{EF24A892-BD8F-40D5-BD64-CF244FA4AE1A}" dt="2023-02-07T12:28:03.222" v="1398" actId="47"/>
        <pc:sldMkLst>
          <pc:docMk/>
          <pc:sldMk cId="3144261462" sldId="1690"/>
        </pc:sldMkLst>
      </pc:sldChg>
      <pc:sldChg chg="del">
        <pc:chgData name="강다혜" userId="76862be5-6459-46bc-b30d-20a8f5161c9e" providerId="ADAL" clId="{EF24A892-BD8F-40D5-BD64-CF244FA4AE1A}" dt="2023-02-07T12:22:56.592" v="1370" actId="47"/>
        <pc:sldMkLst>
          <pc:docMk/>
          <pc:sldMk cId="639061809" sldId="1691"/>
        </pc:sldMkLst>
      </pc:sldChg>
      <pc:sldChg chg="del">
        <pc:chgData name="강다혜" userId="76862be5-6459-46bc-b30d-20a8f5161c9e" providerId="ADAL" clId="{EF24A892-BD8F-40D5-BD64-CF244FA4AE1A}" dt="2023-02-07T12:23:30.858" v="1373" actId="47"/>
        <pc:sldMkLst>
          <pc:docMk/>
          <pc:sldMk cId="1509680122" sldId="1692"/>
        </pc:sldMkLst>
      </pc:sldChg>
      <pc:sldChg chg="addSp delSp modSp mod addCm modCm">
        <pc:chgData name="강다혜" userId="76862be5-6459-46bc-b30d-20a8f5161c9e" providerId="ADAL" clId="{EF24A892-BD8F-40D5-BD64-CF244FA4AE1A}" dt="2023-02-08T02:46:49.640" v="2962"/>
        <pc:sldMkLst>
          <pc:docMk/>
          <pc:sldMk cId="881750526" sldId="1693"/>
        </pc:sldMkLst>
        <pc:spChg chg="del">
          <ac:chgData name="강다혜" userId="76862be5-6459-46bc-b30d-20a8f5161c9e" providerId="ADAL" clId="{EF24A892-BD8F-40D5-BD64-CF244FA4AE1A}" dt="2023-02-07T11:15:28.928" v="4" actId="478"/>
          <ac:spMkLst>
            <pc:docMk/>
            <pc:sldMk cId="881750526" sldId="1693"/>
            <ac:spMk id="2" creationId="{2109D1E1-1C7E-1CA2-CC07-93913791041D}"/>
          </ac:spMkLst>
        </pc:spChg>
        <pc:spChg chg="mod">
          <ac:chgData name="강다혜" userId="76862be5-6459-46bc-b30d-20a8f5161c9e" providerId="ADAL" clId="{EF24A892-BD8F-40D5-BD64-CF244FA4AE1A}" dt="2023-02-08T02:46:46.871" v="2960" actId="1076"/>
          <ac:spMkLst>
            <pc:docMk/>
            <pc:sldMk cId="881750526" sldId="1693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1:18:02.064" v="30" actId="14100"/>
          <ac:spMkLst>
            <pc:docMk/>
            <pc:sldMk cId="881750526" sldId="1693"/>
            <ac:spMk id="20" creationId="{EBFD831E-1FBC-4212-8B21-6D4E1FC82876}"/>
          </ac:spMkLst>
        </pc:spChg>
        <pc:spChg chg="mod">
          <ac:chgData name="강다혜" userId="76862be5-6459-46bc-b30d-20a8f5161c9e" providerId="ADAL" clId="{EF24A892-BD8F-40D5-BD64-CF244FA4AE1A}" dt="2023-02-07T11:17:05.883" v="18" actId="20577"/>
          <ac:spMkLst>
            <pc:docMk/>
            <pc:sldMk cId="881750526" sldId="1693"/>
            <ac:spMk id="25" creationId="{BF838669-661C-482D-BBD3-F758C1F0A3C7}"/>
          </ac:spMkLst>
        </pc:spChg>
        <pc:graphicFrameChg chg="add mod">
          <ac:chgData name="강다혜" userId="76862be5-6459-46bc-b30d-20a8f5161c9e" providerId="ADAL" clId="{EF24A892-BD8F-40D5-BD64-CF244FA4AE1A}" dt="2023-02-08T02:46:47.109" v="2961"/>
          <ac:graphicFrameMkLst>
            <pc:docMk/>
            <pc:sldMk cId="881750526" sldId="1693"/>
            <ac:graphicFrameMk id="2" creationId="{6EA9C191-0083-FAED-6F73-78E042C82A34}"/>
          </ac:graphicFrameMkLst>
        </pc:graphicFrameChg>
        <pc:picChg chg="del">
          <ac:chgData name="강다혜" userId="76862be5-6459-46bc-b30d-20a8f5161c9e" providerId="ADAL" clId="{EF24A892-BD8F-40D5-BD64-CF244FA4AE1A}" dt="2023-02-07T11:16:18.322" v="6" actId="478"/>
          <ac:picMkLst>
            <pc:docMk/>
            <pc:sldMk cId="881750526" sldId="1693"/>
            <ac:picMk id="4" creationId="{EC7C3C18-5B13-43A1-89F7-CBFEA9E8F055}"/>
          </ac:picMkLst>
        </pc:picChg>
        <pc:picChg chg="add del mod ord">
          <ac:chgData name="강다혜" userId="76862be5-6459-46bc-b30d-20a8f5161c9e" providerId="ADAL" clId="{EF24A892-BD8F-40D5-BD64-CF244FA4AE1A}" dt="2023-02-07T11:17:43.548" v="19" actId="478"/>
          <ac:picMkLst>
            <pc:docMk/>
            <pc:sldMk cId="881750526" sldId="1693"/>
            <ac:picMk id="7" creationId="{BEADAD6C-4396-E9FD-3A1D-B7A332318EE6}"/>
          </ac:picMkLst>
        </pc:picChg>
        <pc:picChg chg="add mod ord">
          <ac:chgData name="강다혜" userId="76862be5-6459-46bc-b30d-20a8f5161c9e" providerId="ADAL" clId="{EF24A892-BD8F-40D5-BD64-CF244FA4AE1A}" dt="2023-02-07T11:17:55.479" v="25" actId="167"/>
          <ac:picMkLst>
            <pc:docMk/>
            <pc:sldMk cId="881750526" sldId="1693"/>
            <ac:picMk id="10" creationId="{1CC45307-AF56-128C-86DD-0FFE6D5BF05E}"/>
          </ac:picMkLst>
        </pc:picChg>
        <pc:cxnChg chg="mod">
          <ac:chgData name="강다혜" userId="76862be5-6459-46bc-b30d-20a8f5161c9e" providerId="ADAL" clId="{EF24A892-BD8F-40D5-BD64-CF244FA4AE1A}" dt="2023-02-07T11:18:10.363" v="35" actId="1035"/>
          <ac:cxnSpMkLst>
            <pc:docMk/>
            <pc:sldMk cId="881750526" sldId="1693"/>
            <ac:cxnSpMk id="26" creationId="{B6513CD0-4AF1-4842-A0E9-AAB6B827126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46:49.640" v="2962"/>
              <pc2:cmMkLst xmlns:pc2="http://schemas.microsoft.com/office/powerpoint/2019/9/main/command">
                <pc:docMk/>
                <pc:sldMk cId="881750526" sldId="1693"/>
                <pc2:cmMk id="{113BC3B4-3FCA-4A36-8217-5C074D72D1C0}"/>
              </pc2:cmMkLst>
            </pc226:cmChg>
          </p:ext>
        </pc:extLst>
      </pc:sldChg>
      <pc:sldChg chg="modSp mod">
        <pc:chgData name="강다혜" userId="76862be5-6459-46bc-b30d-20a8f5161c9e" providerId="ADAL" clId="{EF24A892-BD8F-40D5-BD64-CF244FA4AE1A}" dt="2023-02-08T02:38:02.138" v="2754" actId="1076"/>
        <pc:sldMkLst>
          <pc:docMk/>
          <pc:sldMk cId="2551421679" sldId="1696"/>
        </pc:sldMkLst>
        <pc:spChg chg="mod">
          <ac:chgData name="강다혜" userId="76862be5-6459-46bc-b30d-20a8f5161c9e" providerId="ADAL" clId="{EF24A892-BD8F-40D5-BD64-CF244FA4AE1A}" dt="2023-02-08T02:33:15.838" v="2486" actId="113"/>
          <ac:spMkLst>
            <pc:docMk/>
            <pc:sldMk cId="2551421679" sldId="1696"/>
            <ac:spMk id="5" creationId="{EE27973F-7BC1-BBEE-3F16-F481A8A78025}"/>
          </ac:spMkLst>
        </pc:spChg>
        <pc:grpChg chg="mod">
          <ac:chgData name="강다혜" userId="76862be5-6459-46bc-b30d-20a8f5161c9e" providerId="ADAL" clId="{EF24A892-BD8F-40D5-BD64-CF244FA4AE1A}" dt="2023-02-08T02:38:02.138" v="2754" actId="1076"/>
          <ac:grpSpMkLst>
            <pc:docMk/>
            <pc:sldMk cId="2551421679" sldId="1696"/>
            <ac:grpSpMk id="2" creationId="{CC24DEF6-8DC5-5FED-8526-D64E918B4AC3}"/>
          </ac:grpSpMkLst>
        </pc:grpChg>
      </pc:sldChg>
      <pc:sldChg chg="addSp modSp mod">
        <pc:chgData name="강다혜" userId="76862be5-6459-46bc-b30d-20a8f5161c9e" providerId="ADAL" clId="{EF24A892-BD8F-40D5-BD64-CF244FA4AE1A}" dt="2023-02-08T02:39:01.363" v="2765"/>
        <pc:sldMkLst>
          <pc:docMk/>
          <pc:sldMk cId="748891513" sldId="1698"/>
        </pc:sldMkLst>
        <pc:spChg chg="mod">
          <ac:chgData name="강다혜" userId="76862be5-6459-46bc-b30d-20a8f5161c9e" providerId="ADAL" clId="{EF24A892-BD8F-40D5-BD64-CF244FA4AE1A}" dt="2023-02-08T02:39:00.546" v="2764" actId="1076"/>
          <ac:spMkLst>
            <pc:docMk/>
            <pc:sldMk cId="748891513" sldId="1698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39:01.363" v="2765"/>
          <ac:graphicFrameMkLst>
            <pc:docMk/>
            <pc:sldMk cId="748891513" sldId="1698"/>
            <ac:graphicFrameMk id="2" creationId="{4FC90DDB-1DD7-4A3C-84D5-4F077440DD2C}"/>
          </ac:graphicFrameMkLst>
        </pc:graphicFrameChg>
      </pc:sldChg>
      <pc:sldChg chg="del">
        <pc:chgData name="강다혜" userId="76862be5-6459-46bc-b30d-20a8f5161c9e" providerId="ADAL" clId="{EF24A892-BD8F-40D5-BD64-CF244FA4AE1A}" dt="2023-02-08T01:45:09.435" v="1996" actId="47"/>
        <pc:sldMkLst>
          <pc:docMk/>
          <pc:sldMk cId="3482627720" sldId="1700"/>
        </pc:sldMkLst>
      </pc:sldChg>
      <pc:sldChg chg="del">
        <pc:chgData name="강다혜" userId="76862be5-6459-46bc-b30d-20a8f5161c9e" providerId="ADAL" clId="{EF24A892-BD8F-40D5-BD64-CF244FA4AE1A}" dt="2023-02-08T01:54:20.307" v="2004" actId="47"/>
        <pc:sldMkLst>
          <pc:docMk/>
          <pc:sldMk cId="3054671159" sldId="1701"/>
        </pc:sldMkLst>
      </pc:sldChg>
      <pc:sldChg chg="del">
        <pc:chgData name="강다혜" userId="76862be5-6459-46bc-b30d-20a8f5161c9e" providerId="ADAL" clId="{EF24A892-BD8F-40D5-BD64-CF244FA4AE1A}" dt="2023-02-08T01:56:00.841" v="2007" actId="47"/>
        <pc:sldMkLst>
          <pc:docMk/>
          <pc:sldMk cId="916266852" sldId="1702"/>
        </pc:sldMkLst>
      </pc:sldChg>
      <pc:sldChg chg="del">
        <pc:chgData name="강다혜" userId="76862be5-6459-46bc-b30d-20a8f5161c9e" providerId="ADAL" clId="{EF24A892-BD8F-40D5-BD64-CF244FA4AE1A}" dt="2023-02-08T01:56:21.556" v="2008" actId="47"/>
        <pc:sldMkLst>
          <pc:docMk/>
          <pc:sldMk cId="3685144075" sldId="1703"/>
        </pc:sldMkLst>
      </pc:sldChg>
      <pc:sldChg chg="del">
        <pc:chgData name="강다혜" userId="76862be5-6459-46bc-b30d-20a8f5161c9e" providerId="ADAL" clId="{EF24A892-BD8F-40D5-BD64-CF244FA4AE1A}" dt="2023-02-08T01:45:10.836" v="1997" actId="47"/>
        <pc:sldMkLst>
          <pc:docMk/>
          <pc:sldMk cId="1717381212" sldId="1704"/>
        </pc:sldMkLst>
      </pc:sldChg>
      <pc:sldChg chg="del">
        <pc:chgData name="강다혜" userId="76862be5-6459-46bc-b30d-20a8f5161c9e" providerId="ADAL" clId="{EF24A892-BD8F-40D5-BD64-CF244FA4AE1A}" dt="2023-02-08T01:37:44.636" v="1924" actId="47"/>
        <pc:sldMkLst>
          <pc:docMk/>
          <pc:sldMk cId="3135094568" sldId="1705"/>
        </pc:sldMkLst>
      </pc:sldChg>
      <pc:sldChg chg="del">
        <pc:chgData name="강다혜" userId="76862be5-6459-46bc-b30d-20a8f5161c9e" providerId="ADAL" clId="{EF24A892-BD8F-40D5-BD64-CF244FA4AE1A}" dt="2023-02-08T01:37:52.364" v="1925" actId="47"/>
        <pc:sldMkLst>
          <pc:docMk/>
          <pc:sldMk cId="430569978" sldId="1706"/>
        </pc:sldMkLst>
      </pc:sldChg>
      <pc:sldChg chg="del">
        <pc:chgData name="강다혜" userId="76862be5-6459-46bc-b30d-20a8f5161c9e" providerId="ADAL" clId="{EF24A892-BD8F-40D5-BD64-CF244FA4AE1A}" dt="2023-02-08T01:25:15.330" v="1922" actId="47"/>
        <pc:sldMkLst>
          <pc:docMk/>
          <pc:sldMk cId="2244057302" sldId="1707"/>
        </pc:sldMkLst>
      </pc:sldChg>
      <pc:sldChg chg="del">
        <pc:chgData name="강다혜" userId="76862be5-6459-46bc-b30d-20a8f5161c9e" providerId="ADAL" clId="{EF24A892-BD8F-40D5-BD64-CF244FA4AE1A}" dt="2023-02-08T01:10:45.708" v="1833" actId="47"/>
        <pc:sldMkLst>
          <pc:docMk/>
          <pc:sldMk cId="230478029" sldId="1709"/>
        </pc:sldMkLst>
      </pc:sldChg>
      <pc:sldChg chg="add del">
        <pc:chgData name="강다혜" userId="76862be5-6459-46bc-b30d-20a8f5161c9e" providerId="ADAL" clId="{EF24A892-BD8F-40D5-BD64-CF244FA4AE1A}" dt="2023-02-08T01:25:10.547" v="1920" actId="47"/>
        <pc:sldMkLst>
          <pc:docMk/>
          <pc:sldMk cId="3200157455" sldId="1710"/>
        </pc:sldMkLst>
      </pc:sldChg>
      <pc:sldChg chg="del">
        <pc:chgData name="강다혜" userId="76862be5-6459-46bc-b30d-20a8f5161c9e" providerId="ADAL" clId="{EF24A892-BD8F-40D5-BD64-CF244FA4AE1A}" dt="2023-02-08T01:25:13.837" v="1921" actId="47"/>
        <pc:sldMkLst>
          <pc:docMk/>
          <pc:sldMk cId="3341226927" sldId="1711"/>
        </pc:sldMkLst>
      </pc:sldChg>
      <pc:sldChg chg="del">
        <pc:chgData name="강다혜" userId="76862be5-6459-46bc-b30d-20a8f5161c9e" providerId="ADAL" clId="{EF24A892-BD8F-40D5-BD64-CF244FA4AE1A}" dt="2023-02-08T01:10:48.494" v="1834" actId="47"/>
        <pc:sldMkLst>
          <pc:docMk/>
          <pc:sldMk cId="1891316541" sldId="1712"/>
        </pc:sldMkLst>
      </pc:sldChg>
      <pc:sldChg chg="del">
        <pc:chgData name="강다혜" userId="76862be5-6459-46bc-b30d-20a8f5161c9e" providerId="ADAL" clId="{EF24A892-BD8F-40D5-BD64-CF244FA4AE1A}" dt="2023-02-07T12:51:55.032" v="1756" actId="47"/>
        <pc:sldMkLst>
          <pc:docMk/>
          <pc:sldMk cId="234106828" sldId="1715"/>
        </pc:sldMkLst>
      </pc:sldChg>
      <pc:sldChg chg="del">
        <pc:chgData name="강다혜" userId="76862be5-6459-46bc-b30d-20a8f5161c9e" providerId="ADAL" clId="{EF24A892-BD8F-40D5-BD64-CF244FA4AE1A}" dt="2023-02-07T12:52:00.946" v="1758" actId="47"/>
        <pc:sldMkLst>
          <pc:docMk/>
          <pc:sldMk cId="1381748664" sldId="1716"/>
        </pc:sldMkLst>
      </pc:sldChg>
      <pc:sldChg chg="addSp delSp modSp mod">
        <pc:chgData name="강다혜" userId="76862be5-6459-46bc-b30d-20a8f5161c9e" providerId="ADAL" clId="{EF24A892-BD8F-40D5-BD64-CF244FA4AE1A}" dt="2023-02-08T02:40:28.322" v="2793"/>
        <pc:sldMkLst>
          <pc:docMk/>
          <pc:sldMk cId="1089956596" sldId="1717"/>
        </pc:sldMkLst>
        <pc:spChg chg="del">
          <ac:chgData name="강다혜" userId="76862be5-6459-46bc-b30d-20a8f5161c9e" providerId="ADAL" clId="{EF24A892-BD8F-40D5-BD64-CF244FA4AE1A}" dt="2023-02-07T12:53:17.252" v="1793" actId="478"/>
          <ac:spMkLst>
            <pc:docMk/>
            <pc:sldMk cId="1089956596" sldId="1717"/>
            <ac:spMk id="2" creationId="{ACE2523A-9821-86AF-23B8-7FB5EF91AA9C}"/>
          </ac:spMkLst>
        </pc:spChg>
        <pc:spChg chg="mod">
          <ac:chgData name="강다혜" userId="76862be5-6459-46bc-b30d-20a8f5161c9e" providerId="ADAL" clId="{EF24A892-BD8F-40D5-BD64-CF244FA4AE1A}" dt="2023-02-07T12:54:08.618" v="1828"/>
          <ac:spMkLst>
            <pc:docMk/>
            <pc:sldMk cId="1089956596" sldId="1717"/>
            <ac:spMk id="6" creationId="{5392C2FC-2AF2-4365-95A6-6256476857BB}"/>
          </ac:spMkLst>
        </pc:spChg>
        <pc:spChg chg="mod">
          <ac:chgData name="강다혜" userId="76862be5-6459-46bc-b30d-20a8f5161c9e" providerId="ADAL" clId="{EF24A892-BD8F-40D5-BD64-CF244FA4AE1A}" dt="2023-02-08T02:40:27.940" v="2792" actId="1076"/>
          <ac:spMkLst>
            <pc:docMk/>
            <pc:sldMk cId="1089956596" sldId="1717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2:53:23.598" v="1794" actId="20577"/>
          <ac:spMkLst>
            <pc:docMk/>
            <pc:sldMk cId="1089956596" sldId="1717"/>
            <ac:spMk id="18" creationId="{3E2B09AB-767D-40F1-8379-B4D437EE62B1}"/>
          </ac:spMkLst>
        </pc:spChg>
        <pc:spChg chg="mod">
          <ac:chgData name="강다혜" userId="76862be5-6459-46bc-b30d-20a8f5161c9e" providerId="ADAL" clId="{EF24A892-BD8F-40D5-BD64-CF244FA4AE1A}" dt="2023-02-07T12:53:57.839" v="1805"/>
          <ac:spMkLst>
            <pc:docMk/>
            <pc:sldMk cId="1089956596" sldId="1717"/>
            <ac:spMk id="23" creationId="{7C546B55-B931-4853-BB4D-678325DEBB30}"/>
          </ac:spMkLst>
        </pc:spChg>
        <pc:spChg chg="mod">
          <ac:chgData name="강다혜" userId="76862be5-6459-46bc-b30d-20a8f5161c9e" providerId="ADAL" clId="{EF24A892-BD8F-40D5-BD64-CF244FA4AE1A}" dt="2023-02-07T12:53:10.298" v="1788" actId="1036"/>
          <ac:spMkLst>
            <pc:docMk/>
            <pc:sldMk cId="1089956596" sldId="1717"/>
            <ac:spMk id="24" creationId="{792E5750-F8D3-4893-B6F7-4D440860C723}"/>
          </ac:spMkLst>
        </pc:spChg>
        <pc:spChg chg="mod">
          <ac:chgData name="강다혜" userId="76862be5-6459-46bc-b30d-20a8f5161c9e" providerId="ADAL" clId="{EF24A892-BD8F-40D5-BD64-CF244FA4AE1A}" dt="2023-02-07T12:55:25.685" v="1831" actId="20577"/>
          <ac:spMkLst>
            <pc:docMk/>
            <pc:sldMk cId="1089956596" sldId="1717"/>
            <ac:spMk id="25" creationId="{BF838669-661C-482D-BBD3-F758C1F0A3C7}"/>
          </ac:spMkLst>
        </pc:spChg>
        <pc:spChg chg="del">
          <ac:chgData name="강다혜" userId="76862be5-6459-46bc-b30d-20a8f5161c9e" providerId="ADAL" clId="{EF24A892-BD8F-40D5-BD64-CF244FA4AE1A}" dt="2023-02-07T12:52:58.829" v="1767" actId="478"/>
          <ac:spMkLst>
            <pc:docMk/>
            <pc:sldMk cId="1089956596" sldId="1717"/>
            <ac:spMk id="26" creationId="{BC025B0B-A64A-4AB4-8959-9D5B2A2FE525}"/>
          </ac:spMkLst>
        </pc:spChg>
        <pc:grpChg chg="del">
          <ac:chgData name="강다혜" userId="76862be5-6459-46bc-b30d-20a8f5161c9e" providerId="ADAL" clId="{EF24A892-BD8F-40D5-BD64-CF244FA4AE1A}" dt="2023-02-07T12:53:26.865" v="1795" actId="478"/>
          <ac:grpSpMkLst>
            <pc:docMk/>
            <pc:sldMk cId="1089956596" sldId="1717"/>
            <ac:grpSpMk id="16" creationId="{9DD74E41-475D-42EE-A7A8-560EAF153E6D}"/>
          </ac:grpSpMkLst>
        </pc:grpChg>
        <pc:grpChg chg="del">
          <ac:chgData name="강다혜" userId="76862be5-6459-46bc-b30d-20a8f5161c9e" providerId="ADAL" clId="{EF24A892-BD8F-40D5-BD64-CF244FA4AE1A}" dt="2023-02-07T12:53:26.865" v="1795" actId="478"/>
          <ac:grpSpMkLst>
            <pc:docMk/>
            <pc:sldMk cId="1089956596" sldId="1717"/>
            <ac:grpSpMk id="19" creationId="{659572A6-6918-48B4-9F37-4D03A4F1805F}"/>
          </ac:grpSpMkLst>
        </pc:grpChg>
        <pc:graphicFrameChg chg="add mod">
          <ac:chgData name="강다혜" userId="76862be5-6459-46bc-b30d-20a8f5161c9e" providerId="ADAL" clId="{EF24A892-BD8F-40D5-BD64-CF244FA4AE1A}" dt="2023-02-08T02:40:28.322" v="2793"/>
          <ac:graphicFrameMkLst>
            <pc:docMk/>
            <pc:sldMk cId="1089956596" sldId="1717"/>
            <ac:graphicFrameMk id="2" creationId="{E78CA23D-8EDD-4D87-19D7-CA413C2752A9}"/>
          </ac:graphicFrameMkLst>
        </pc:graphicFrameChg>
        <pc:picChg chg="del">
          <ac:chgData name="강다혜" userId="76862be5-6459-46bc-b30d-20a8f5161c9e" providerId="ADAL" clId="{EF24A892-BD8F-40D5-BD64-CF244FA4AE1A}" dt="2023-02-07T12:52:43.291" v="1760" actId="478"/>
          <ac:picMkLst>
            <pc:docMk/>
            <pc:sldMk cId="1089956596" sldId="1717"/>
            <ac:picMk id="5" creationId="{469D0AA1-023B-4698-A221-D289D5B4D394}"/>
          </ac:picMkLst>
        </pc:picChg>
        <pc:picChg chg="add mod ord">
          <ac:chgData name="강다혜" userId="76862be5-6459-46bc-b30d-20a8f5161c9e" providerId="ADAL" clId="{EF24A892-BD8F-40D5-BD64-CF244FA4AE1A}" dt="2023-02-07T12:52:55.078" v="1766" actId="167"/>
          <ac:picMkLst>
            <pc:docMk/>
            <pc:sldMk cId="1089956596" sldId="1717"/>
            <ac:picMk id="7" creationId="{060428E5-1F37-C062-9CE5-B5EDB1A59793}"/>
          </ac:picMkLst>
        </pc:picChg>
        <pc:cxnChg chg="mod">
          <ac:chgData name="강다혜" userId="76862be5-6459-46bc-b30d-20a8f5161c9e" providerId="ADAL" clId="{EF24A892-BD8F-40D5-BD64-CF244FA4AE1A}" dt="2023-02-07T12:53:13.386" v="1792" actId="1036"/>
          <ac:cxnSpMkLst>
            <pc:docMk/>
            <pc:sldMk cId="1089956596" sldId="1717"/>
            <ac:cxnSpMk id="27" creationId="{5DE0F222-B17B-46E8-96AE-07A2CEF675F8}"/>
          </ac:cxnSpMkLst>
        </pc:cxnChg>
        <pc:cxnChg chg="del">
          <ac:chgData name="강다혜" userId="76862be5-6459-46bc-b30d-20a8f5161c9e" providerId="ADAL" clId="{EF24A892-BD8F-40D5-BD64-CF244FA4AE1A}" dt="2023-02-07T12:52:58.829" v="1767" actId="478"/>
          <ac:cxnSpMkLst>
            <pc:docMk/>
            <pc:sldMk cId="1089956596" sldId="1717"/>
            <ac:cxnSpMk id="28" creationId="{DEFC7463-72CF-4304-B8B4-A14EFE8A89EC}"/>
          </ac:cxnSpMkLst>
        </pc:cxnChg>
      </pc:sldChg>
      <pc:sldChg chg="del">
        <pc:chgData name="강다혜" userId="76862be5-6459-46bc-b30d-20a8f5161c9e" providerId="ADAL" clId="{EF24A892-BD8F-40D5-BD64-CF244FA4AE1A}" dt="2023-02-07T12:51:58.008" v="1757" actId="47"/>
        <pc:sldMkLst>
          <pc:docMk/>
          <pc:sldMk cId="387490876" sldId="1718"/>
        </pc:sldMkLst>
      </pc:sldChg>
      <pc:sldChg chg="addSp delSp modSp mod">
        <pc:chgData name="강다혜" userId="76862be5-6459-46bc-b30d-20a8f5161c9e" providerId="ADAL" clId="{EF24A892-BD8F-40D5-BD64-CF244FA4AE1A}" dt="2023-02-08T02:40:32.308" v="2795"/>
        <pc:sldMkLst>
          <pc:docMk/>
          <pc:sldMk cId="2898153867" sldId="1719"/>
        </pc:sldMkLst>
        <pc:spChg chg="del">
          <ac:chgData name="강다혜" userId="76862be5-6459-46bc-b30d-20a8f5161c9e" providerId="ADAL" clId="{EF24A892-BD8F-40D5-BD64-CF244FA4AE1A}" dt="2023-02-07T12:47:01.777" v="1733" actId="478"/>
          <ac:spMkLst>
            <pc:docMk/>
            <pc:sldMk cId="2898153867" sldId="1719"/>
            <ac:spMk id="5" creationId="{BBC3CD3E-9ACA-7F1F-23FE-519C0E2132A1}"/>
          </ac:spMkLst>
        </pc:spChg>
        <pc:spChg chg="mod">
          <ac:chgData name="강다혜" userId="76862be5-6459-46bc-b30d-20a8f5161c9e" providerId="ADAL" clId="{EF24A892-BD8F-40D5-BD64-CF244FA4AE1A}" dt="2023-02-08T02:40:32.035" v="2794" actId="1076"/>
          <ac:spMkLst>
            <pc:docMk/>
            <pc:sldMk cId="2898153867" sldId="1719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40:32.308" v="2795"/>
          <ac:graphicFrameMkLst>
            <pc:docMk/>
            <pc:sldMk cId="2898153867" sldId="1719"/>
            <ac:graphicFrameMk id="4" creationId="{6050C4BC-17A0-98CF-7A00-41E9551FE40D}"/>
          </ac:graphicFrameMkLst>
        </pc:graphicFrameChg>
      </pc:sldChg>
      <pc:sldChg chg="del">
        <pc:chgData name="강다혜" userId="76862be5-6459-46bc-b30d-20a8f5161c9e" providerId="ADAL" clId="{EF24A892-BD8F-40D5-BD64-CF244FA4AE1A}" dt="2023-02-07T12:48:11.423" v="1735" actId="47"/>
        <pc:sldMkLst>
          <pc:docMk/>
          <pc:sldMk cId="389094733" sldId="1720"/>
        </pc:sldMkLst>
      </pc:sldChg>
      <pc:sldChg chg="addSp delSp modSp mod addCm modCm">
        <pc:chgData name="강다혜" userId="76862be5-6459-46bc-b30d-20a8f5161c9e" providerId="ADAL" clId="{EF24A892-BD8F-40D5-BD64-CF244FA4AE1A}" dt="2023-02-08T02:48:50.982" v="2977"/>
        <pc:sldMkLst>
          <pc:docMk/>
          <pc:sldMk cId="3133585480" sldId="1721"/>
        </pc:sldMkLst>
        <pc:spChg chg="del">
          <ac:chgData name="강다혜" userId="76862be5-6459-46bc-b30d-20a8f5161c9e" providerId="ADAL" clId="{EF24A892-BD8F-40D5-BD64-CF244FA4AE1A}" dt="2023-02-07T12:48:44.073" v="1738" actId="478"/>
          <ac:spMkLst>
            <pc:docMk/>
            <pc:sldMk cId="3133585480" sldId="1721"/>
            <ac:spMk id="2" creationId="{FC58C07D-BDC1-B3C4-907C-31521AFE02ED}"/>
          </ac:spMkLst>
        </pc:spChg>
        <pc:spChg chg="mod">
          <ac:chgData name="강다혜" userId="76862be5-6459-46bc-b30d-20a8f5161c9e" providerId="ADAL" clId="{EF24A892-BD8F-40D5-BD64-CF244FA4AE1A}" dt="2023-02-08T02:41:27.531" v="2803" actId="1076"/>
          <ac:spMkLst>
            <pc:docMk/>
            <pc:sldMk cId="3133585480" sldId="1721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2:48:41.284" v="1737"/>
          <ac:spMkLst>
            <pc:docMk/>
            <pc:sldMk cId="3133585480" sldId="1721"/>
            <ac:spMk id="18" creationId="{3E2B09AB-767D-40F1-8379-B4D437EE62B1}"/>
          </ac:spMkLst>
        </pc:spChg>
        <pc:graphicFrameChg chg="add mod">
          <ac:chgData name="강다혜" userId="76862be5-6459-46bc-b30d-20a8f5161c9e" providerId="ADAL" clId="{EF24A892-BD8F-40D5-BD64-CF244FA4AE1A}" dt="2023-02-08T02:41:28.017" v="2804"/>
          <ac:graphicFrameMkLst>
            <pc:docMk/>
            <pc:sldMk cId="3133585480" sldId="1721"/>
            <ac:graphicFrameMk id="2" creationId="{3B0F90B4-1574-C6BE-0304-D74F44521AC3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48:50.982" v="2977"/>
              <pc2:cmMkLst xmlns:pc2="http://schemas.microsoft.com/office/powerpoint/2019/9/main/command">
                <pc:docMk/>
                <pc:sldMk cId="3133585480" sldId="1721"/>
                <pc2:cmMk id="{E3465438-623F-4DE9-BABC-9F4B9780BEE7}"/>
              </pc2:cmMkLst>
            </pc226:cmChg>
          </p:ext>
        </pc:extLst>
      </pc:sldChg>
      <pc:sldChg chg="del">
        <pc:chgData name="강다혜" userId="76862be5-6459-46bc-b30d-20a8f5161c9e" providerId="ADAL" clId="{EF24A892-BD8F-40D5-BD64-CF244FA4AE1A}" dt="2023-02-07T12:49:54.684" v="1741" actId="47"/>
        <pc:sldMkLst>
          <pc:docMk/>
          <pc:sldMk cId="1828848966" sldId="1722"/>
        </pc:sldMkLst>
      </pc:sldChg>
      <pc:sldChg chg="del">
        <pc:chgData name="강다혜" userId="76862be5-6459-46bc-b30d-20a8f5161c9e" providerId="ADAL" clId="{EF24A892-BD8F-40D5-BD64-CF244FA4AE1A}" dt="2023-02-07T12:50:31.606" v="1742" actId="47"/>
        <pc:sldMkLst>
          <pc:docMk/>
          <pc:sldMk cId="4108780424" sldId="1723"/>
        </pc:sldMkLst>
      </pc:sldChg>
      <pc:sldChg chg="del">
        <pc:chgData name="강다혜" userId="76862be5-6459-46bc-b30d-20a8f5161c9e" providerId="ADAL" clId="{EF24A892-BD8F-40D5-BD64-CF244FA4AE1A}" dt="2023-02-07T12:48:13.059" v="1736" actId="47"/>
        <pc:sldMkLst>
          <pc:docMk/>
          <pc:sldMk cId="616921720" sldId="1724"/>
        </pc:sldMkLst>
      </pc:sldChg>
      <pc:sldChg chg="modSp mod">
        <pc:chgData name="강다혜" userId="76862be5-6459-46bc-b30d-20a8f5161c9e" providerId="ADAL" clId="{EF24A892-BD8F-40D5-BD64-CF244FA4AE1A}" dt="2023-02-08T02:40:42.019" v="2798" actId="1076"/>
        <pc:sldMkLst>
          <pc:docMk/>
          <pc:sldMk cId="2173147605" sldId="1725"/>
        </pc:sldMkLst>
        <pc:spChg chg="mod">
          <ac:chgData name="강다혜" userId="76862be5-6459-46bc-b30d-20a8f5161c9e" providerId="ADAL" clId="{EF24A892-BD8F-40D5-BD64-CF244FA4AE1A}" dt="2023-02-08T02:40:42.019" v="2798" actId="1076"/>
          <ac:spMkLst>
            <pc:docMk/>
            <pc:sldMk cId="2173147605" sldId="1725"/>
            <ac:spMk id="10" creationId="{D059A8DB-015A-434E-9D4A-92CB9E01D095}"/>
          </ac:spMkLst>
        </pc:spChg>
      </pc:sldChg>
      <pc:sldChg chg="del">
        <pc:chgData name="강다혜" userId="76862be5-6459-46bc-b30d-20a8f5161c9e" providerId="ADAL" clId="{EF24A892-BD8F-40D5-BD64-CF244FA4AE1A}" dt="2023-02-07T12:41:33.586" v="1626" actId="47"/>
        <pc:sldMkLst>
          <pc:docMk/>
          <pc:sldMk cId="2829631967" sldId="1726"/>
        </pc:sldMkLst>
      </pc:sldChg>
      <pc:sldChg chg="del">
        <pc:chgData name="강다혜" userId="76862be5-6459-46bc-b30d-20a8f5161c9e" providerId="ADAL" clId="{EF24A892-BD8F-40D5-BD64-CF244FA4AE1A}" dt="2023-02-07T12:34:02.083" v="1412" actId="47"/>
        <pc:sldMkLst>
          <pc:docMk/>
          <pc:sldMk cId="532994627" sldId="1727"/>
        </pc:sldMkLst>
      </pc:sldChg>
      <pc:sldChg chg="del">
        <pc:chgData name="강다혜" userId="76862be5-6459-46bc-b30d-20a8f5161c9e" providerId="ADAL" clId="{EF24A892-BD8F-40D5-BD64-CF244FA4AE1A}" dt="2023-02-07T12:34:50.565" v="1414" actId="47"/>
        <pc:sldMkLst>
          <pc:docMk/>
          <pc:sldMk cId="2784171844" sldId="1728"/>
        </pc:sldMkLst>
      </pc:sldChg>
      <pc:sldChg chg="del">
        <pc:chgData name="강다혜" userId="76862be5-6459-46bc-b30d-20a8f5161c9e" providerId="ADAL" clId="{EF24A892-BD8F-40D5-BD64-CF244FA4AE1A}" dt="2023-02-07T12:32:10.001" v="1407" actId="47"/>
        <pc:sldMkLst>
          <pc:docMk/>
          <pc:sldMk cId="3747343333" sldId="1729"/>
        </pc:sldMkLst>
      </pc:sldChg>
      <pc:sldChg chg="del">
        <pc:chgData name="강다혜" userId="76862be5-6459-46bc-b30d-20a8f5161c9e" providerId="ADAL" clId="{EF24A892-BD8F-40D5-BD64-CF244FA4AE1A}" dt="2023-02-07T12:33:04.968" v="1410" actId="47"/>
        <pc:sldMkLst>
          <pc:docMk/>
          <pc:sldMk cId="3477115982" sldId="1730"/>
        </pc:sldMkLst>
      </pc:sldChg>
      <pc:sldChg chg="addSp delSp modSp mod">
        <pc:chgData name="강다혜" userId="76862be5-6459-46bc-b30d-20a8f5161c9e" providerId="ADAL" clId="{EF24A892-BD8F-40D5-BD64-CF244FA4AE1A}" dt="2023-02-08T02:42:06.948" v="2816"/>
        <pc:sldMkLst>
          <pc:docMk/>
          <pc:sldMk cId="580172319" sldId="1731"/>
        </pc:sldMkLst>
        <pc:spChg chg="del">
          <ac:chgData name="강다혜" userId="76862be5-6459-46bc-b30d-20a8f5161c9e" providerId="ADAL" clId="{EF24A892-BD8F-40D5-BD64-CF244FA4AE1A}" dt="2023-02-07T12:33:23.166" v="1411" actId="478"/>
          <ac:spMkLst>
            <pc:docMk/>
            <pc:sldMk cId="580172319" sldId="1731"/>
            <ac:spMk id="4" creationId="{CF9D654B-25BD-928C-9DEC-0A5C54C2E709}"/>
          </ac:spMkLst>
        </pc:spChg>
        <pc:spChg chg="mod">
          <ac:chgData name="강다혜" userId="76862be5-6459-46bc-b30d-20a8f5161c9e" providerId="ADAL" clId="{EF24A892-BD8F-40D5-BD64-CF244FA4AE1A}" dt="2023-02-08T02:42:06.571" v="2815" actId="1076"/>
          <ac:spMkLst>
            <pc:docMk/>
            <pc:sldMk cId="580172319" sldId="1731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42:06.948" v="2816"/>
          <ac:graphicFrameMkLst>
            <pc:docMk/>
            <pc:sldMk cId="580172319" sldId="1731"/>
            <ac:graphicFrameMk id="2" creationId="{C7158C9E-4D19-A326-5FA9-A5B18D9355E6}"/>
          </ac:graphicFrameMkLst>
        </pc:graphicFrameChg>
      </pc:sldChg>
      <pc:sldChg chg="del">
        <pc:chgData name="강다혜" userId="76862be5-6459-46bc-b30d-20a8f5161c9e" providerId="ADAL" clId="{EF24A892-BD8F-40D5-BD64-CF244FA4AE1A}" dt="2023-02-07T12:34:58.098" v="1415" actId="47"/>
        <pc:sldMkLst>
          <pc:docMk/>
          <pc:sldMk cId="3351730810" sldId="1732"/>
        </pc:sldMkLst>
      </pc:sldChg>
      <pc:sldChg chg="del">
        <pc:chgData name="강다혜" userId="76862be5-6459-46bc-b30d-20a8f5161c9e" providerId="ADAL" clId="{EF24A892-BD8F-40D5-BD64-CF244FA4AE1A}" dt="2023-02-07T12:32:14.842" v="1408" actId="47"/>
        <pc:sldMkLst>
          <pc:docMk/>
          <pc:sldMk cId="1476541262" sldId="1733"/>
        </pc:sldMkLst>
      </pc:sldChg>
      <pc:sldChg chg="addSp delSp modSp mod">
        <pc:chgData name="강다혜" userId="76862be5-6459-46bc-b30d-20a8f5161c9e" providerId="ADAL" clId="{EF24A892-BD8F-40D5-BD64-CF244FA4AE1A}" dt="2023-02-08T02:43:11.376" v="2872"/>
        <pc:sldMkLst>
          <pc:docMk/>
          <pc:sldMk cId="1680581573" sldId="1734"/>
        </pc:sldMkLst>
        <pc:spChg chg="del">
          <ac:chgData name="강다혜" userId="76862be5-6459-46bc-b30d-20a8f5161c9e" providerId="ADAL" clId="{EF24A892-BD8F-40D5-BD64-CF244FA4AE1A}" dt="2023-02-07T12:29:09.389" v="1400" actId="478"/>
          <ac:spMkLst>
            <pc:docMk/>
            <pc:sldMk cId="1680581573" sldId="1734"/>
            <ac:spMk id="10" creationId="{9E94BEDB-5C63-6F9D-E9E7-E4C8EAB005BF}"/>
          </ac:spMkLst>
        </pc:spChg>
        <pc:spChg chg="mod">
          <ac:chgData name="강다혜" userId="76862be5-6459-46bc-b30d-20a8f5161c9e" providerId="ADAL" clId="{EF24A892-BD8F-40D5-BD64-CF244FA4AE1A}" dt="2023-02-08T02:43:10.403" v="2871" actId="1076"/>
          <ac:spMkLst>
            <pc:docMk/>
            <pc:sldMk cId="1680581573" sldId="1734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43:11.376" v="2872"/>
          <ac:graphicFrameMkLst>
            <pc:docMk/>
            <pc:sldMk cId="1680581573" sldId="1734"/>
            <ac:graphicFrameMk id="2" creationId="{5EDCC3F0-71E3-B96E-188B-ABC621B612D4}"/>
          </ac:graphicFrameMkLst>
        </pc:graphicFrameChg>
      </pc:sldChg>
      <pc:sldChg chg="addSp modSp mod">
        <pc:chgData name="강다혜" userId="76862be5-6459-46bc-b30d-20a8f5161c9e" providerId="ADAL" clId="{EF24A892-BD8F-40D5-BD64-CF244FA4AE1A}" dt="2023-02-08T02:43:19.326" v="2874"/>
        <pc:sldMkLst>
          <pc:docMk/>
          <pc:sldMk cId="4203222865" sldId="1735"/>
        </pc:sldMkLst>
        <pc:spChg chg="mod">
          <ac:chgData name="강다혜" userId="76862be5-6459-46bc-b30d-20a8f5161c9e" providerId="ADAL" clId="{EF24A892-BD8F-40D5-BD64-CF244FA4AE1A}" dt="2023-02-08T02:43:18.467" v="2873" actId="1076"/>
          <ac:spMkLst>
            <pc:docMk/>
            <pc:sldMk cId="4203222865" sldId="1735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43:19.326" v="2874"/>
          <ac:graphicFrameMkLst>
            <pc:docMk/>
            <pc:sldMk cId="4203222865" sldId="1735"/>
            <ac:graphicFrameMk id="2" creationId="{1C098F94-D6B7-ED91-4A43-F1E9EB718555}"/>
          </ac:graphicFrameMkLst>
        </pc:graphicFrameChg>
      </pc:sldChg>
      <pc:sldChg chg="del">
        <pc:chgData name="강다혜" userId="76862be5-6459-46bc-b30d-20a8f5161c9e" providerId="ADAL" clId="{EF24A892-BD8F-40D5-BD64-CF244FA4AE1A}" dt="2023-02-07T12:30:06.244" v="1401" actId="47"/>
        <pc:sldMkLst>
          <pc:docMk/>
          <pc:sldMk cId="4249072756" sldId="1736"/>
        </pc:sldMkLst>
      </pc:sldChg>
      <pc:sldChg chg="del">
        <pc:chgData name="강다혜" userId="76862be5-6459-46bc-b30d-20a8f5161c9e" providerId="ADAL" clId="{EF24A892-BD8F-40D5-BD64-CF244FA4AE1A}" dt="2023-02-07T12:28:06.453" v="1399" actId="47"/>
        <pc:sldMkLst>
          <pc:docMk/>
          <pc:sldMk cId="195952077" sldId="1737"/>
        </pc:sldMkLst>
      </pc:sldChg>
      <pc:sldChg chg="del">
        <pc:chgData name="강다혜" userId="76862be5-6459-46bc-b30d-20a8f5161c9e" providerId="ADAL" clId="{EF24A892-BD8F-40D5-BD64-CF244FA4AE1A}" dt="2023-02-07T12:27:40.760" v="1396" actId="47"/>
        <pc:sldMkLst>
          <pc:docMk/>
          <pc:sldMk cId="1962487899" sldId="1738"/>
        </pc:sldMkLst>
      </pc:sldChg>
      <pc:sldChg chg="del">
        <pc:chgData name="강다혜" userId="76862be5-6459-46bc-b30d-20a8f5161c9e" providerId="ADAL" clId="{EF24A892-BD8F-40D5-BD64-CF244FA4AE1A}" dt="2023-02-07T12:23:01.134" v="1371" actId="47"/>
        <pc:sldMkLst>
          <pc:docMk/>
          <pc:sldMk cId="3558333788" sldId="1739"/>
        </pc:sldMkLst>
      </pc:sldChg>
      <pc:sldChg chg="del">
        <pc:chgData name="강다혜" userId="76862be5-6459-46bc-b30d-20a8f5161c9e" providerId="ADAL" clId="{EF24A892-BD8F-40D5-BD64-CF244FA4AE1A}" dt="2023-02-07T12:23:20.265" v="1372" actId="47"/>
        <pc:sldMkLst>
          <pc:docMk/>
          <pc:sldMk cId="3465889438" sldId="1740"/>
        </pc:sldMkLst>
      </pc:sldChg>
      <pc:sldChg chg="del">
        <pc:chgData name="강다혜" userId="76862be5-6459-46bc-b30d-20a8f5161c9e" providerId="ADAL" clId="{EF24A892-BD8F-40D5-BD64-CF244FA4AE1A}" dt="2023-02-07T12:10:46.701" v="1160" actId="47"/>
        <pc:sldMkLst>
          <pc:docMk/>
          <pc:sldMk cId="3219465038" sldId="1741"/>
        </pc:sldMkLst>
      </pc:sldChg>
      <pc:sldChg chg="del">
        <pc:chgData name="강다혜" userId="76862be5-6459-46bc-b30d-20a8f5161c9e" providerId="ADAL" clId="{EF24A892-BD8F-40D5-BD64-CF244FA4AE1A}" dt="2023-02-07T12:21:35.944" v="1347" actId="47"/>
        <pc:sldMkLst>
          <pc:docMk/>
          <pc:sldMk cId="2911096341" sldId="1742"/>
        </pc:sldMkLst>
      </pc:sldChg>
      <pc:sldChg chg="add del">
        <pc:chgData name="강다혜" userId="76862be5-6459-46bc-b30d-20a8f5161c9e" providerId="ADAL" clId="{EF24A892-BD8F-40D5-BD64-CF244FA4AE1A}" dt="2023-02-07T12:10:58.970" v="1163" actId="47"/>
        <pc:sldMkLst>
          <pc:docMk/>
          <pc:sldMk cId="2647517923" sldId="1743"/>
        </pc:sldMkLst>
      </pc:sldChg>
      <pc:sldChg chg="addSp delSp modSp mod addCm modCm">
        <pc:chgData name="강다혜" userId="76862be5-6459-46bc-b30d-20a8f5161c9e" providerId="ADAL" clId="{EF24A892-BD8F-40D5-BD64-CF244FA4AE1A}" dt="2023-02-08T06:08:29.235" v="3025" actId="20577"/>
        <pc:sldMkLst>
          <pc:docMk/>
          <pc:sldMk cId="3646951269" sldId="1744"/>
        </pc:sldMkLst>
        <pc:spChg chg="del">
          <ac:chgData name="강다혜" userId="76862be5-6459-46bc-b30d-20a8f5161c9e" providerId="ADAL" clId="{EF24A892-BD8F-40D5-BD64-CF244FA4AE1A}" dt="2023-02-07T11:50:24.353" v="419" actId="478"/>
          <ac:spMkLst>
            <pc:docMk/>
            <pc:sldMk cId="3646951269" sldId="1744"/>
            <ac:spMk id="2" creationId="{3C7F0D60-547A-C4F5-249E-7E8D45B5A3B2}"/>
          </ac:spMkLst>
        </pc:spChg>
        <pc:spChg chg="mod">
          <ac:chgData name="강다혜" userId="76862be5-6459-46bc-b30d-20a8f5161c9e" providerId="ADAL" clId="{EF24A892-BD8F-40D5-BD64-CF244FA4AE1A}" dt="2023-02-07T11:50:44.093" v="440"/>
          <ac:spMkLst>
            <pc:docMk/>
            <pc:sldMk cId="3646951269" sldId="1744"/>
            <ac:spMk id="6" creationId="{5392C2FC-2AF2-4365-95A6-6256476857BB}"/>
          </ac:spMkLst>
        </pc:spChg>
        <pc:spChg chg="add del">
          <ac:chgData name="강다혜" userId="76862be5-6459-46bc-b30d-20a8f5161c9e" providerId="ADAL" clId="{EF24A892-BD8F-40D5-BD64-CF244FA4AE1A}" dt="2023-02-07T11:51:32.139" v="444" actId="22"/>
          <ac:spMkLst>
            <pc:docMk/>
            <pc:sldMk cId="3646951269" sldId="1744"/>
            <ac:spMk id="7" creationId="{54119560-319B-FAFB-1180-9E3409721C7E}"/>
          </ac:spMkLst>
        </pc:spChg>
        <pc:spChg chg="mod">
          <ac:chgData name="강다혜" userId="76862be5-6459-46bc-b30d-20a8f5161c9e" providerId="ADAL" clId="{EF24A892-BD8F-40D5-BD64-CF244FA4AE1A}" dt="2023-02-07T11:51:04.249" v="441"/>
          <ac:spMkLst>
            <pc:docMk/>
            <pc:sldMk cId="3646951269" sldId="1744"/>
            <ac:spMk id="9" creationId="{E14A85F3-3807-4D5E-844E-A5FFB1B1A1AF}"/>
          </ac:spMkLst>
        </pc:spChg>
        <pc:spChg chg="mod">
          <ac:chgData name="강다혜" userId="76862be5-6459-46bc-b30d-20a8f5161c9e" providerId="ADAL" clId="{EF24A892-BD8F-40D5-BD64-CF244FA4AE1A}" dt="2023-02-08T02:44:26.943" v="2910" actId="1076"/>
          <ac:spMkLst>
            <pc:docMk/>
            <pc:sldMk cId="3646951269" sldId="1744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1:50:28.314" v="420"/>
          <ac:spMkLst>
            <pc:docMk/>
            <pc:sldMk cId="3646951269" sldId="1744"/>
            <ac:spMk id="23" creationId="{7C546B55-B931-4853-BB4D-678325DEBB30}"/>
          </ac:spMkLst>
        </pc:spChg>
        <pc:spChg chg="mod">
          <ac:chgData name="강다혜" userId="76862be5-6459-46bc-b30d-20a8f5161c9e" providerId="ADAL" clId="{EF24A892-BD8F-40D5-BD64-CF244FA4AE1A}" dt="2023-02-07T11:58:04.601" v="459" actId="14100"/>
          <ac:spMkLst>
            <pc:docMk/>
            <pc:sldMk cId="3646951269" sldId="1744"/>
            <ac:spMk id="24" creationId="{08C2EBAC-ECD6-425D-9CDC-91BCB23BCA72}"/>
          </ac:spMkLst>
        </pc:spChg>
        <pc:spChg chg="mod">
          <ac:chgData name="강다혜" userId="76862be5-6459-46bc-b30d-20a8f5161c9e" providerId="ADAL" clId="{EF24A892-BD8F-40D5-BD64-CF244FA4AE1A}" dt="2023-02-08T06:08:29.235" v="3025" actId="20577"/>
          <ac:spMkLst>
            <pc:docMk/>
            <pc:sldMk cId="3646951269" sldId="1744"/>
            <ac:spMk id="25" creationId="{BF838669-661C-482D-BBD3-F758C1F0A3C7}"/>
          </ac:spMkLst>
        </pc:spChg>
        <pc:grpChg chg="del mod">
          <ac:chgData name="강다혜" userId="76862be5-6459-46bc-b30d-20a8f5161c9e" providerId="ADAL" clId="{EF24A892-BD8F-40D5-BD64-CF244FA4AE1A}" dt="2023-02-07T11:59:28.941" v="474" actId="478"/>
          <ac:grpSpMkLst>
            <pc:docMk/>
            <pc:sldMk cId="3646951269" sldId="1744"/>
            <ac:grpSpMk id="16" creationId="{9DD74E41-475D-42EE-A7A8-560EAF153E6D}"/>
          </ac:grpSpMkLst>
        </pc:grpChg>
        <pc:grpChg chg="del mod">
          <ac:chgData name="강다혜" userId="76862be5-6459-46bc-b30d-20a8f5161c9e" providerId="ADAL" clId="{EF24A892-BD8F-40D5-BD64-CF244FA4AE1A}" dt="2023-02-07T11:59:28.941" v="474" actId="478"/>
          <ac:grpSpMkLst>
            <pc:docMk/>
            <pc:sldMk cId="3646951269" sldId="1744"/>
            <ac:grpSpMk id="19" creationId="{659572A6-6918-48B4-9F37-4D03A4F1805F}"/>
          </ac:grpSpMkLst>
        </pc:grpChg>
        <pc:graphicFrameChg chg="add mod">
          <ac:chgData name="강다혜" userId="76862be5-6459-46bc-b30d-20a8f5161c9e" providerId="ADAL" clId="{EF24A892-BD8F-40D5-BD64-CF244FA4AE1A}" dt="2023-02-08T02:44:27.269" v="2911"/>
          <ac:graphicFrameMkLst>
            <pc:docMk/>
            <pc:sldMk cId="3646951269" sldId="1744"/>
            <ac:graphicFrameMk id="2" creationId="{54BC4E76-C2BF-9FB0-8D06-CD5F029ED5E5}"/>
          </ac:graphicFrameMkLst>
        </pc:graphicFrameChg>
        <pc:picChg chg="del">
          <ac:chgData name="강다혜" userId="76862be5-6459-46bc-b30d-20a8f5161c9e" providerId="ADAL" clId="{EF24A892-BD8F-40D5-BD64-CF244FA4AE1A}" dt="2023-02-07T11:51:42.633" v="445" actId="478"/>
          <ac:picMkLst>
            <pc:docMk/>
            <pc:sldMk cId="3646951269" sldId="1744"/>
            <ac:picMk id="5" creationId="{3E5241DA-26D4-41CD-808B-2E8E7D32E8BF}"/>
          </ac:picMkLst>
        </pc:picChg>
        <pc:picChg chg="add mod ord">
          <ac:chgData name="강다혜" userId="76862be5-6459-46bc-b30d-20a8f5161c9e" providerId="ADAL" clId="{EF24A892-BD8F-40D5-BD64-CF244FA4AE1A}" dt="2023-02-07T11:57:55.259" v="457" actId="1076"/>
          <ac:picMkLst>
            <pc:docMk/>
            <pc:sldMk cId="3646951269" sldId="1744"/>
            <ac:picMk id="10" creationId="{1E28F417-AB1D-2089-D768-BE027119D2F8}"/>
          </ac:picMkLst>
        </pc:picChg>
        <pc:cxnChg chg="mod">
          <ac:chgData name="강다혜" userId="76862be5-6459-46bc-b30d-20a8f5161c9e" providerId="ADAL" clId="{EF24A892-BD8F-40D5-BD64-CF244FA4AE1A}" dt="2023-02-07T11:58:09.272" v="464" actId="1035"/>
          <ac:cxnSpMkLst>
            <pc:docMk/>
            <pc:sldMk cId="3646951269" sldId="1744"/>
            <ac:cxnSpMk id="26" creationId="{E4E87916-6E44-4099-97C2-57C08B4616C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49:17.873" v="2983"/>
              <pc2:cmMkLst xmlns:pc2="http://schemas.microsoft.com/office/powerpoint/2019/9/main/command">
                <pc:docMk/>
                <pc:sldMk cId="3646951269" sldId="1744"/>
                <pc2:cmMk id="{3B7CC36E-605E-4BA1-9C54-0B96D92FD022}"/>
              </pc2:cmMkLst>
            </pc226:cmChg>
          </p:ext>
        </pc:extLst>
      </pc:sldChg>
      <pc:sldChg chg="del">
        <pc:chgData name="강다혜" userId="76862be5-6459-46bc-b30d-20a8f5161c9e" providerId="ADAL" clId="{EF24A892-BD8F-40D5-BD64-CF244FA4AE1A}" dt="2023-02-07T12:10:59.674" v="1164" actId="47"/>
        <pc:sldMkLst>
          <pc:docMk/>
          <pc:sldMk cId="537402069" sldId="1745"/>
        </pc:sldMkLst>
      </pc:sldChg>
      <pc:sldChg chg="addSp delSp modSp add del mod addCm delCm modCm">
        <pc:chgData name="강다혜" userId="76862be5-6459-46bc-b30d-20a8f5161c9e" providerId="ADAL" clId="{EF24A892-BD8F-40D5-BD64-CF244FA4AE1A}" dt="2023-02-08T05:38:46.225" v="3015"/>
        <pc:sldMkLst>
          <pc:docMk/>
          <pc:sldMk cId="1361373434" sldId="1746"/>
        </pc:sldMkLst>
        <pc:spChg chg="del">
          <ac:chgData name="강다혜" userId="76862be5-6459-46bc-b30d-20a8f5161c9e" providerId="ADAL" clId="{EF24A892-BD8F-40D5-BD64-CF244FA4AE1A}" dt="2023-02-07T12:18:31.101" v="1272" actId="478"/>
          <ac:spMkLst>
            <pc:docMk/>
            <pc:sldMk cId="1361373434" sldId="1746"/>
            <ac:spMk id="2" creationId="{EA6A48F9-F879-E54C-6CDA-255ED967937D}"/>
          </ac:spMkLst>
        </pc:spChg>
        <pc:spChg chg="mod">
          <ac:chgData name="강다혜" userId="76862be5-6459-46bc-b30d-20a8f5161c9e" providerId="ADAL" clId="{EF24A892-BD8F-40D5-BD64-CF244FA4AE1A}" dt="2023-02-07T12:19:23.622" v="1345"/>
          <ac:spMkLst>
            <pc:docMk/>
            <pc:sldMk cId="1361373434" sldId="1746"/>
            <ac:spMk id="6" creationId="{5392C2FC-2AF2-4365-95A6-6256476857BB}"/>
          </ac:spMkLst>
        </pc:spChg>
        <pc:spChg chg="mod">
          <ac:chgData name="강다혜" userId="76862be5-6459-46bc-b30d-20a8f5161c9e" providerId="ADAL" clId="{EF24A892-BD8F-40D5-BD64-CF244FA4AE1A}" dt="2023-02-07T12:19:01.498" v="1275"/>
          <ac:spMkLst>
            <pc:docMk/>
            <pc:sldMk cId="1361373434" sldId="1746"/>
            <ac:spMk id="9" creationId="{E14A85F3-3807-4D5E-844E-A5FFB1B1A1AF}"/>
          </ac:spMkLst>
        </pc:spChg>
        <pc:spChg chg="add del mod">
          <ac:chgData name="강다혜" userId="76862be5-6459-46bc-b30d-20a8f5161c9e" providerId="ADAL" clId="{EF24A892-BD8F-40D5-BD64-CF244FA4AE1A}" dt="2023-02-07T12:16:45.099" v="1237" actId="478"/>
          <ac:spMkLst>
            <pc:docMk/>
            <pc:sldMk cId="1361373434" sldId="1746"/>
            <ac:spMk id="10" creationId="{52B87311-EF1E-AD81-833C-44E1077696E2}"/>
          </ac:spMkLst>
        </pc:spChg>
        <pc:spChg chg="mod">
          <ac:chgData name="강다혜" userId="76862be5-6459-46bc-b30d-20a8f5161c9e" providerId="ADAL" clId="{EF24A892-BD8F-40D5-BD64-CF244FA4AE1A}" dt="2023-02-08T05:38:46.225" v="3015"/>
          <ac:spMkLst>
            <pc:docMk/>
            <pc:sldMk cId="1361373434" sldId="1746"/>
            <ac:spMk id="12" creationId="{16BA9CD5-FD8A-49EC-BDC0-6E387B42AB72}"/>
          </ac:spMkLst>
        </pc:spChg>
        <pc:spChg chg="del mod">
          <ac:chgData name="강다혜" userId="76862be5-6459-46bc-b30d-20a8f5161c9e" providerId="ADAL" clId="{EF24A892-BD8F-40D5-BD64-CF244FA4AE1A}" dt="2023-02-07T12:16:48.444" v="1239" actId="478"/>
          <ac:spMkLst>
            <pc:docMk/>
            <pc:sldMk cId="1361373434" sldId="1746"/>
            <ac:spMk id="13" creationId="{C4F44FA8-3586-4438-ABA7-34FCC496C6F4}"/>
          </ac:spMkLst>
        </pc:spChg>
        <pc:spChg chg="mod">
          <ac:chgData name="강다혜" userId="76862be5-6459-46bc-b30d-20a8f5161c9e" providerId="ADAL" clId="{EF24A892-BD8F-40D5-BD64-CF244FA4AE1A}" dt="2023-02-08T02:44:20.678" v="2908" actId="1076"/>
          <ac:spMkLst>
            <pc:docMk/>
            <pc:sldMk cId="1361373434" sldId="1746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2:16:46.995" v="1238"/>
          <ac:spMkLst>
            <pc:docMk/>
            <pc:sldMk cId="1361373434" sldId="1746"/>
            <ac:spMk id="18" creationId="{FBA4EA5B-EE93-5F36-7E3B-93A032AC1D9F}"/>
          </ac:spMkLst>
        </pc:spChg>
        <pc:spChg chg="mod">
          <ac:chgData name="강다혜" userId="76862be5-6459-46bc-b30d-20a8f5161c9e" providerId="ADAL" clId="{EF24A892-BD8F-40D5-BD64-CF244FA4AE1A}" dt="2023-02-07T12:17:05.428" v="1240"/>
          <ac:spMkLst>
            <pc:docMk/>
            <pc:sldMk cId="1361373434" sldId="1746"/>
            <ac:spMk id="19" creationId="{6D098E03-0C12-0C8F-EDCB-1AC69146F095}"/>
          </ac:spMkLst>
        </pc:spChg>
        <pc:spChg chg="mod">
          <ac:chgData name="강다혜" userId="76862be5-6459-46bc-b30d-20a8f5161c9e" providerId="ADAL" clId="{EF24A892-BD8F-40D5-BD64-CF244FA4AE1A}" dt="2023-02-07T12:16:46.995" v="1238"/>
          <ac:spMkLst>
            <pc:docMk/>
            <pc:sldMk cId="1361373434" sldId="1746"/>
            <ac:spMk id="21" creationId="{3389CA86-8C1D-8223-92EF-2FB61CA130C2}"/>
          </ac:spMkLst>
        </pc:spChg>
        <pc:spChg chg="mod">
          <ac:chgData name="강다혜" userId="76862be5-6459-46bc-b30d-20a8f5161c9e" providerId="ADAL" clId="{EF24A892-BD8F-40D5-BD64-CF244FA4AE1A}" dt="2023-02-07T12:17:33.663" v="1269" actId="207"/>
          <ac:spMkLst>
            <pc:docMk/>
            <pc:sldMk cId="1361373434" sldId="1746"/>
            <ac:spMk id="22" creationId="{1B996A17-87F5-6DF9-C257-C9C9D502C832}"/>
          </ac:spMkLst>
        </pc:spChg>
        <pc:spChg chg="mod">
          <ac:chgData name="강다혜" userId="76862be5-6459-46bc-b30d-20a8f5161c9e" providerId="ADAL" clId="{EF24A892-BD8F-40D5-BD64-CF244FA4AE1A}" dt="2023-02-08T05:38:32.612" v="3014"/>
          <ac:spMkLst>
            <pc:docMk/>
            <pc:sldMk cId="1361373434" sldId="1746"/>
            <ac:spMk id="23" creationId="{7C546B55-B931-4853-BB4D-678325DEBB30}"/>
          </ac:spMkLst>
        </pc:spChg>
        <pc:spChg chg="add mod">
          <ac:chgData name="강다혜" userId="76862be5-6459-46bc-b30d-20a8f5161c9e" providerId="ADAL" clId="{EF24A892-BD8F-40D5-BD64-CF244FA4AE1A}" dt="2023-02-07T12:18:23.960" v="1270"/>
          <ac:spMkLst>
            <pc:docMk/>
            <pc:sldMk cId="1361373434" sldId="1746"/>
            <ac:spMk id="24" creationId="{B1CFA2E0-5B1D-27ED-21F5-6FBAF6FCBCEF}"/>
          </ac:spMkLst>
        </pc:spChg>
        <pc:spChg chg="del">
          <ac:chgData name="강다혜" userId="76862be5-6459-46bc-b30d-20a8f5161c9e" providerId="ADAL" clId="{EF24A892-BD8F-40D5-BD64-CF244FA4AE1A}" dt="2023-02-07T12:16:43.083" v="1236" actId="478"/>
          <ac:spMkLst>
            <pc:docMk/>
            <pc:sldMk cId="1361373434" sldId="1746"/>
            <ac:spMk id="25" creationId="{BF838669-661C-482D-BBD3-F758C1F0A3C7}"/>
          </ac:spMkLst>
        </pc:spChg>
        <pc:spChg chg="add mod">
          <ac:chgData name="강다혜" userId="76862be5-6459-46bc-b30d-20a8f5161c9e" providerId="ADAL" clId="{EF24A892-BD8F-40D5-BD64-CF244FA4AE1A}" dt="2023-02-07T12:16:46.995" v="1238"/>
          <ac:spMkLst>
            <pc:docMk/>
            <pc:sldMk cId="1361373434" sldId="1746"/>
            <ac:spMk id="27" creationId="{8DF67AAB-9D6F-49ED-F54A-C49EF3FC4432}"/>
          </ac:spMkLst>
        </pc:spChg>
        <pc:spChg chg="add mod">
          <ac:chgData name="강다혜" userId="76862be5-6459-46bc-b30d-20a8f5161c9e" providerId="ADAL" clId="{EF24A892-BD8F-40D5-BD64-CF244FA4AE1A}" dt="2023-02-07T12:16:46.995" v="1238"/>
          <ac:spMkLst>
            <pc:docMk/>
            <pc:sldMk cId="1361373434" sldId="1746"/>
            <ac:spMk id="28" creationId="{3956E1D1-388E-3C43-3559-466FFA36E7DC}"/>
          </ac:spMkLst>
        </pc:spChg>
        <pc:spChg chg="add mod">
          <ac:chgData name="강다혜" userId="76862be5-6459-46bc-b30d-20a8f5161c9e" providerId="ADAL" clId="{EF24A892-BD8F-40D5-BD64-CF244FA4AE1A}" dt="2023-02-07T12:16:46.995" v="1238"/>
          <ac:spMkLst>
            <pc:docMk/>
            <pc:sldMk cId="1361373434" sldId="1746"/>
            <ac:spMk id="29" creationId="{798B7DB6-D709-CCAF-6BD7-74E3BA23500F}"/>
          </ac:spMkLst>
        </pc:spChg>
        <pc:grpChg chg="add mod">
          <ac:chgData name="강다혜" userId="76862be5-6459-46bc-b30d-20a8f5161c9e" providerId="ADAL" clId="{EF24A892-BD8F-40D5-BD64-CF244FA4AE1A}" dt="2023-02-07T12:16:46.995" v="1238"/>
          <ac:grpSpMkLst>
            <pc:docMk/>
            <pc:sldMk cId="1361373434" sldId="1746"/>
            <ac:grpSpMk id="17" creationId="{23DD94F9-F40E-E8B3-62C4-9D91FB3063BE}"/>
          </ac:grpSpMkLst>
        </pc:grpChg>
        <pc:grpChg chg="add mod">
          <ac:chgData name="강다혜" userId="76862be5-6459-46bc-b30d-20a8f5161c9e" providerId="ADAL" clId="{EF24A892-BD8F-40D5-BD64-CF244FA4AE1A}" dt="2023-02-07T12:16:46.995" v="1238"/>
          <ac:grpSpMkLst>
            <pc:docMk/>
            <pc:sldMk cId="1361373434" sldId="1746"/>
            <ac:grpSpMk id="20" creationId="{3B3CC5E2-4AB6-6A96-7999-694FB1A51636}"/>
          </ac:grpSpMkLst>
        </pc:grpChg>
        <pc:graphicFrameChg chg="add mod">
          <ac:chgData name="강다혜" userId="76862be5-6459-46bc-b30d-20a8f5161c9e" providerId="ADAL" clId="{EF24A892-BD8F-40D5-BD64-CF244FA4AE1A}" dt="2023-02-08T02:44:21.802" v="2909"/>
          <ac:graphicFrameMkLst>
            <pc:docMk/>
            <pc:sldMk cId="1361373434" sldId="1746"/>
            <ac:graphicFrameMk id="2" creationId="{F9D11424-5360-5E48-537A-8E982624DA09}"/>
          </ac:graphicFrameMkLst>
        </pc:graphicFrameChg>
        <pc:picChg chg="del">
          <ac:chgData name="강다혜" userId="76862be5-6459-46bc-b30d-20a8f5161c9e" providerId="ADAL" clId="{EF24A892-BD8F-40D5-BD64-CF244FA4AE1A}" dt="2023-02-07T12:13:12.609" v="1213" actId="478"/>
          <ac:picMkLst>
            <pc:docMk/>
            <pc:sldMk cId="1361373434" sldId="1746"/>
            <ac:picMk id="5" creationId="{596F84AE-63E4-4903-9C8D-22433BA87063}"/>
          </ac:picMkLst>
        </pc:picChg>
        <pc:picChg chg="add del mod ord">
          <ac:chgData name="강다혜" userId="76862be5-6459-46bc-b30d-20a8f5161c9e" providerId="ADAL" clId="{EF24A892-BD8F-40D5-BD64-CF244FA4AE1A}" dt="2023-02-07T12:16:43.083" v="1236" actId="478"/>
          <ac:picMkLst>
            <pc:docMk/>
            <pc:sldMk cId="1361373434" sldId="1746"/>
            <ac:picMk id="7" creationId="{A25F5E97-97F1-7BE2-7B0C-D2FBB017FBA2}"/>
          </ac:picMkLst>
        </pc:picChg>
        <pc:picChg chg="add mod">
          <ac:chgData name="강다혜" userId="76862be5-6459-46bc-b30d-20a8f5161c9e" providerId="ADAL" clId="{EF24A892-BD8F-40D5-BD64-CF244FA4AE1A}" dt="2023-02-07T12:16:46.995" v="1238"/>
          <ac:picMkLst>
            <pc:docMk/>
            <pc:sldMk cId="1361373434" sldId="1746"/>
            <ac:picMk id="11" creationId="{7A88D2DF-156C-E3E3-8429-A7E3A9C2CC32}"/>
          </ac:picMkLst>
        </pc:picChg>
        <pc:picChg chg="add mod">
          <ac:chgData name="강다혜" userId="76862be5-6459-46bc-b30d-20a8f5161c9e" providerId="ADAL" clId="{EF24A892-BD8F-40D5-BD64-CF244FA4AE1A}" dt="2023-02-07T12:16:46.995" v="1238"/>
          <ac:picMkLst>
            <pc:docMk/>
            <pc:sldMk cId="1361373434" sldId="1746"/>
            <ac:picMk id="16" creationId="{6EEEFEE5-3BE4-8689-7406-89255F02E70E}"/>
          </ac:picMkLst>
        </pc:picChg>
        <pc:cxnChg chg="del mod">
          <ac:chgData name="강다혜" userId="76862be5-6459-46bc-b30d-20a8f5161c9e" providerId="ADAL" clId="{EF24A892-BD8F-40D5-BD64-CF244FA4AE1A}" dt="2023-02-07T12:16:43.083" v="1236" actId="478"/>
          <ac:cxnSpMkLst>
            <pc:docMk/>
            <pc:sldMk cId="1361373434" sldId="1746"/>
            <ac:cxnSpMk id="15" creationId="{FBC4069C-E841-4A39-A712-AB691EFCBAA0}"/>
          </ac:cxnSpMkLst>
        </pc:cxnChg>
        <pc:cxnChg chg="add mod">
          <ac:chgData name="강다혜" userId="76862be5-6459-46bc-b30d-20a8f5161c9e" providerId="ADAL" clId="{EF24A892-BD8F-40D5-BD64-CF244FA4AE1A}" dt="2023-02-07T12:16:46.995" v="1238"/>
          <ac:cxnSpMkLst>
            <pc:docMk/>
            <pc:sldMk cId="1361373434" sldId="1746"/>
            <ac:cxnSpMk id="26" creationId="{E2629A27-5C11-C2C4-12D4-6A0225589024}"/>
          </ac:cxnSpMkLst>
        </pc:cxnChg>
        <pc:cxnChg chg="add mod">
          <ac:chgData name="강다혜" userId="76862be5-6459-46bc-b30d-20a8f5161c9e" providerId="ADAL" clId="{EF24A892-BD8F-40D5-BD64-CF244FA4AE1A}" dt="2023-02-07T12:16:46.995" v="1238"/>
          <ac:cxnSpMkLst>
            <pc:docMk/>
            <pc:sldMk cId="1361373434" sldId="1746"/>
            <ac:cxnSpMk id="30" creationId="{B08FC78D-828A-FFD5-D065-E97528F75FB9}"/>
          </ac:cxnSpMkLst>
        </pc:cxnChg>
        <pc:cxnChg chg="add mod">
          <ac:chgData name="강다혜" userId="76862be5-6459-46bc-b30d-20a8f5161c9e" providerId="ADAL" clId="{EF24A892-BD8F-40D5-BD64-CF244FA4AE1A}" dt="2023-02-07T12:16:46.995" v="1238"/>
          <ac:cxnSpMkLst>
            <pc:docMk/>
            <pc:sldMk cId="1361373434" sldId="1746"/>
            <ac:cxnSpMk id="31" creationId="{93182461-D019-4A10-A0B0-B2EE685E0E0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49:09.823" v="2982"/>
              <pc2:cmMkLst xmlns:pc2="http://schemas.microsoft.com/office/powerpoint/2019/9/main/command">
                <pc:docMk/>
                <pc:sldMk cId="1361373434" sldId="1746"/>
                <pc2:cmMk id="{5B11AB75-3861-4F98-92CC-995D4D30E0C3}"/>
              </pc2:cmMkLst>
            </pc226:cmChg>
            <pc226:cmChg xmlns:pc226="http://schemas.microsoft.com/office/powerpoint/2022/06/main/command" chg="add del">
              <pc226:chgData name="강다혜" userId="76862be5-6459-46bc-b30d-20a8f5161c9e" providerId="ADAL" clId="{EF24A892-BD8F-40D5-BD64-CF244FA4AE1A}" dt="2023-02-08T02:50:14.126" v="2985"/>
              <pc2:cmMkLst xmlns:pc2="http://schemas.microsoft.com/office/powerpoint/2019/9/main/command">
                <pc:docMk/>
                <pc:sldMk cId="1361373434" sldId="1746"/>
                <pc2:cmMk id="{C7FF45EE-073C-4C5D-B6AB-2929EF9CB475}"/>
              </pc2:cmMkLst>
            </pc226:cmChg>
          </p:ext>
        </pc:extLst>
      </pc:sldChg>
      <pc:sldChg chg="addSp delSp modSp mod">
        <pc:chgData name="강다혜" userId="76862be5-6459-46bc-b30d-20a8f5161c9e" providerId="ADAL" clId="{EF24A892-BD8F-40D5-BD64-CF244FA4AE1A}" dt="2023-02-08T02:44:42.156" v="2917"/>
        <pc:sldMkLst>
          <pc:docMk/>
          <pc:sldMk cId="472448973" sldId="1747"/>
        </pc:sldMkLst>
        <pc:spChg chg="mod">
          <ac:chgData name="강다혜" userId="76862be5-6459-46bc-b30d-20a8f5161c9e" providerId="ADAL" clId="{EF24A892-BD8F-40D5-BD64-CF244FA4AE1A}" dt="2023-02-07T11:48:30.721" v="409" actId="20577"/>
          <ac:spMkLst>
            <pc:docMk/>
            <pc:sldMk cId="472448973" sldId="1747"/>
            <ac:spMk id="7" creationId="{31657623-8EB5-EC0E-1DE2-50045E65A81B}"/>
          </ac:spMkLst>
        </pc:spChg>
        <pc:spChg chg="mod">
          <ac:chgData name="강다혜" userId="76862be5-6459-46bc-b30d-20a8f5161c9e" providerId="ADAL" clId="{EF24A892-BD8F-40D5-BD64-CF244FA4AE1A}" dt="2023-02-08T02:44:41.895" v="2916" actId="1076"/>
          <ac:spMkLst>
            <pc:docMk/>
            <pc:sldMk cId="472448973" sldId="1747"/>
            <ac:spMk id="14" creationId="{A16CDB07-B5C0-42FA-AAB8-2A81DAB2042D}"/>
          </ac:spMkLst>
        </pc:spChg>
        <pc:spChg chg="del">
          <ac:chgData name="강다혜" userId="76862be5-6459-46bc-b30d-20a8f5161c9e" providerId="ADAL" clId="{EF24A892-BD8F-40D5-BD64-CF244FA4AE1A}" dt="2023-02-07T11:48:01.290" v="400" actId="478"/>
          <ac:spMkLst>
            <pc:docMk/>
            <pc:sldMk cId="472448973" sldId="1747"/>
            <ac:spMk id="18" creationId="{92F47349-5D8F-CD46-89FC-2F8915E67548}"/>
          </ac:spMkLst>
        </pc:spChg>
        <pc:spChg chg="mod">
          <ac:chgData name="강다혜" userId="76862be5-6459-46bc-b30d-20a8f5161c9e" providerId="ADAL" clId="{EF24A892-BD8F-40D5-BD64-CF244FA4AE1A}" dt="2023-02-07T12:39:38.439" v="1486" actId="20577"/>
          <ac:spMkLst>
            <pc:docMk/>
            <pc:sldMk cId="472448973" sldId="1747"/>
            <ac:spMk id="25" creationId="{BF838669-661C-482D-BBD3-F758C1F0A3C7}"/>
          </ac:spMkLst>
        </pc:spChg>
        <pc:graphicFrameChg chg="add mod">
          <ac:chgData name="강다혜" userId="76862be5-6459-46bc-b30d-20a8f5161c9e" providerId="ADAL" clId="{EF24A892-BD8F-40D5-BD64-CF244FA4AE1A}" dt="2023-02-08T02:44:42.156" v="2917"/>
          <ac:graphicFrameMkLst>
            <pc:docMk/>
            <pc:sldMk cId="472448973" sldId="1747"/>
            <ac:graphicFrameMk id="4" creationId="{4056C596-F627-19F4-9CD6-CC51FEB01E4B}"/>
          </ac:graphicFrameMkLst>
        </pc:graphicFrameChg>
      </pc:sldChg>
      <pc:sldChg chg="del">
        <pc:chgData name="강다혜" userId="76862be5-6459-46bc-b30d-20a8f5161c9e" providerId="ADAL" clId="{EF24A892-BD8F-40D5-BD64-CF244FA4AE1A}" dt="2023-02-07T11:49:23.632" v="412" actId="47"/>
        <pc:sldMkLst>
          <pc:docMk/>
          <pc:sldMk cId="2873169842" sldId="1748"/>
        </pc:sldMkLst>
      </pc:sldChg>
      <pc:sldChg chg="del">
        <pc:chgData name="강다혜" userId="76862be5-6459-46bc-b30d-20a8f5161c9e" providerId="ADAL" clId="{EF24A892-BD8F-40D5-BD64-CF244FA4AE1A}" dt="2023-02-07T11:23:07.090" v="118" actId="47"/>
        <pc:sldMkLst>
          <pc:docMk/>
          <pc:sldMk cId="957317170" sldId="1749"/>
        </pc:sldMkLst>
      </pc:sldChg>
      <pc:sldChg chg="del">
        <pc:chgData name="강다혜" userId="76862be5-6459-46bc-b30d-20a8f5161c9e" providerId="ADAL" clId="{EF24A892-BD8F-40D5-BD64-CF244FA4AE1A}" dt="2023-02-07T11:22:33.606" v="117" actId="47"/>
        <pc:sldMkLst>
          <pc:docMk/>
          <pc:sldMk cId="4141934099" sldId="1750"/>
        </pc:sldMkLst>
      </pc:sldChg>
      <pc:sldChg chg="del">
        <pc:chgData name="강다혜" userId="76862be5-6459-46bc-b30d-20a8f5161c9e" providerId="ADAL" clId="{EF24A892-BD8F-40D5-BD64-CF244FA4AE1A}" dt="2023-02-07T11:46:29.832" v="390" actId="47"/>
        <pc:sldMkLst>
          <pc:docMk/>
          <pc:sldMk cId="1728795619" sldId="1751"/>
        </pc:sldMkLst>
      </pc:sldChg>
      <pc:sldChg chg="add del">
        <pc:chgData name="강다혜" userId="76862be5-6459-46bc-b30d-20a8f5161c9e" providerId="ADAL" clId="{EF24A892-BD8F-40D5-BD64-CF244FA4AE1A}" dt="2023-02-07T11:47:22.670" v="396" actId="47"/>
        <pc:sldMkLst>
          <pc:docMk/>
          <pc:sldMk cId="450133892" sldId="1752"/>
        </pc:sldMkLst>
      </pc:sldChg>
      <pc:sldChg chg="addSp delSp modSp del mod">
        <pc:chgData name="강다혜" userId="76862be5-6459-46bc-b30d-20a8f5161c9e" providerId="ADAL" clId="{EF24A892-BD8F-40D5-BD64-CF244FA4AE1A}" dt="2023-02-13T04:48:01.153" v="3026" actId="47"/>
        <pc:sldMkLst>
          <pc:docMk/>
          <pc:sldMk cId="1793826384" sldId="1753"/>
        </pc:sldMkLst>
        <pc:spChg chg="del">
          <ac:chgData name="강다혜" userId="76862be5-6459-46bc-b30d-20a8f5161c9e" providerId="ADAL" clId="{EF24A892-BD8F-40D5-BD64-CF244FA4AE1A}" dt="2023-02-07T11:25:06.546" v="120" actId="478"/>
          <ac:spMkLst>
            <pc:docMk/>
            <pc:sldMk cId="1793826384" sldId="1753"/>
            <ac:spMk id="2" creationId="{C1B31D69-9580-FA99-E8D7-FA0F51D0DD3E}"/>
          </ac:spMkLst>
        </pc:spChg>
        <pc:spChg chg="mod">
          <ac:chgData name="강다혜" userId="76862be5-6459-46bc-b30d-20a8f5161c9e" providerId="ADAL" clId="{EF24A892-BD8F-40D5-BD64-CF244FA4AE1A}" dt="2023-02-07T11:25:13.898" v="121"/>
          <ac:spMkLst>
            <pc:docMk/>
            <pc:sldMk cId="1793826384" sldId="1753"/>
            <ac:spMk id="7" creationId="{B3D27A59-8C82-DAFA-B28B-76628F6E4BA1}"/>
          </ac:spMkLst>
        </pc:spChg>
        <pc:spChg chg="mod">
          <ac:chgData name="강다혜" userId="76862be5-6459-46bc-b30d-20a8f5161c9e" providerId="ADAL" clId="{EF24A892-BD8F-40D5-BD64-CF244FA4AE1A}" dt="2023-02-07T11:25:13.898" v="121"/>
          <ac:spMkLst>
            <pc:docMk/>
            <pc:sldMk cId="1793826384" sldId="1753"/>
            <ac:spMk id="8" creationId="{52F88EB2-EAA3-3227-D8A2-16664F9F0381}"/>
          </ac:spMkLst>
        </pc:spChg>
        <pc:spChg chg="mod">
          <ac:chgData name="강다혜" userId="76862be5-6459-46bc-b30d-20a8f5161c9e" providerId="ADAL" clId="{EF24A892-BD8F-40D5-BD64-CF244FA4AE1A}" dt="2023-02-08T02:45:25.167" v="2950" actId="1076"/>
          <ac:spMkLst>
            <pc:docMk/>
            <pc:sldMk cId="1793826384" sldId="1753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1:25:13.898" v="121"/>
          <ac:spMkLst>
            <pc:docMk/>
            <pc:sldMk cId="1793826384" sldId="1753"/>
            <ac:spMk id="15" creationId="{A52FCA70-1700-A636-8363-E745F388208B}"/>
          </ac:spMkLst>
        </pc:spChg>
        <pc:spChg chg="mod">
          <ac:chgData name="강다혜" userId="76862be5-6459-46bc-b30d-20a8f5161c9e" providerId="ADAL" clId="{EF24A892-BD8F-40D5-BD64-CF244FA4AE1A}" dt="2023-02-07T11:25:13.898" v="121"/>
          <ac:spMkLst>
            <pc:docMk/>
            <pc:sldMk cId="1793826384" sldId="1753"/>
            <ac:spMk id="16" creationId="{EBF34DE5-C480-18B8-6794-E4DA1AF6400E}"/>
          </ac:spMkLst>
        </pc:spChg>
        <pc:grpChg chg="add del mod">
          <ac:chgData name="강다혜" userId="76862be5-6459-46bc-b30d-20a8f5161c9e" providerId="ADAL" clId="{EF24A892-BD8F-40D5-BD64-CF244FA4AE1A}" dt="2023-02-07T11:25:28.396" v="122" actId="478"/>
          <ac:grpSpMkLst>
            <pc:docMk/>
            <pc:sldMk cId="1793826384" sldId="1753"/>
            <ac:grpSpMk id="5" creationId="{D536DDAC-8E64-EE97-B803-490224AE215F}"/>
          </ac:grpSpMkLst>
        </pc:grpChg>
        <pc:grpChg chg="add del mod">
          <ac:chgData name="강다혜" userId="76862be5-6459-46bc-b30d-20a8f5161c9e" providerId="ADAL" clId="{EF24A892-BD8F-40D5-BD64-CF244FA4AE1A}" dt="2023-02-07T11:25:28.396" v="122" actId="478"/>
          <ac:grpSpMkLst>
            <pc:docMk/>
            <pc:sldMk cId="1793826384" sldId="1753"/>
            <ac:grpSpMk id="13" creationId="{D8D8E156-E6F8-8243-487D-F1532A4920C5}"/>
          </ac:grpSpMkLst>
        </pc:grpChg>
        <pc:graphicFrameChg chg="add mod">
          <ac:chgData name="강다혜" userId="76862be5-6459-46bc-b30d-20a8f5161c9e" providerId="ADAL" clId="{EF24A892-BD8F-40D5-BD64-CF244FA4AE1A}" dt="2023-02-08T02:46:15.108" v="2951"/>
          <ac:graphicFrameMkLst>
            <pc:docMk/>
            <pc:sldMk cId="1793826384" sldId="1753"/>
            <ac:graphicFrameMk id="2" creationId="{C8C22F67-9A85-2213-B230-BEB875BA2606}"/>
          </ac:graphicFrameMkLst>
        </pc:graphicFrameChg>
      </pc:sldChg>
      <pc:sldChg chg="del">
        <pc:chgData name="강다혜" userId="76862be5-6459-46bc-b30d-20a8f5161c9e" providerId="ADAL" clId="{EF24A892-BD8F-40D5-BD64-CF244FA4AE1A}" dt="2023-02-07T11:46:34.383" v="391" actId="47"/>
        <pc:sldMkLst>
          <pc:docMk/>
          <pc:sldMk cId="636972177" sldId="1754"/>
        </pc:sldMkLst>
      </pc:sldChg>
      <pc:sldChg chg="del">
        <pc:chgData name="강다혜" userId="76862be5-6459-46bc-b30d-20a8f5161c9e" providerId="ADAL" clId="{EF24A892-BD8F-40D5-BD64-CF244FA4AE1A}" dt="2023-02-07T11:25:55.603" v="123" actId="47"/>
        <pc:sldMkLst>
          <pc:docMk/>
          <pc:sldMk cId="2825293998" sldId="1755"/>
        </pc:sldMkLst>
      </pc:sldChg>
      <pc:sldChg chg="del">
        <pc:chgData name="강다혜" userId="76862be5-6459-46bc-b30d-20a8f5161c9e" providerId="ADAL" clId="{EF24A892-BD8F-40D5-BD64-CF244FA4AE1A}" dt="2023-02-07T11:26:05.633" v="124" actId="47"/>
        <pc:sldMkLst>
          <pc:docMk/>
          <pc:sldMk cId="384879488" sldId="1756"/>
        </pc:sldMkLst>
      </pc:sldChg>
      <pc:sldChg chg="del">
        <pc:chgData name="강다혜" userId="76862be5-6459-46bc-b30d-20a8f5161c9e" providerId="ADAL" clId="{EF24A892-BD8F-40D5-BD64-CF244FA4AE1A}" dt="2023-02-07T11:34:01.883" v="133" actId="47"/>
        <pc:sldMkLst>
          <pc:docMk/>
          <pc:sldMk cId="2082408481" sldId="1757"/>
        </pc:sldMkLst>
      </pc:sldChg>
      <pc:sldChg chg="del">
        <pc:chgData name="강다혜" userId="76862be5-6459-46bc-b30d-20a8f5161c9e" providerId="ADAL" clId="{EF24A892-BD8F-40D5-BD64-CF244FA4AE1A}" dt="2023-02-07T11:35:14.639" v="135" actId="2696"/>
        <pc:sldMkLst>
          <pc:docMk/>
          <pc:sldMk cId="2633509539" sldId="1758"/>
        </pc:sldMkLst>
      </pc:sldChg>
      <pc:sldChg chg="addSp modSp mod">
        <pc:chgData name="강다혜" userId="76862be5-6459-46bc-b30d-20a8f5161c9e" providerId="ADAL" clId="{EF24A892-BD8F-40D5-BD64-CF244FA4AE1A}" dt="2023-02-13T04:48:11.181" v="3029" actId="20577"/>
        <pc:sldMkLst>
          <pc:docMk/>
          <pc:sldMk cId="857818076" sldId="1759"/>
        </pc:sldMkLst>
        <pc:spChg chg="mod">
          <ac:chgData name="강다혜" userId="76862be5-6459-46bc-b30d-20a8f5161c9e" providerId="ADAL" clId="{EF24A892-BD8F-40D5-BD64-CF244FA4AE1A}" dt="2023-02-13T04:48:11.181" v="3029" actId="20577"/>
          <ac:spMkLst>
            <pc:docMk/>
            <pc:sldMk cId="857818076" sldId="1759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1:35:42.505" v="137" actId="20577"/>
          <ac:spMkLst>
            <pc:docMk/>
            <pc:sldMk cId="857818076" sldId="1759"/>
            <ac:spMk id="25" creationId="{BF838669-661C-482D-BBD3-F758C1F0A3C7}"/>
          </ac:spMkLst>
        </pc:spChg>
        <pc:graphicFrameChg chg="add mod">
          <ac:chgData name="강다혜" userId="76862be5-6459-46bc-b30d-20a8f5161c9e" providerId="ADAL" clId="{EF24A892-BD8F-40D5-BD64-CF244FA4AE1A}" dt="2023-02-08T02:46:40.474" v="2959"/>
          <ac:graphicFrameMkLst>
            <pc:docMk/>
            <pc:sldMk cId="857818076" sldId="1759"/>
            <ac:graphicFrameMk id="2" creationId="{2B1A391C-D123-0800-3DD6-3CEED80EDA69}"/>
          </ac:graphicFrameMkLst>
        </pc:graphicFrameChg>
      </pc:sldChg>
      <pc:sldChg chg="modSp del mod">
        <pc:chgData name="강다혜" userId="76862be5-6459-46bc-b30d-20a8f5161c9e" providerId="ADAL" clId="{EF24A892-BD8F-40D5-BD64-CF244FA4AE1A}" dt="2023-02-07T11:28:17.657" v="132" actId="47"/>
        <pc:sldMkLst>
          <pc:docMk/>
          <pc:sldMk cId="4290125342" sldId="1760"/>
        </pc:sldMkLst>
        <pc:spChg chg="mod">
          <ac:chgData name="강다혜" userId="76862be5-6459-46bc-b30d-20a8f5161c9e" providerId="ADAL" clId="{EF24A892-BD8F-40D5-BD64-CF244FA4AE1A}" dt="2023-02-07T11:28:09.579" v="129"/>
          <ac:spMkLst>
            <pc:docMk/>
            <pc:sldMk cId="4290125342" sldId="1760"/>
            <ac:spMk id="18" creationId="{3E2B09AB-767D-40F1-8379-B4D437EE62B1}"/>
          </ac:spMkLst>
        </pc:spChg>
        <pc:spChg chg="mod">
          <ac:chgData name="강다혜" userId="76862be5-6459-46bc-b30d-20a8f5161c9e" providerId="ADAL" clId="{EF24A892-BD8F-40D5-BD64-CF244FA4AE1A}" dt="2023-02-07T11:27:49.954" v="127"/>
          <ac:spMkLst>
            <pc:docMk/>
            <pc:sldMk cId="4290125342" sldId="1760"/>
            <ac:spMk id="25" creationId="{BF838669-661C-482D-BBD3-F758C1F0A3C7}"/>
          </ac:spMkLst>
        </pc:spChg>
      </pc:sldChg>
      <pc:sldChg chg="addSp delSp modSp mod addCm modCm">
        <pc:chgData name="강다혜" userId="76862be5-6459-46bc-b30d-20a8f5161c9e" providerId="ADAL" clId="{EF24A892-BD8F-40D5-BD64-CF244FA4AE1A}" dt="2023-02-08T02:46:58.164" v="2965"/>
        <pc:sldMkLst>
          <pc:docMk/>
          <pc:sldMk cId="968715149" sldId="1762"/>
        </pc:sldMkLst>
        <pc:spChg chg="del">
          <ac:chgData name="강다혜" userId="76862be5-6459-46bc-b30d-20a8f5161c9e" providerId="ADAL" clId="{EF24A892-BD8F-40D5-BD64-CF244FA4AE1A}" dt="2023-02-07T11:19:43.014" v="42" actId="478"/>
          <ac:spMkLst>
            <pc:docMk/>
            <pc:sldMk cId="968715149" sldId="1762"/>
            <ac:spMk id="2" creationId="{CE98744A-AA38-C28F-778E-6BC87391F72C}"/>
          </ac:spMkLst>
        </pc:spChg>
        <pc:spChg chg="mod">
          <ac:chgData name="강다혜" userId="76862be5-6459-46bc-b30d-20a8f5161c9e" providerId="ADAL" clId="{EF24A892-BD8F-40D5-BD64-CF244FA4AE1A}" dt="2023-02-07T11:20:19.435" v="70"/>
          <ac:spMkLst>
            <pc:docMk/>
            <pc:sldMk cId="968715149" sldId="1762"/>
            <ac:spMk id="6" creationId="{5392C2FC-2AF2-4365-95A6-6256476857BB}"/>
          </ac:spMkLst>
        </pc:spChg>
        <pc:spChg chg="mod">
          <ac:chgData name="강다혜" userId="76862be5-6459-46bc-b30d-20a8f5161c9e" providerId="ADAL" clId="{EF24A892-BD8F-40D5-BD64-CF244FA4AE1A}" dt="2023-02-07T11:20:23.865" v="71"/>
          <ac:spMkLst>
            <pc:docMk/>
            <pc:sldMk cId="968715149" sldId="1762"/>
            <ac:spMk id="9" creationId="{E14A85F3-3807-4D5E-844E-A5FFB1B1A1AF}"/>
          </ac:spMkLst>
        </pc:spChg>
        <pc:spChg chg="mod">
          <ac:chgData name="강다혜" userId="76862be5-6459-46bc-b30d-20a8f5161c9e" providerId="ADAL" clId="{EF24A892-BD8F-40D5-BD64-CF244FA4AE1A}" dt="2023-02-08T02:46:55.790" v="2963" actId="1076"/>
          <ac:spMkLst>
            <pc:docMk/>
            <pc:sldMk cId="968715149" sldId="1762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1:20:57.376" v="80" actId="14100"/>
          <ac:spMkLst>
            <pc:docMk/>
            <pc:sldMk cId="968715149" sldId="1762"/>
            <ac:spMk id="24" creationId="{2883C4FC-27D6-4105-BDF7-7342D5553497}"/>
          </ac:spMkLst>
        </pc:spChg>
        <pc:spChg chg="mod">
          <ac:chgData name="강다혜" userId="76862be5-6459-46bc-b30d-20a8f5161c9e" providerId="ADAL" clId="{EF24A892-BD8F-40D5-BD64-CF244FA4AE1A}" dt="2023-02-07T11:22:05.953" v="114" actId="20577"/>
          <ac:spMkLst>
            <pc:docMk/>
            <pc:sldMk cId="968715149" sldId="1762"/>
            <ac:spMk id="25" creationId="{BF838669-661C-482D-BBD3-F758C1F0A3C7}"/>
          </ac:spMkLst>
        </pc:spChg>
        <pc:graphicFrameChg chg="add mod">
          <ac:chgData name="강다혜" userId="76862be5-6459-46bc-b30d-20a8f5161c9e" providerId="ADAL" clId="{EF24A892-BD8F-40D5-BD64-CF244FA4AE1A}" dt="2023-02-08T02:46:56.090" v="2964"/>
          <ac:graphicFrameMkLst>
            <pc:docMk/>
            <pc:sldMk cId="968715149" sldId="1762"/>
            <ac:graphicFrameMk id="2" creationId="{428A643A-6DE3-A6B9-4728-C74F95FA3404}"/>
          </ac:graphicFrameMkLst>
        </pc:graphicFrameChg>
        <pc:picChg chg="del">
          <ac:chgData name="강다혜" userId="76862be5-6459-46bc-b30d-20a8f5161c9e" providerId="ADAL" clId="{EF24A892-BD8F-40D5-BD64-CF244FA4AE1A}" dt="2023-02-07T11:19:40.193" v="40" actId="478"/>
          <ac:picMkLst>
            <pc:docMk/>
            <pc:sldMk cId="968715149" sldId="1762"/>
            <ac:picMk id="5" creationId="{FBB9C175-DC82-4DA8-A365-3FE39CD7223E}"/>
          </ac:picMkLst>
        </pc:picChg>
        <pc:picChg chg="add mod ord">
          <ac:chgData name="강다혜" userId="76862be5-6459-46bc-b30d-20a8f5161c9e" providerId="ADAL" clId="{EF24A892-BD8F-40D5-BD64-CF244FA4AE1A}" dt="2023-02-07T11:20:37.216" v="75" actId="167"/>
          <ac:picMkLst>
            <pc:docMk/>
            <pc:sldMk cId="968715149" sldId="1762"/>
            <ac:picMk id="7" creationId="{47A173C6-E0D4-5BF1-0BF9-F9AC9E1CD62F}"/>
          </ac:picMkLst>
        </pc:picChg>
        <pc:cxnChg chg="mod">
          <ac:chgData name="강다혜" userId="76862be5-6459-46bc-b30d-20a8f5161c9e" providerId="ADAL" clId="{EF24A892-BD8F-40D5-BD64-CF244FA4AE1A}" dt="2023-02-07T11:20:53.312" v="79" actId="1037"/>
          <ac:cxnSpMkLst>
            <pc:docMk/>
            <pc:sldMk cId="968715149" sldId="1762"/>
            <ac:cxnSpMk id="26" creationId="{2D872CDC-0A12-42E5-B4AC-FE378EF483AE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46:58.164" v="2965"/>
              <pc2:cmMkLst xmlns:pc2="http://schemas.microsoft.com/office/powerpoint/2019/9/main/command">
                <pc:docMk/>
                <pc:sldMk cId="968715149" sldId="1762"/>
                <pc2:cmMk id="{35187AD2-DEEC-4D17-9275-CDBB21AF57F1}"/>
              </pc2:cmMkLst>
            </pc226:cmChg>
          </p:ext>
        </pc:extLst>
      </pc:sldChg>
      <pc:sldChg chg="add del">
        <pc:chgData name="강다혜" userId="76862be5-6459-46bc-b30d-20a8f5161c9e" providerId="ADAL" clId="{EF24A892-BD8F-40D5-BD64-CF244FA4AE1A}" dt="2023-02-07T11:18:49.911" v="38" actId="47"/>
        <pc:sldMkLst>
          <pc:docMk/>
          <pc:sldMk cId="3716229595" sldId="1764"/>
        </pc:sldMkLst>
      </pc:sldChg>
      <pc:sldChg chg="del">
        <pc:chgData name="강다혜" userId="76862be5-6459-46bc-b30d-20a8f5161c9e" providerId="ADAL" clId="{EF24A892-BD8F-40D5-BD64-CF244FA4AE1A}" dt="2023-02-07T11:19:14.506" v="39" actId="47"/>
        <pc:sldMkLst>
          <pc:docMk/>
          <pc:sldMk cId="2347359378" sldId="1765"/>
        </pc:sldMkLst>
      </pc:sldChg>
      <pc:sldChg chg="del">
        <pc:chgData name="강다혜" userId="76862be5-6459-46bc-b30d-20a8f5161c9e" providerId="ADAL" clId="{EF24A892-BD8F-40D5-BD64-CF244FA4AE1A}" dt="2023-02-07T11:12:54.589" v="1" actId="47"/>
        <pc:sldMkLst>
          <pc:docMk/>
          <pc:sldMk cId="2393260876" sldId="1769"/>
        </pc:sldMkLst>
      </pc:sldChg>
      <pc:sldChg chg="addSp modSp mod modCm">
        <pc:chgData name="강다혜" userId="76862be5-6459-46bc-b30d-20a8f5161c9e" providerId="ADAL" clId="{EF24A892-BD8F-40D5-BD64-CF244FA4AE1A}" dt="2023-02-08T02:47:07.347" v="2968"/>
        <pc:sldMkLst>
          <pc:docMk/>
          <pc:sldMk cId="3914252859" sldId="1770"/>
        </pc:sldMkLst>
        <pc:spChg chg="mod">
          <ac:chgData name="강다혜" userId="76862be5-6459-46bc-b30d-20a8f5161c9e" providerId="ADAL" clId="{EF24A892-BD8F-40D5-BD64-CF244FA4AE1A}" dt="2023-02-08T02:47:04.966" v="2966" actId="1076"/>
          <ac:spMkLst>
            <pc:docMk/>
            <pc:sldMk cId="3914252859" sldId="1770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1:08:02.379" v="0"/>
          <ac:spMkLst>
            <pc:docMk/>
            <pc:sldMk cId="3914252859" sldId="1770"/>
            <ac:spMk id="25" creationId="{BF838669-661C-482D-BBD3-F758C1F0A3C7}"/>
          </ac:spMkLst>
        </pc:spChg>
        <pc:graphicFrameChg chg="add mod">
          <ac:chgData name="강다혜" userId="76862be5-6459-46bc-b30d-20a8f5161c9e" providerId="ADAL" clId="{EF24A892-BD8F-40D5-BD64-CF244FA4AE1A}" dt="2023-02-08T02:47:05.410" v="2967"/>
          <ac:graphicFrameMkLst>
            <pc:docMk/>
            <pc:sldMk cId="3914252859" sldId="1770"/>
            <ac:graphicFrameMk id="2" creationId="{1EE8ED07-3549-77ED-4D78-EEB8656B9052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강다혜" userId="76862be5-6459-46bc-b30d-20a8f5161c9e" providerId="ADAL" clId="{EF24A892-BD8F-40D5-BD64-CF244FA4AE1A}" dt="2023-02-08T02:47:07.347" v="2968"/>
              <pc2:cmMkLst xmlns:pc2="http://schemas.microsoft.com/office/powerpoint/2019/9/main/command">
                <pc:docMk/>
                <pc:sldMk cId="3914252859" sldId="1770"/>
                <pc2:cmMk id="{24FEB69B-53ED-40F6-8C32-F362764FFC48}"/>
              </pc2:cmMkLst>
            </pc226:cmChg>
          </p:ext>
        </pc:extLst>
      </pc:sldChg>
      <pc:sldChg chg="del">
        <pc:chgData name="강다혜" userId="76862be5-6459-46bc-b30d-20a8f5161c9e" providerId="ADAL" clId="{EF24A892-BD8F-40D5-BD64-CF244FA4AE1A}" dt="2023-02-07T11:12:56.979" v="2" actId="47"/>
        <pc:sldMkLst>
          <pc:docMk/>
          <pc:sldMk cId="952226198" sldId="1773"/>
        </pc:sldMkLst>
      </pc:sldChg>
      <pc:sldChg chg="del">
        <pc:chgData name="강다혜" userId="76862be5-6459-46bc-b30d-20a8f5161c9e" providerId="ADAL" clId="{EF24A892-BD8F-40D5-BD64-CF244FA4AE1A}" dt="2023-02-07T12:45:35.095" v="1711" actId="47"/>
        <pc:sldMkLst>
          <pc:docMk/>
          <pc:sldMk cId="2994776266" sldId="1776"/>
        </pc:sldMkLst>
      </pc:sldChg>
      <pc:sldChg chg="del">
        <pc:chgData name="강다혜" userId="76862be5-6459-46bc-b30d-20a8f5161c9e" providerId="ADAL" clId="{EF24A892-BD8F-40D5-BD64-CF244FA4AE1A}" dt="2023-02-07T12:34:24.640" v="1413" actId="47"/>
        <pc:sldMkLst>
          <pc:docMk/>
          <pc:sldMk cId="2674611288" sldId="1777"/>
        </pc:sldMkLst>
      </pc:sldChg>
      <pc:sldChg chg="addSp delSp modSp del mod addCm">
        <pc:chgData name="강다혜" userId="76862be5-6459-46bc-b30d-20a8f5161c9e" providerId="ADAL" clId="{EF24A892-BD8F-40D5-BD64-CF244FA4AE1A}" dt="2023-02-07T12:25:21.462" v="1387" actId="47"/>
        <pc:sldMkLst>
          <pc:docMk/>
          <pc:sldMk cId="4122633585" sldId="1778"/>
        </pc:sldMkLst>
        <pc:spChg chg="del">
          <ac:chgData name="강다혜" userId="76862be5-6459-46bc-b30d-20a8f5161c9e" providerId="ADAL" clId="{EF24A892-BD8F-40D5-BD64-CF244FA4AE1A}" dt="2023-02-07T12:24:39.625" v="1378" actId="478"/>
          <ac:spMkLst>
            <pc:docMk/>
            <pc:sldMk cId="4122633585" sldId="1778"/>
            <ac:spMk id="2" creationId="{727084F5-F2A5-FA37-9E7A-F74B4DA13AD9}"/>
          </ac:spMkLst>
        </pc:spChg>
        <pc:spChg chg="mod">
          <ac:chgData name="강다혜" userId="76862be5-6459-46bc-b30d-20a8f5161c9e" providerId="ADAL" clId="{EF24A892-BD8F-40D5-BD64-CF244FA4AE1A}" dt="2023-02-07T12:24:38.156" v="1377"/>
          <ac:spMkLst>
            <pc:docMk/>
            <pc:sldMk cId="4122633585" sldId="1778"/>
            <ac:spMk id="8" creationId="{8CA4ADA3-8DD6-D597-FFE7-3695D97B9D52}"/>
          </ac:spMkLst>
        </pc:spChg>
        <pc:spChg chg="mod">
          <ac:chgData name="강다혜" userId="76862be5-6459-46bc-b30d-20a8f5161c9e" providerId="ADAL" clId="{EF24A892-BD8F-40D5-BD64-CF244FA4AE1A}" dt="2023-02-07T12:25:12.702" v="1386"/>
          <ac:spMkLst>
            <pc:docMk/>
            <pc:sldMk cId="4122633585" sldId="1778"/>
            <ac:spMk id="10" creationId="{1B5522A9-A299-FE0D-88A6-91390264C9B1}"/>
          </ac:spMkLst>
        </pc:spChg>
        <pc:spChg chg="mod">
          <ac:chgData name="강다혜" userId="76862be5-6459-46bc-b30d-20a8f5161c9e" providerId="ADAL" clId="{EF24A892-BD8F-40D5-BD64-CF244FA4AE1A}" dt="2023-02-07T12:24:38.156" v="1377"/>
          <ac:spMkLst>
            <pc:docMk/>
            <pc:sldMk cId="4122633585" sldId="1778"/>
            <ac:spMk id="13" creationId="{CE51058F-1B31-4384-B8EA-3E1D09F441B5}"/>
          </ac:spMkLst>
        </pc:spChg>
        <pc:spChg chg="mod">
          <ac:chgData name="강다혜" userId="76862be5-6459-46bc-b30d-20a8f5161c9e" providerId="ADAL" clId="{EF24A892-BD8F-40D5-BD64-CF244FA4AE1A}" dt="2023-02-07T12:24:38.156" v="1377"/>
          <ac:spMkLst>
            <pc:docMk/>
            <pc:sldMk cId="4122633585" sldId="1778"/>
            <ac:spMk id="15" creationId="{03585BF8-926F-5B9E-2509-15782243A9DD}"/>
          </ac:spMkLst>
        </pc:spChg>
        <pc:grpChg chg="add mod">
          <ac:chgData name="강다혜" userId="76862be5-6459-46bc-b30d-20a8f5161c9e" providerId="ADAL" clId="{EF24A892-BD8F-40D5-BD64-CF244FA4AE1A}" dt="2023-02-07T12:24:38.156" v="1377"/>
          <ac:grpSpMkLst>
            <pc:docMk/>
            <pc:sldMk cId="4122633585" sldId="1778"/>
            <ac:grpSpMk id="7" creationId="{9BA97584-2A24-92A7-295E-6C3900D91F36}"/>
          </ac:grpSpMkLst>
        </pc:grpChg>
        <pc:grpChg chg="add mod">
          <ac:chgData name="강다혜" userId="76862be5-6459-46bc-b30d-20a8f5161c9e" providerId="ADAL" clId="{EF24A892-BD8F-40D5-BD64-CF244FA4AE1A}" dt="2023-02-07T12:24:38.156" v="1377"/>
          <ac:grpSpMkLst>
            <pc:docMk/>
            <pc:sldMk cId="4122633585" sldId="1778"/>
            <ac:grpSpMk id="11" creationId="{124410D1-D595-0BD2-8C34-16553EB03BA3}"/>
          </ac:grpSpMkLst>
        </pc:grpChg>
        <pc:picChg chg="add mod">
          <ac:chgData name="강다혜" userId="76862be5-6459-46bc-b30d-20a8f5161c9e" providerId="ADAL" clId="{EF24A892-BD8F-40D5-BD64-CF244FA4AE1A}" dt="2023-02-07T12:24:06.400" v="1376" actId="1076"/>
          <ac:picMkLst>
            <pc:docMk/>
            <pc:sldMk cId="4122633585" sldId="1778"/>
            <ac:picMk id="5" creationId="{12BD0610-6652-F039-0D08-A8517C5D8D05}"/>
          </ac:picMkLst>
        </pc:picChg>
        <pc:picChg chg="del">
          <ac:chgData name="강다혜" userId="76862be5-6459-46bc-b30d-20a8f5161c9e" providerId="ADAL" clId="{EF24A892-BD8F-40D5-BD64-CF244FA4AE1A}" dt="2023-02-07T12:24:03.602" v="1374" actId="478"/>
          <ac:picMkLst>
            <pc:docMk/>
            <pc:sldMk cId="4122633585" sldId="1778"/>
            <ac:picMk id="1026" creationId="{1B32DD2B-49B1-4A2E-82B0-DDBBFCD5D75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강다혜" userId="76862be5-6459-46bc-b30d-20a8f5161c9e" providerId="ADAL" clId="{EF24A892-BD8F-40D5-BD64-CF244FA4AE1A}" dt="2023-02-07T12:24:44.372" v="1379"/>
              <pc2:cmMkLst xmlns:pc2="http://schemas.microsoft.com/office/powerpoint/2019/9/main/command">
                <pc:docMk/>
                <pc:sldMk cId="4122633585" sldId="1778"/>
                <pc2:cmMk id="{DDFDF27C-C233-4663-BC40-5FAAC72FB44E}"/>
              </pc2:cmMkLst>
            </pc226:cmChg>
          </p:ext>
        </pc:extLst>
      </pc:sldChg>
      <pc:sldChg chg="add del">
        <pc:chgData name="강다혜" userId="76862be5-6459-46bc-b30d-20a8f5161c9e" providerId="ADAL" clId="{EF24A892-BD8F-40D5-BD64-CF244FA4AE1A}" dt="2023-02-07T11:28:13.199" v="131" actId="47"/>
        <pc:sldMkLst>
          <pc:docMk/>
          <pc:sldMk cId="2308265088" sldId="1779"/>
        </pc:sldMkLst>
      </pc:sldChg>
      <pc:sldChg chg="addSp delSp modSp mod modCm">
        <pc:chgData name="강다혜" userId="76862be5-6459-46bc-b30d-20a8f5161c9e" providerId="ADAL" clId="{EF24A892-BD8F-40D5-BD64-CF244FA4AE1A}" dt="2023-02-08T02:38:53.691" v="2763"/>
        <pc:sldMkLst>
          <pc:docMk/>
          <pc:sldMk cId="3546788303" sldId="1780"/>
        </pc:sldMkLst>
        <pc:spChg chg="mod">
          <ac:chgData name="강다혜" userId="76862be5-6459-46bc-b30d-20a8f5161c9e" providerId="ADAL" clId="{EF24A892-BD8F-40D5-BD64-CF244FA4AE1A}" dt="2023-02-08T02:37:38.858" v="2751" actId="20577"/>
          <ac:spMkLst>
            <pc:docMk/>
            <pc:sldMk cId="3546788303" sldId="1780"/>
            <ac:spMk id="5" creationId="{EE27973F-7BC1-BBEE-3F16-F481A8A78025}"/>
          </ac:spMkLst>
        </pc:spChg>
        <pc:spChg chg="add mod">
          <ac:chgData name="강다혜" userId="76862be5-6459-46bc-b30d-20a8f5161c9e" providerId="ADAL" clId="{EF24A892-BD8F-40D5-BD64-CF244FA4AE1A}" dt="2023-02-08T02:37:50.569" v="2752"/>
          <ac:spMkLst>
            <pc:docMk/>
            <pc:sldMk cId="3546788303" sldId="1780"/>
            <ac:spMk id="8" creationId="{D8AC683F-4188-432F-C9A5-947585386857}"/>
          </ac:spMkLst>
        </pc:spChg>
        <pc:spChg chg="del">
          <ac:chgData name="강다혜" userId="76862be5-6459-46bc-b30d-20a8f5161c9e" providerId="ADAL" clId="{EF24A892-BD8F-40D5-BD64-CF244FA4AE1A}" dt="2023-02-08T02:37:52.776" v="2753" actId="478"/>
          <ac:spMkLst>
            <pc:docMk/>
            <pc:sldMk cId="3546788303" sldId="1780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38:49.852" v="2762"/>
          <ac:graphicFrameMkLst>
            <pc:docMk/>
            <pc:sldMk cId="3546788303" sldId="1780"/>
            <ac:graphicFrameMk id="10" creationId="{2CC7116B-C0B6-A243-E996-261B69BEC01D}"/>
          </ac:graphicFrameMkLst>
        </pc:graphicFrameChg>
        <pc:picChg chg="add mod">
          <ac:chgData name="강다혜" userId="76862be5-6459-46bc-b30d-20a8f5161c9e" providerId="ADAL" clId="{EF24A892-BD8F-40D5-BD64-CF244FA4AE1A}" dt="2023-02-08T02:33:49.921" v="2488"/>
          <ac:picMkLst>
            <pc:docMk/>
            <pc:sldMk cId="3546788303" sldId="1780"/>
            <ac:picMk id="7" creationId="{FCD74E07-00AC-E35D-6487-C84C6E757EB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강다혜" userId="76862be5-6459-46bc-b30d-20a8f5161c9e" providerId="ADAL" clId="{EF24A892-BD8F-40D5-BD64-CF244FA4AE1A}" dt="2023-02-08T02:38:53.691" v="2763"/>
              <pc2:cmMkLst xmlns:pc2="http://schemas.microsoft.com/office/powerpoint/2019/9/main/command">
                <pc:docMk/>
                <pc:sldMk cId="3546788303" sldId="1780"/>
                <pc2:cmMk id="{E9A23B07-F0DA-4FD5-8A93-FFB7401FCD33}"/>
              </pc2:cmMkLst>
            </pc226:cmChg>
          </p:ext>
        </pc:extLst>
      </pc:sldChg>
      <pc:sldChg chg="del addCm">
        <pc:chgData name="강다혜" userId="76862be5-6459-46bc-b30d-20a8f5161c9e" providerId="ADAL" clId="{EF24A892-BD8F-40D5-BD64-CF244FA4AE1A}" dt="2023-02-08T02:29:57.939" v="2481" actId="47"/>
        <pc:sldMkLst>
          <pc:docMk/>
          <pc:sldMk cId="3445700890" sldId="178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강다혜" userId="76862be5-6459-46bc-b30d-20a8f5161c9e" providerId="ADAL" clId="{EF24A892-BD8F-40D5-BD64-CF244FA4AE1A}" dt="2023-02-08T02:27:45.742" v="2474"/>
              <pc2:cmMkLst xmlns:pc2="http://schemas.microsoft.com/office/powerpoint/2019/9/main/command">
                <pc:docMk/>
                <pc:sldMk cId="3445700890" sldId="1783"/>
                <pc2:cmMk id="{ED0F7670-5D5E-4BDB-B194-701728D323ED}"/>
              </pc2:cmMkLst>
            </pc226:cmChg>
          </p:ext>
        </pc:extLst>
      </pc:sldChg>
      <pc:sldChg chg="del addCm modCm">
        <pc:chgData name="강다혜" userId="76862be5-6459-46bc-b30d-20a8f5161c9e" providerId="ADAL" clId="{EF24A892-BD8F-40D5-BD64-CF244FA4AE1A}" dt="2023-02-08T02:29:57.939" v="2481" actId="47"/>
        <pc:sldMkLst>
          <pc:docMk/>
          <pc:sldMk cId="1024885154" sldId="178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29:00.377" v="2480"/>
              <pc2:cmMkLst xmlns:pc2="http://schemas.microsoft.com/office/powerpoint/2019/9/main/command">
                <pc:docMk/>
                <pc:sldMk cId="1024885154" sldId="1784"/>
                <pc2:cmMk id="{DBC29667-8515-4482-8734-D35B129ACB12}"/>
              </pc2:cmMkLst>
            </pc226:cmChg>
            <pc226:cmChg xmlns:pc226="http://schemas.microsoft.com/office/powerpoint/2022/06/main/command" chg="mod">
              <pc226:chgData name="강다혜" userId="76862be5-6459-46bc-b30d-20a8f5161c9e" providerId="ADAL" clId="{EF24A892-BD8F-40D5-BD64-CF244FA4AE1A}" dt="2023-02-08T02:28:05.199" v="2478"/>
              <pc2:cmMkLst xmlns:pc2="http://schemas.microsoft.com/office/powerpoint/2019/9/main/command">
                <pc:docMk/>
                <pc:sldMk cId="1024885154" sldId="1784"/>
                <pc2:cmMk id="{31EF30E6-C9AE-4E87-ABF8-5E136472DF2D}"/>
              </pc2:cmMkLst>
            </pc226:cmChg>
          </p:ext>
        </pc:extLst>
      </pc:sldChg>
      <pc:sldChg chg="del">
        <pc:chgData name="강다혜" userId="76862be5-6459-46bc-b30d-20a8f5161c9e" providerId="ADAL" clId="{EF24A892-BD8F-40D5-BD64-CF244FA4AE1A}" dt="2023-02-08T02:31:15.194" v="2482" actId="47"/>
        <pc:sldMkLst>
          <pc:docMk/>
          <pc:sldMk cId="1537454112" sldId="1785"/>
        </pc:sldMkLst>
      </pc:sldChg>
      <pc:sldChg chg="del">
        <pc:chgData name="강다혜" userId="76862be5-6459-46bc-b30d-20a8f5161c9e" providerId="ADAL" clId="{EF24A892-BD8F-40D5-BD64-CF244FA4AE1A}" dt="2023-02-08T01:55:45.511" v="2005" actId="47"/>
        <pc:sldMkLst>
          <pc:docMk/>
          <pc:sldMk cId="544797441" sldId="1786"/>
        </pc:sldMkLst>
      </pc:sldChg>
      <pc:sldChg chg="del">
        <pc:chgData name="강다혜" userId="76862be5-6459-46bc-b30d-20a8f5161c9e" providerId="ADAL" clId="{EF24A892-BD8F-40D5-BD64-CF244FA4AE1A}" dt="2023-02-08T01:55:51.224" v="2006" actId="47"/>
        <pc:sldMkLst>
          <pc:docMk/>
          <pc:sldMk cId="631891553" sldId="1787"/>
        </pc:sldMkLst>
      </pc:sldChg>
      <pc:sldChg chg="del">
        <pc:chgData name="강다혜" userId="76862be5-6459-46bc-b30d-20a8f5161c9e" providerId="ADAL" clId="{EF24A892-BD8F-40D5-BD64-CF244FA4AE1A}" dt="2023-02-08T01:56:52.347" v="2009" actId="47"/>
        <pc:sldMkLst>
          <pc:docMk/>
          <pc:sldMk cId="3055913233" sldId="1788"/>
        </pc:sldMkLst>
      </pc:sldChg>
      <pc:sldChg chg="addSp delSp modSp mod">
        <pc:chgData name="강다혜" userId="76862be5-6459-46bc-b30d-20a8f5161c9e" providerId="ADAL" clId="{EF24A892-BD8F-40D5-BD64-CF244FA4AE1A}" dt="2023-02-08T02:39:06.050" v="2767"/>
        <pc:sldMkLst>
          <pc:docMk/>
          <pc:sldMk cId="2687353366" sldId="1789"/>
        </pc:sldMkLst>
        <pc:spChg chg="del">
          <ac:chgData name="강다혜" userId="76862be5-6459-46bc-b30d-20a8f5161c9e" providerId="ADAL" clId="{EF24A892-BD8F-40D5-BD64-CF244FA4AE1A}" dt="2023-02-08T01:57:43.072" v="2022" actId="478"/>
          <ac:spMkLst>
            <pc:docMk/>
            <pc:sldMk cId="2687353366" sldId="1789"/>
            <ac:spMk id="2" creationId="{85763D8D-749A-52CB-9856-4A13552B706F}"/>
          </ac:spMkLst>
        </pc:spChg>
        <pc:spChg chg="mod">
          <ac:chgData name="강다혜" userId="76862be5-6459-46bc-b30d-20a8f5161c9e" providerId="ADAL" clId="{EF24A892-BD8F-40D5-BD64-CF244FA4AE1A}" dt="2023-02-08T02:39:05.563" v="2766" actId="1076"/>
          <ac:spMkLst>
            <pc:docMk/>
            <pc:sldMk cId="2687353366" sldId="1789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1:57:36.032" v="2021" actId="20577"/>
          <ac:spMkLst>
            <pc:docMk/>
            <pc:sldMk cId="2687353366" sldId="1789"/>
            <ac:spMk id="19" creationId="{772E96CC-FB4D-4D2E-99CC-07D6E696A0C1}"/>
          </ac:spMkLst>
        </pc:spChg>
        <pc:grpChg chg="mod">
          <ac:chgData name="강다혜" userId="76862be5-6459-46bc-b30d-20a8f5161c9e" providerId="ADAL" clId="{EF24A892-BD8F-40D5-BD64-CF244FA4AE1A}" dt="2023-02-08T01:57:47.163" v="2023" actId="1076"/>
          <ac:grpSpMkLst>
            <pc:docMk/>
            <pc:sldMk cId="2687353366" sldId="1789"/>
            <ac:grpSpMk id="11" creationId="{EBD8C0DD-8D99-4693-B5DC-D47331901F6F}"/>
          </ac:grpSpMkLst>
        </pc:grpChg>
        <pc:grpChg chg="mod">
          <ac:chgData name="강다혜" userId="76862be5-6459-46bc-b30d-20a8f5161c9e" providerId="ADAL" clId="{EF24A892-BD8F-40D5-BD64-CF244FA4AE1A}" dt="2023-02-08T01:57:47.163" v="2023" actId="1076"/>
          <ac:grpSpMkLst>
            <pc:docMk/>
            <pc:sldMk cId="2687353366" sldId="1789"/>
            <ac:grpSpMk id="17" creationId="{18ADA42E-0F38-4090-82EF-0361540F1D83}"/>
          </ac:grpSpMkLst>
        </pc:grpChg>
        <pc:graphicFrameChg chg="add mod">
          <ac:chgData name="강다혜" userId="76862be5-6459-46bc-b30d-20a8f5161c9e" providerId="ADAL" clId="{EF24A892-BD8F-40D5-BD64-CF244FA4AE1A}" dt="2023-02-08T02:39:06.050" v="2767"/>
          <ac:graphicFrameMkLst>
            <pc:docMk/>
            <pc:sldMk cId="2687353366" sldId="1789"/>
            <ac:graphicFrameMk id="8" creationId="{C5E02F05-6F32-6163-5330-3B9ECD02EA12}"/>
          </ac:graphicFrameMkLst>
        </pc:graphicFrameChg>
      </pc:sldChg>
      <pc:sldChg chg="addSp delSp modSp mod">
        <pc:chgData name="강다혜" userId="76862be5-6459-46bc-b30d-20a8f5161c9e" providerId="ADAL" clId="{EF24A892-BD8F-40D5-BD64-CF244FA4AE1A}" dt="2023-02-08T02:39:45.805" v="2779"/>
        <pc:sldMkLst>
          <pc:docMk/>
          <pc:sldMk cId="3684663674" sldId="1790"/>
        </pc:sldMkLst>
        <pc:spChg chg="del">
          <ac:chgData name="강다혜" userId="76862be5-6459-46bc-b30d-20a8f5161c9e" providerId="ADAL" clId="{EF24A892-BD8F-40D5-BD64-CF244FA4AE1A}" dt="2023-02-08T01:53:56.453" v="2003" actId="478"/>
          <ac:spMkLst>
            <pc:docMk/>
            <pc:sldMk cId="3684663674" sldId="1790"/>
            <ac:spMk id="2" creationId="{85763D8D-749A-52CB-9856-4A13552B706F}"/>
          </ac:spMkLst>
        </pc:spChg>
        <pc:spChg chg="mod">
          <ac:chgData name="강다혜" userId="76862be5-6459-46bc-b30d-20a8f5161c9e" providerId="ADAL" clId="{EF24A892-BD8F-40D5-BD64-CF244FA4AE1A}" dt="2023-02-08T02:39:45.395" v="2778" actId="1076"/>
          <ac:spMkLst>
            <pc:docMk/>
            <pc:sldMk cId="3684663674" sldId="1790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39:45.805" v="2779"/>
          <ac:graphicFrameMkLst>
            <pc:docMk/>
            <pc:sldMk cId="3684663674" sldId="1790"/>
            <ac:graphicFrameMk id="8" creationId="{DD01FCFD-4E89-4C41-945E-B23D7623BE90}"/>
          </ac:graphicFrameMkLst>
        </pc:graphicFrameChg>
      </pc:sldChg>
      <pc:sldChg chg="addSp delSp modSp mod addCm modCm">
        <pc:chgData name="강다혜" userId="76862be5-6459-46bc-b30d-20a8f5161c9e" providerId="ADAL" clId="{EF24A892-BD8F-40D5-BD64-CF244FA4AE1A}" dt="2023-02-08T02:39:15.719" v="2770"/>
        <pc:sldMkLst>
          <pc:docMk/>
          <pc:sldMk cId="2908857980" sldId="1791"/>
        </pc:sldMkLst>
        <pc:spChg chg="del">
          <ac:chgData name="강다혜" userId="76862be5-6459-46bc-b30d-20a8f5161c9e" providerId="ADAL" clId="{EF24A892-BD8F-40D5-BD64-CF244FA4AE1A}" dt="2023-02-08T01:57:54.186" v="2024" actId="478"/>
          <ac:spMkLst>
            <pc:docMk/>
            <pc:sldMk cId="2908857980" sldId="1791"/>
            <ac:spMk id="2" creationId="{85763D8D-749A-52CB-9856-4A13552B706F}"/>
          </ac:spMkLst>
        </pc:spChg>
        <pc:spChg chg="mod">
          <ac:chgData name="강다혜" userId="76862be5-6459-46bc-b30d-20a8f5161c9e" providerId="ADAL" clId="{EF24A892-BD8F-40D5-BD64-CF244FA4AE1A}" dt="2023-02-08T02:02:46.383" v="2050"/>
          <ac:spMkLst>
            <pc:docMk/>
            <pc:sldMk cId="2908857980" sldId="1791"/>
            <ac:spMk id="4" creationId="{FAE5BB12-CCF1-40ED-A6CE-0896912A757A}"/>
          </ac:spMkLst>
        </pc:spChg>
        <pc:spChg chg="add del mod">
          <ac:chgData name="강다혜" userId="76862be5-6459-46bc-b30d-20a8f5161c9e" providerId="ADAL" clId="{EF24A892-BD8F-40D5-BD64-CF244FA4AE1A}" dt="2023-02-08T01:58:13.881" v="2026"/>
          <ac:spMkLst>
            <pc:docMk/>
            <pc:sldMk cId="2908857980" sldId="1791"/>
            <ac:spMk id="8" creationId="{C7BD80AB-48B2-B980-3511-731CA251F26C}"/>
          </ac:spMkLst>
        </pc:spChg>
        <pc:spChg chg="mod">
          <ac:chgData name="강다혜" userId="76862be5-6459-46bc-b30d-20a8f5161c9e" providerId="ADAL" clId="{EF24A892-BD8F-40D5-BD64-CF244FA4AE1A}" dt="2023-02-08T02:03:02.486" v="2052"/>
          <ac:spMkLst>
            <pc:docMk/>
            <pc:sldMk cId="2908857980" sldId="1791"/>
            <ac:spMk id="12" creationId="{16BA9CD5-FD8A-49EC-BDC0-6E387B42AB72}"/>
          </ac:spMkLst>
        </pc:spChg>
        <pc:spChg chg="mod">
          <ac:chgData name="강다혜" userId="76862be5-6459-46bc-b30d-20a8f5161c9e" providerId="ADAL" clId="{EF24A892-BD8F-40D5-BD64-CF244FA4AE1A}" dt="2023-02-08T02:39:13.274" v="2768" actId="1076"/>
          <ac:spMkLst>
            <pc:docMk/>
            <pc:sldMk cId="2908857980" sldId="1791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1:58:38.983" v="2038" actId="207"/>
          <ac:spMkLst>
            <pc:docMk/>
            <pc:sldMk cId="2908857980" sldId="1791"/>
            <ac:spMk id="16" creationId="{ECA7B80B-CE50-45AC-97BB-B68E6D7C52A3}"/>
          </ac:spMkLst>
        </pc:spChg>
        <pc:spChg chg="mod">
          <ac:chgData name="강다혜" userId="76862be5-6459-46bc-b30d-20a8f5161c9e" providerId="ADAL" clId="{EF24A892-BD8F-40D5-BD64-CF244FA4AE1A}" dt="2023-02-08T02:02:56.187" v="2051"/>
          <ac:spMkLst>
            <pc:docMk/>
            <pc:sldMk cId="2908857980" sldId="1791"/>
            <ac:spMk id="23" creationId="{7C546B55-B931-4853-BB4D-678325DEBB30}"/>
          </ac:spMkLst>
        </pc:spChg>
        <pc:graphicFrameChg chg="add mod">
          <ac:chgData name="강다혜" userId="76862be5-6459-46bc-b30d-20a8f5161c9e" providerId="ADAL" clId="{EF24A892-BD8F-40D5-BD64-CF244FA4AE1A}" dt="2023-02-08T02:39:14.254" v="2769"/>
          <ac:graphicFrameMkLst>
            <pc:docMk/>
            <pc:sldMk cId="2908857980" sldId="1791"/>
            <ac:graphicFrameMk id="10" creationId="{B6ACB8BF-42F6-B687-DB91-59CEEF4C35EC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39:15.719" v="2770"/>
              <pc2:cmMkLst xmlns:pc2="http://schemas.microsoft.com/office/powerpoint/2019/9/main/command">
                <pc:docMk/>
                <pc:sldMk cId="2908857980" sldId="1791"/>
                <pc2:cmMk id="{299BD6AD-37C2-4694-9C77-D7DEF94A26B4}"/>
              </pc2:cmMkLst>
            </pc226:cmChg>
          </p:ext>
        </pc:extLst>
      </pc:sldChg>
      <pc:sldChg chg="addSp delSp modSp mod">
        <pc:chgData name="강다혜" userId="76862be5-6459-46bc-b30d-20a8f5161c9e" providerId="ADAL" clId="{EF24A892-BD8F-40D5-BD64-CF244FA4AE1A}" dt="2023-02-08T02:47:35.165" v="2969"/>
        <pc:sldMkLst>
          <pc:docMk/>
          <pc:sldMk cId="2256498878" sldId="1792"/>
        </pc:sldMkLst>
        <pc:spChg chg="del">
          <ac:chgData name="강다혜" userId="76862be5-6459-46bc-b30d-20a8f5161c9e" providerId="ADAL" clId="{EF24A892-BD8F-40D5-BD64-CF244FA4AE1A}" dt="2023-02-08T01:58:48.662" v="2039" actId="478"/>
          <ac:spMkLst>
            <pc:docMk/>
            <pc:sldMk cId="2256498878" sldId="1792"/>
            <ac:spMk id="2" creationId="{85763D8D-749A-52CB-9856-4A13552B706F}"/>
          </ac:spMkLst>
        </pc:spChg>
        <pc:spChg chg="add mod">
          <ac:chgData name="강다혜" userId="76862be5-6459-46bc-b30d-20a8f5161c9e" providerId="ADAL" clId="{EF24A892-BD8F-40D5-BD64-CF244FA4AE1A}" dt="2023-02-08T02:47:35.165" v="2969"/>
          <ac:spMkLst>
            <pc:docMk/>
            <pc:sldMk cId="2256498878" sldId="1792"/>
            <ac:spMk id="5" creationId="{2C7EDD61-9882-4BD3-2695-348688358A98}"/>
          </ac:spMkLst>
        </pc:spChg>
        <pc:spChg chg="mod">
          <ac:chgData name="강다혜" userId="76862be5-6459-46bc-b30d-20a8f5161c9e" providerId="ADAL" clId="{EF24A892-BD8F-40D5-BD64-CF244FA4AE1A}" dt="2023-02-08T02:41:09.817" v="2802"/>
          <ac:spMkLst>
            <pc:docMk/>
            <pc:sldMk cId="2256498878" sldId="1792"/>
            <ac:spMk id="12" creationId="{16BA9CD5-FD8A-49EC-BDC0-6E387B42AB72}"/>
          </ac:spMkLst>
        </pc:spChg>
        <pc:spChg chg="del mod">
          <ac:chgData name="강다혜" userId="76862be5-6459-46bc-b30d-20a8f5161c9e" providerId="ADAL" clId="{EF24A892-BD8F-40D5-BD64-CF244FA4AE1A}" dt="2023-02-08T02:40:53.128" v="2800" actId="478"/>
          <ac:spMkLst>
            <pc:docMk/>
            <pc:sldMk cId="2256498878" sldId="1792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41:03.439" v="2801"/>
          <ac:spMkLst>
            <pc:docMk/>
            <pc:sldMk cId="2256498878" sldId="1792"/>
            <ac:spMk id="23" creationId="{7C546B55-B931-4853-BB4D-678325DEBB30}"/>
          </ac:spMkLst>
        </pc:spChg>
        <pc:graphicFrameChg chg="add del mod">
          <ac:chgData name="강다혜" userId="76862be5-6459-46bc-b30d-20a8f5161c9e" providerId="ADAL" clId="{EF24A892-BD8F-40D5-BD64-CF244FA4AE1A}" dt="2023-02-08T02:40:51.714" v="2799" actId="478"/>
          <ac:graphicFrameMkLst>
            <pc:docMk/>
            <pc:sldMk cId="2256498878" sldId="1792"/>
            <ac:graphicFrameMk id="4" creationId="{F7C0D711-86DC-C1F0-09D3-7C5886A511FF}"/>
          </ac:graphicFrameMkLst>
        </pc:graphicFrameChg>
      </pc:sldChg>
      <pc:sldChg chg="del">
        <pc:chgData name="강다혜" userId="76862be5-6459-46bc-b30d-20a8f5161c9e" providerId="ADAL" clId="{EF24A892-BD8F-40D5-BD64-CF244FA4AE1A}" dt="2023-02-08T02:09:34.296" v="2460" actId="47"/>
        <pc:sldMkLst>
          <pc:docMk/>
          <pc:sldMk cId="1177554352" sldId="1793"/>
        </pc:sldMkLst>
      </pc:sldChg>
      <pc:sldChg chg="del">
        <pc:chgData name="강다혜" userId="76862be5-6459-46bc-b30d-20a8f5161c9e" providerId="ADAL" clId="{EF24A892-BD8F-40D5-BD64-CF244FA4AE1A}" dt="2023-02-08T02:09:34.296" v="2460" actId="47"/>
        <pc:sldMkLst>
          <pc:docMk/>
          <pc:sldMk cId="2444174817" sldId="1794"/>
        </pc:sldMkLst>
      </pc:sldChg>
      <pc:sldChg chg="addSp delSp modSp mod">
        <pc:chgData name="강다혜" userId="76862be5-6459-46bc-b30d-20a8f5161c9e" providerId="ADAL" clId="{EF24A892-BD8F-40D5-BD64-CF244FA4AE1A}" dt="2023-02-08T02:53:52.892" v="3013"/>
        <pc:sldMkLst>
          <pc:docMk/>
          <pc:sldMk cId="1457967271" sldId="1795"/>
        </pc:sldMkLst>
        <pc:spChg chg="del mod">
          <ac:chgData name="강다혜" userId="76862be5-6459-46bc-b30d-20a8f5161c9e" providerId="ADAL" clId="{EF24A892-BD8F-40D5-BD64-CF244FA4AE1A}" dt="2023-02-08T01:51:45.104" v="2002" actId="478"/>
          <ac:spMkLst>
            <pc:docMk/>
            <pc:sldMk cId="1457967271" sldId="1795"/>
            <ac:spMk id="2" creationId="{B2DCE6EE-F585-E7E5-7114-767DC2FDB902}"/>
          </ac:spMkLst>
        </pc:spChg>
        <pc:spChg chg="mod">
          <ac:chgData name="강다혜" userId="76862be5-6459-46bc-b30d-20a8f5161c9e" providerId="ADAL" clId="{EF24A892-BD8F-40D5-BD64-CF244FA4AE1A}" dt="2023-02-08T02:39:49.994" v="2780" actId="1076"/>
          <ac:spMkLst>
            <pc:docMk/>
            <pc:sldMk cId="1457967271" sldId="1795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53:52.892" v="3013"/>
          <ac:spMkLst>
            <pc:docMk/>
            <pc:sldMk cId="1457967271" sldId="1795"/>
            <ac:spMk id="22" creationId="{203F8508-5364-4110-B68F-C07EF8944923}"/>
          </ac:spMkLst>
        </pc:spChg>
        <pc:graphicFrameChg chg="add mod">
          <ac:chgData name="강다혜" userId="76862be5-6459-46bc-b30d-20a8f5161c9e" providerId="ADAL" clId="{EF24A892-BD8F-40D5-BD64-CF244FA4AE1A}" dt="2023-02-08T02:39:50.363" v="2781"/>
          <ac:graphicFrameMkLst>
            <pc:docMk/>
            <pc:sldMk cId="1457967271" sldId="1795"/>
            <ac:graphicFrameMk id="4" creationId="{5202AF20-0268-F348-A59A-9DE90CBB15FC}"/>
          </ac:graphicFrameMkLst>
        </pc:graphicFrameChg>
      </pc:sldChg>
      <pc:sldChg chg="add del">
        <pc:chgData name="강다혜" userId="76862be5-6459-46bc-b30d-20a8f5161c9e" providerId="ADAL" clId="{EF24A892-BD8F-40D5-BD64-CF244FA4AE1A}" dt="2023-02-08T01:49:21.673" v="2000" actId="47"/>
        <pc:sldMkLst>
          <pc:docMk/>
          <pc:sldMk cId="2338150374" sldId="1796"/>
        </pc:sldMkLst>
      </pc:sldChg>
      <pc:sldChg chg="addSp delSp modSp mod">
        <pc:chgData name="강다혜" userId="76862be5-6459-46bc-b30d-20a8f5161c9e" providerId="ADAL" clId="{EF24A892-BD8F-40D5-BD64-CF244FA4AE1A}" dt="2023-02-08T02:53:49.828" v="3012"/>
        <pc:sldMkLst>
          <pc:docMk/>
          <pc:sldMk cId="71922991" sldId="1798"/>
        </pc:sldMkLst>
        <pc:spChg chg="del">
          <ac:chgData name="강다혜" userId="76862be5-6459-46bc-b30d-20a8f5161c9e" providerId="ADAL" clId="{EF24A892-BD8F-40D5-BD64-CF244FA4AE1A}" dt="2023-02-08T01:37:54.185" v="1926" actId="478"/>
          <ac:spMkLst>
            <pc:docMk/>
            <pc:sldMk cId="71922991" sldId="1798"/>
            <ac:spMk id="2" creationId="{B2DCE6EE-F585-E7E5-7114-767DC2FDB902}"/>
          </ac:spMkLst>
        </pc:spChg>
        <pc:spChg chg="mod">
          <ac:chgData name="강다혜" userId="76862be5-6459-46bc-b30d-20a8f5161c9e" providerId="ADAL" clId="{EF24A892-BD8F-40D5-BD64-CF244FA4AE1A}" dt="2023-02-08T02:39:56.051" v="2782" actId="1076"/>
          <ac:spMkLst>
            <pc:docMk/>
            <pc:sldMk cId="71922991" sldId="1798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53:49.828" v="3012"/>
          <ac:spMkLst>
            <pc:docMk/>
            <pc:sldMk cId="71922991" sldId="1798"/>
            <ac:spMk id="22" creationId="{203F8508-5364-4110-B68F-C07EF8944923}"/>
          </ac:spMkLst>
        </pc:spChg>
        <pc:graphicFrameChg chg="add mod">
          <ac:chgData name="강다혜" userId="76862be5-6459-46bc-b30d-20a8f5161c9e" providerId="ADAL" clId="{EF24A892-BD8F-40D5-BD64-CF244FA4AE1A}" dt="2023-02-08T02:39:56.421" v="2783"/>
          <ac:graphicFrameMkLst>
            <pc:docMk/>
            <pc:sldMk cId="71922991" sldId="1798"/>
            <ac:graphicFrameMk id="4" creationId="{425410EE-31D4-FB3B-B34F-28D0DF3708B1}"/>
          </ac:graphicFrameMkLst>
        </pc:graphicFrameChg>
      </pc:sldChg>
      <pc:sldChg chg="addSp delSp modSp mod">
        <pc:chgData name="강다혜" userId="76862be5-6459-46bc-b30d-20a8f5161c9e" providerId="ADAL" clId="{EF24A892-BD8F-40D5-BD64-CF244FA4AE1A}" dt="2023-02-08T02:53:46.974" v="3011"/>
        <pc:sldMkLst>
          <pc:docMk/>
          <pc:sldMk cId="3391451577" sldId="1799"/>
        </pc:sldMkLst>
        <pc:spChg chg="del">
          <ac:chgData name="강다혜" userId="76862be5-6459-46bc-b30d-20a8f5161c9e" providerId="ADAL" clId="{EF24A892-BD8F-40D5-BD64-CF244FA4AE1A}" dt="2023-02-08T01:25:18.276" v="1923" actId="478"/>
          <ac:spMkLst>
            <pc:docMk/>
            <pc:sldMk cId="3391451577" sldId="1799"/>
            <ac:spMk id="2" creationId="{B2DCE6EE-F585-E7E5-7114-767DC2FDB902}"/>
          </ac:spMkLst>
        </pc:spChg>
        <pc:spChg chg="mod">
          <ac:chgData name="강다혜" userId="76862be5-6459-46bc-b30d-20a8f5161c9e" providerId="ADAL" clId="{EF24A892-BD8F-40D5-BD64-CF244FA4AE1A}" dt="2023-02-08T02:47:47.424" v="2976"/>
          <ac:spMkLst>
            <pc:docMk/>
            <pc:sldMk cId="3391451577" sldId="1799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53:46.974" v="3011"/>
          <ac:spMkLst>
            <pc:docMk/>
            <pc:sldMk cId="3391451577" sldId="1799"/>
            <ac:spMk id="22" creationId="{203F8508-5364-4110-B68F-C07EF8944923}"/>
          </ac:spMkLst>
        </pc:spChg>
        <pc:graphicFrameChg chg="add mod">
          <ac:chgData name="강다혜" userId="76862be5-6459-46bc-b30d-20a8f5161c9e" providerId="ADAL" clId="{EF24A892-BD8F-40D5-BD64-CF244FA4AE1A}" dt="2023-02-08T02:40:06.149" v="2787"/>
          <ac:graphicFrameMkLst>
            <pc:docMk/>
            <pc:sldMk cId="3391451577" sldId="1799"/>
            <ac:graphicFrameMk id="4" creationId="{385086BF-6A11-BA08-57C7-04268E1F9D10}"/>
          </ac:graphicFrameMkLst>
        </pc:graphicFrameChg>
      </pc:sldChg>
      <pc:sldChg chg="addSp delSp modSp mod">
        <pc:chgData name="강다혜" userId="76862be5-6459-46bc-b30d-20a8f5161c9e" providerId="ADAL" clId="{EF24A892-BD8F-40D5-BD64-CF244FA4AE1A}" dt="2023-02-08T02:53:44.414" v="3010"/>
        <pc:sldMkLst>
          <pc:docMk/>
          <pc:sldMk cId="2115069241" sldId="1800"/>
        </pc:sldMkLst>
        <pc:spChg chg="del">
          <ac:chgData name="강다혜" userId="76862be5-6459-46bc-b30d-20a8f5161c9e" providerId="ADAL" clId="{EF24A892-BD8F-40D5-BD64-CF244FA4AE1A}" dt="2023-02-08T01:10:52.453" v="1835" actId="478"/>
          <ac:spMkLst>
            <pc:docMk/>
            <pc:sldMk cId="2115069241" sldId="1800"/>
            <ac:spMk id="2" creationId="{B2DCE6EE-F585-E7E5-7114-767DC2FDB902}"/>
          </ac:spMkLst>
        </pc:spChg>
        <pc:spChg chg="mod">
          <ac:chgData name="강다혜" userId="76862be5-6459-46bc-b30d-20a8f5161c9e" providerId="ADAL" clId="{EF24A892-BD8F-40D5-BD64-CF244FA4AE1A}" dt="2023-02-08T02:40:19.459" v="2790" actId="1076"/>
          <ac:spMkLst>
            <pc:docMk/>
            <pc:sldMk cId="2115069241" sldId="1800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53:44.414" v="3010"/>
          <ac:spMkLst>
            <pc:docMk/>
            <pc:sldMk cId="2115069241" sldId="1800"/>
            <ac:spMk id="22" creationId="{203F8508-5364-4110-B68F-C07EF8944923}"/>
          </ac:spMkLst>
        </pc:spChg>
        <pc:graphicFrameChg chg="add mod">
          <ac:chgData name="강다혜" userId="76862be5-6459-46bc-b30d-20a8f5161c9e" providerId="ADAL" clId="{EF24A892-BD8F-40D5-BD64-CF244FA4AE1A}" dt="2023-02-08T02:40:19.844" v="2791"/>
          <ac:graphicFrameMkLst>
            <pc:docMk/>
            <pc:sldMk cId="2115069241" sldId="1800"/>
            <ac:graphicFrameMk id="4" creationId="{F75F5649-A4C5-40CA-DB88-EDDA1500AE9D}"/>
          </ac:graphicFrameMkLst>
        </pc:graphicFrameChg>
      </pc:sldChg>
      <pc:sldChg chg="addSp modSp mod">
        <pc:chgData name="강다혜" userId="76862be5-6459-46bc-b30d-20a8f5161c9e" providerId="ADAL" clId="{EF24A892-BD8F-40D5-BD64-CF244FA4AE1A}" dt="2023-02-08T02:40:38.316" v="2797"/>
        <pc:sldMkLst>
          <pc:docMk/>
          <pc:sldMk cId="2027539349" sldId="1801"/>
        </pc:sldMkLst>
        <pc:spChg chg="mod">
          <ac:chgData name="강다혜" userId="76862be5-6459-46bc-b30d-20a8f5161c9e" providerId="ADAL" clId="{EF24A892-BD8F-40D5-BD64-CF244FA4AE1A}" dt="2023-02-08T02:40:38.003" v="2796" actId="1076"/>
          <ac:spMkLst>
            <pc:docMk/>
            <pc:sldMk cId="2027539349" sldId="1801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40:38.316" v="2797"/>
          <ac:graphicFrameMkLst>
            <pc:docMk/>
            <pc:sldMk cId="2027539349" sldId="1801"/>
            <ac:graphicFrameMk id="2" creationId="{5E8CC691-0AA1-C420-ED5C-4409C0575592}"/>
          </ac:graphicFrameMkLst>
        </pc:graphicFrameChg>
      </pc:sldChg>
      <pc:sldChg chg="del">
        <pc:chgData name="강다혜" userId="76862be5-6459-46bc-b30d-20a8f5161c9e" providerId="ADAL" clId="{EF24A892-BD8F-40D5-BD64-CF244FA4AE1A}" dt="2023-02-07T12:47:34.203" v="1734" actId="47"/>
        <pc:sldMkLst>
          <pc:docMk/>
          <pc:sldMk cId="3417960738" sldId="1802"/>
        </pc:sldMkLst>
      </pc:sldChg>
      <pc:sldChg chg="addSp delSp modSp mod">
        <pc:chgData name="강다혜" userId="76862be5-6459-46bc-b30d-20a8f5161c9e" providerId="ADAL" clId="{EF24A892-BD8F-40D5-BD64-CF244FA4AE1A}" dt="2023-02-08T02:53:40.006" v="3009"/>
        <pc:sldMkLst>
          <pc:docMk/>
          <pc:sldMk cId="3690525219" sldId="1803"/>
        </pc:sldMkLst>
        <pc:spChg chg="del">
          <ac:chgData name="강다혜" userId="76862be5-6459-46bc-b30d-20a8f5161c9e" providerId="ADAL" clId="{EF24A892-BD8F-40D5-BD64-CF244FA4AE1A}" dt="2023-02-07T12:44:31.530" v="1710" actId="478"/>
          <ac:spMkLst>
            <pc:docMk/>
            <pc:sldMk cId="3690525219" sldId="1803"/>
            <ac:spMk id="2" creationId="{B2DCE6EE-F585-E7E5-7114-767DC2FDB902}"/>
          </ac:spMkLst>
        </pc:spChg>
        <pc:spChg chg="mod">
          <ac:chgData name="강다혜" userId="76862be5-6459-46bc-b30d-20a8f5161c9e" providerId="ADAL" clId="{EF24A892-BD8F-40D5-BD64-CF244FA4AE1A}" dt="2023-02-08T02:41:38.450" v="2807" actId="1076"/>
          <ac:spMkLst>
            <pc:docMk/>
            <pc:sldMk cId="3690525219" sldId="1803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53:40.006" v="3009"/>
          <ac:spMkLst>
            <pc:docMk/>
            <pc:sldMk cId="3690525219" sldId="1803"/>
            <ac:spMk id="22" creationId="{203F8508-5364-4110-B68F-C07EF8944923}"/>
          </ac:spMkLst>
        </pc:spChg>
        <pc:graphicFrameChg chg="add mod">
          <ac:chgData name="강다혜" userId="76862be5-6459-46bc-b30d-20a8f5161c9e" providerId="ADAL" clId="{EF24A892-BD8F-40D5-BD64-CF244FA4AE1A}" dt="2023-02-08T02:41:38.806" v="2808"/>
          <ac:graphicFrameMkLst>
            <pc:docMk/>
            <pc:sldMk cId="3690525219" sldId="1803"/>
            <ac:graphicFrameMk id="2" creationId="{9610039D-E14F-CDBA-411B-5A0B274D87F5}"/>
          </ac:graphicFrameMkLst>
        </pc:graphicFrameChg>
      </pc:sldChg>
      <pc:sldChg chg="addSp delSp modSp mod">
        <pc:chgData name="강다혜" userId="76862be5-6459-46bc-b30d-20a8f5161c9e" providerId="ADAL" clId="{EF24A892-BD8F-40D5-BD64-CF244FA4AE1A}" dt="2023-02-08T02:53:35.025" v="3008"/>
        <pc:sldMkLst>
          <pc:docMk/>
          <pc:sldMk cId="4124277110" sldId="1804"/>
        </pc:sldMkLst>
        <pc:spChg chg="del">
          <ac:chgData name="강다혜" userId="76862be5-6459-46bc-b30d-20a8f5161c9e" providerId="ADAL" clId="{EF24A892-BD8F-40D5-BD64-CF244FA4AE1A}" dt="2023-02-08T02:42:11.845" v="2817" actId="478"/>
          <ac:spMkLst>
            <pc:docMk/>
            <pc:sldMk cId="4124277110" sldId="1804"/>
            <ac:spMk id="2" creationId="{B2DCE6EE-F585-E7E5-7114-767DC2FDB902}"/>
          </ac:spMkLst>
        </pc:spChg>
        <pc:spChg chg="mod">
          <ac:chgData name="강다혜" userId="76862be5-6459-46bc-b30d-20a8f5161c9e" providerId="ADAL" clId="{EF24A892-BD8F-40D5-BD64-CF244FA4AE1A}" dt="2023-02-08T02:42:38.547" v="2848" actId="20577"/>
          <ac:spMkLst>
            <pc:docMk/>
            <pc:sldMk cId="4124277110" sldId="1804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53:35.025" v="3008"/>
          <ac:spMkLst>
            <pc:docMk/>
            <pc:sldMk cId="4124277110" sldId="1804"/>
            <ac:spMk id="22" creationId="{203F8508-5364-4110-B68F-C07EF8944923}"/>
          </ac:spMkLst>
        </pc:spChg>
        <pc:graphicFrameChg chg="add mod">
          <ac:chgData name="강다혜" userId="76862be5-6459-46bc-b30d-20a8f5161c9e" providerId="ADAL" clId="{EF24A892-BD8F-40D5-BD64-CF244FA4AE1A}" dt="2023-02-08T02:42:39.946" v="2849"/>
          <ac:graphicFrameMkLst>
            <pc:docMk/>
            <pc:sldMk cId="4124277110" sldId="1804"/>
            <ac:graphicFrameMk id="4" creationId="{50D5D97D-6CA1-AD4D-33B5-5BCE91B9EC2E}"/>
          </ac:graphicFrameMkLst>
        </pc:graphicFrameChg>
      </pc:sldChg>
      <pc:sldChg chg="addSp modSp mod">
        <pc:chgData name="강다혜" userId="76862be5-6459-46bc-b30d-20a8f5161c9e" providerId="ADAL" clId="{EF24A892-BD8F-40D5-BD64-CF244FA4AE1A}" dt="2023-02-08T02:43:23.588" v="2876"/>
        <pc:sldMkLst>
          <pc:docMk/>
          <pc:sldMk cId="756449098" sldId="1805"/>
        </pc:sldMkLst>
        <pc:spChg chg="mod">
          <ac:chgData name="강다혜" userId="76862be5-6459-46bc-b30d-20a8f5161c9e" providerId="ADAL" clId="{EF24A892-BD8F-40D5-BD64-CF244FA4AE1A}" dt="2023-02-08T02:43:23.067" v="2875" actId="1076"/>
          <ac:spMkLst>
            <pc:docMk/>
            <pc:sldMk cId="756449098" sldId="1805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43:23.588" v="2876"/>
          <ac:graphicFrameMkLst>
            <pc:docMk/>
            <pc:sldMk cId="756449098" sldId="1805"/>
            <ac:graphicFrameMk id="2" creationId="{5833A1D9-EA64-84C5-3431-66618A33B625}"/>
          </ac:graphicFrameMkLst>
        </pc:graphicFrameChg>
      </pc:sldChg>
      <pc:sldChg chg="addSp delSp modSp mod">
        <pc:chgData name="강다혜" userId="76862be5-6459-46bc-b30d-20a8f5161c9e" providerId="ADAL" clId="{EF24A892-BD8F-40D5-BD64-CF244FA4AE1A}" dt="2023-02-08T02:43:28.499" v="2878"/>
        <pc:sldMkLst>
          <pc:docMk/>
          <pc:sldMk cId="2646834247" sldId="1806"/>
        </pc:sldMkLst>
        <pc:spChg chg="del">
          <ac:chgData name="강다혜" userId="76862be5-6459-46bc-b30d-20a8f5161c9e" providerId="ADAL" clId="{EF24A892-BD8F-40D5-BD64-CF244FA4AE1A}" dt="2023-02-07T12:30:20.835" v="1402" actId="478"/>
          <ac:spMkLst>
            <pc:docMk/>
            <pc:sldMk cId="2646834247" sldId="1806"/>
            <ac:spMk id="8" creationId="{A093C695-85EE-DC3C-EAEC-36B349A4E6A8}"/>
          </ac:spMkLst>
        </pc:spChg>
        <pc:spChg chg="mod">
          <ac:chgData name="강다혜" userId="76862be5-6459-46bc-b30d-20a8f5161c9e" providerId="ADAL" clId="{EF24A892-BD8F-40D5-BD64-CF244FA4AE1A}" dt="2023-02-08T02:43:28.204" v="2877" actId="1076"/>
          <ac:spMkLst>
            <pc:docMk/>
            <pc:sldMk cId="2646834247" sldId="1806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43:28.499" v="2878"/>
          <ac:graphicFrameMkLst>
            <pc:docMk/>
            <pc:sldMk cId="2646834247" sldId="1806"/>
            <ac:graphicFrameMk id="2" creationId="{33281399-D0A5-0460-DFF3-6A3197D1DF1A}"/>
          </ac:graphicFrameMkLst>
        </pc:graphicFrameChg>
      </pc:sldChg>
      <pc:sldChg chg="addSp delSp modSp mod">
        <pc:chgData name="강다혜" userId="76862be5-6459-46bc-b30d-20a8f5161c9e" providerId="ADAL" clId="{EF24A892-BD8F-40D5-BD64-CF244FA4AE1A}" dt="2023-02-08T02:53:30.701" v="3007" actId="478"/>
        <pc:sldMkLst>
          <pc:docMk/>
          <pc:sldMk cId="3280723623" sldId="1807"/>
        </pc:sldMkLst>
        <pc:spChg chg="del">
          <ac:chgData name="강다혜" userId="76862be5-6459-46bc-b30d-20a8f5161c9e" providerId="ADAL" clId="{EF24A892-BD8F-40D5-BD64-CF244FA4AE1A}" dt="2023-02-08T02:53:30.701" v="3007" actId="478"/>
          <ac:spMkLst>
            <pc:docMk/>
            <pc:sldMk cId="3280723623" sldId="1807"/>
            <ac:spMk id="2" creationId="{B2DCE6EE-F585-E7E5-7114-767DC2FDB902}"/>
          </ac:spMkLst>
        </pc:spChg>
        <pc:spChg chg="mod">
          <ac:chgData name="강다혜" userId="76862be5-6459-46bc-b30d-20a8f5161c9e" providerId="ADAL" clId="{EF24A892-BD8F-40D5-BD64-CF244FA4AE1A}" dt="2023-02-08T02:44:03.415" v="2900"/>
          <ac:spMkLst>
            <pc:docMk/>
            <pc:sldMk cId="3280723623" sldId="1807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53:29.037" v="3006"/>
          <ac:spMkLst>
            <pc:docMk/>
            <pc:sldMk cId="3280723623" sldId="1807"/>
            <ac:spMk id="22" creationId="{203F8508-5364-4110-B68F-C07EF8944923}"/>
          </ac:spMkLst>
        </pc:spChg>
        <pc:graphicFrameChg chg="add mod">
          <ac:chgData name="강다혜" userId="76862be5-6459-46bc-b30d-20a8f5161c9e" providerId="ADAL" clId="{EF24A892-BD8F-40D5-BD64-CF244FA4AE1A}" dt="2023-02-08T02:43:37.012" v="2880"/>
          <ac:graphicFrameMkLst>
            <pc:docMk/>
            <pc:sldMk cId="3280723623" sldId="1807"/>
            <ac:graphicFrameMk id="4" creationId="{3BA3AFF5-A403-89F3-BDA1-2C022B053501}"/>
          </ac:graphicFrameMkLst>
        </pc:graphicFrameChg>
      </pc:sldChg>
      <pc:sldChg chg="addSp delSp modSp mod">
        <pc:chgData name="강다혜" userId="76862be5-6459-46bc-b30d-20a8f5161c9e" providerId="ADAL" clId="{EF24A892-BD8F-40D5-BD64-CF244FA4AE1A}" dt="2023-02-08T02:53:19.992" v="3005"/>
        <pc:sldMkLst>
          <pc:docMk/>
          <pc:sldMk cId="1574250789" sldId="1808"/>
        </pc:sldMkLst>
        <pc:spChg chg="del">
          <ac:chgData name="강다혜" userId="76862be5-6459-46bc-b30d-20a8f5161c9e" providerId="ADAL" clId="{EF24A892-BD8F-40D5-BD64-CF244FA4AE1A}" dt="2023-02-08T02:53:12.864" v="3001" actId="478"/>
          <ac:spMkLst>
            <pc:docMk/>
            <pc:sldMk cId="1574250789" sldId="1808"/>
            <ac:spMk id="2" creationId="{B2DCE6EE-F585-E7E5-7114-767DC2FDB902}"/>
          </ac:spMkLst>
        </pc:spChg>
        <pc:spChg chg="mod">
          <ac:chgData name="강다혜" userId="76862be5-6459-46bc-b30d-20a8f5161c9e" providerId="ADAL" clId="{EF24A892-BD8F-40D5-BD64-CF244FA4AE1A}" dt="2023-02-08T02:43:57.645" v="2893"/>
          <ac:spMkLst>
            <pc:docMk/>
            <pc:sldMk cId="1574250789" sldId="1808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53:19.992" v="3005"/>
          <ac:spMkLst>
            <pc:docMk/>
            <pc:sldMk cId="1574250789" sldId="1808"/>
            <ac:spMk id="22" creationId="{203F8508-5364-4110-B68F-C07EF8944923}"/>
          </ac:spMkLst>
        </pc:spChg>
        <pc:graphicFrameChg chg="add mod">
          <ac:chgData name="강다혜" userId="76862be5-6459-46bc-b30d-20a8f5161c9e" providerId="ADAL" clId="{EF24A892-BD8F-40D5-BD64-CF244FA4AE1A}" dt="2023-02-08T02:44:04.722" v="2901"/>
          <ac:graphicFrameMkLst>
            <pc:docMk/>
            <pc:sldMk cId="1574250789" sldId="1808"/>
            <ac:graphicFrameMk id="4" creationId="{CCB89193-B3C0-E0D0-125E-D9A8CC770E72}"/>
          </ac:graphicFrameMkLst>
        </pc:graphicFrameChg>
      </pc:sldChg>
      <pc:sldChg chg="del">
        <pc:chgData name="강다혜" userId="76862be5-6459-46bc-b30d-20a8f5161c9e" providerId="ADAL" clId="{EF24A892-BD8F-40D5-BD64-CF244FA4AE1A}" dt="2023-02-07T12:27:52.256" v="1397" actId="47"/>
        <pc:sldMkLst>
          <pc:docMk/>
          <pc:sldMk cId="3024772131" sldId="1809"/>
        </pc:sldMkLst>
      </pc:sldChg>
      <pc:sldChg chg="addSp delSp modSp mod">
        <pc:chgData name="강다혜" userId="76862be5-6459-46bc-b30d-20a8f5161c9e" providerId="ADAL" clId="{EF24A892-BD8F-40D5-BD64-CF244FA4AE1A}" dt="2023-02-13T05:13:17.824" v="3038"/>
        <pc:sldMkLst>
          <pc:docMk/>
          <pc:sldMk cId="1360176960" sldId="1810"/>
        </pc:sldMkLst>
        <pc:spChg chg="del">
          <ac:chgData name="강다혜" userId="76862be5-6459-46bc-b30d-20a8f5161c9e" providerId="ADAL" clId="{EF24A892-BD8F-40D5-BD64-CF244FA4AE1A}" dt="2023-02-07T12:22:15.101" v="1348" actId="478"/>
          <ac:spMkLst>
            <pc:docMk/>
            <pc:sldMk cId="1360176960" sldId="1810"/>
            <ac:spMk id="2" creationId="{B2DCE6EE-F585-E7E5-7114-767DC2FDB902}"/>
          </ac:spMkLst>
        </pc:spChg>
        <pc:spChg chg="mod">
          <ac:chgData name="강다혜" userId="76862be5-6459-46bc-b30d-20a8f5161c9e" providerId="ADAL" clId="{EF24A892-BD8F-40D5-BD64-CF244FA4AE1A}" dt="2023-02-13T05:13:17.824" v="3038"/>
          <ac:spMkLst>
            <pc:docMk/>
            <pc:sldMk cId="1360176960" sldId="1810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53:09.154" v="3000"/>
          <ac:spMkLst>
            <pc:docMk/>
            <pc:sldMk cId="1360176960" sldId="1810"/>
            <ac:spMk id="22" creationId="{203F8508-5364-4110-B68F-C07EF8944923}"/>
          </ac:spMkLst>
        </pc:spChg>
        <pc:graphicFrameChg chg="add mod">
          <ac:chgData name="강다혜" userId="76862be5-6459-46bc-b30d-20a8f5161c9e" providerId="ADAL" clId="{EF24A892-BD8F-40D5-BD64-CF244FA4AE1A}" dt="2023-02-08T02:44:10.387" v="2903"/>
          <ac:graphicFrameMkLst>
            <pc:docMk/>
            <pc:sldMk cId="1360176960" sldId="1810"/>
            <ac:graphicFrameMk id="2" creationId="{83E88C61-F86E-648C-B056-9330BF81EF4F}"/>
          </ac:graphicFrameMkLst>
        </pc:graphicFrameChg>
      </pc:sldChg>
      <pc:sldChg chg="addSp delSp modSp mod">
        <pc:chgData name="강다혜" userId="76862be5-6459-46bc-b30d-20a8f5161c9e" providerId="ADAL" clId="{EF24A892-BD8F-40D5-BD64-CF244FA4AE1A}" dt="2023-02-08T02:52:55.262" v="2996"/>
        <pc:sldMkLst>
          <pc:docMk/>
          <pc:sldMk cId="1351614351" sldId="1811"/>
        </pc:sldMkLst>
        <pc:spChg chg="del">
          <ac:chgData name="강다혜" userId="76862be5-6459-46bc-b30d-20a8f5161c9e" providerId="ADAL" clId="{EF24A892-BD8F-40D5-BD64-CF244FA4AE1A}" dt="2023-02-07T11:49:27.314" v="413" actId="478"/>
          <ac:spMkLst>
            <pc:docMk/>
            <pc:sldMk cId="1351614351" sldId="1811"/>
            <ac:spMk id="2" creationId="{B2DCE6EE-F585-E7E5-7114-767DC2FDB902}"/>
          </ac:spMkLst>
        </pc:spChg>
        <pc:spChg chg="mod">
          <ac:chgData name="강다혜" userId="76862be5-6459-46bc-b30d-20a8f5161c9e" providerId="ADAL" clId="{EF24A892-BD8F-40D5-BD64-CF244FA4AE1A}" dt="2023-02-08T02:45:03.687" v="2936" actId="14100"/>
          <ac:spMkLst>
            <pc:docMk/>
            <pc:sldMk cId="1351614351" sldId="1811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52:55.262" v="2996"/>
          <ac:spMkLst>
            <pc:docMk/>
            <pc:sldMk cId="1351614351" sldId="1811"/>
            <ac:spMk id="22" creationId="{203F8508-5364-4110-B68F-C07EF8944923}"/>
          </ac:spMkLst>
        </pc:spChg>
        <pc:graphicFrameChg chg="add mod">
          <ac:chgData name="강다혜" userId="76862be5-6459-46bc-b30d-20a8f5161c9e" providerId="ADAL" clId="{EF24A892-BD8F-40D5-BD64-CF244FA4AE1A}" dt="2023-02-08T02:45:06.911" v="2937"/>
          <ac:graphicFrameMkLst>
            <pc:docMk/>
            <pc:sldMk cId="1351614351" sldId="1811"/>
            <ac:graphicFrameMk id="2" creationId="{21A2B1A2-86C6-C215-AC44-33D0D131C7EB}"/>
          </ac:graphicFrameMkLst>
        </pc:graphicFrameChg>
      </pc:sldChg>
      <pc:sldChg chg="del">
        <pc:chgData name="강다혜" userId="76862be5-6459-46bc-b30d-20a8f5161c9e" providerId="ADAL" clId="{EF24A892-BD8F-40D5-BD64-CF244FA4AE1A}" dt="2023-02-07T11:49:20.570" v="411" actId="47"/>
        <pc:sldMkLst>
          <pc:docMk/>
          <pc:sldMk cId="151428809" sldId="1812"/>
        </pc:sldMkLst>
      </pc:sldChg>
      <pc:sldChg chg="addSp delSp modSp mod">
        <pc:chgData name="강다혜" userId="76862be5-6459-46bc-b30d-20a8f5161c9e" providerId="ADAL" clId="{EF24A892-BD8F-40D5-BD64-CF244FA4AE1A}" dt="2023-02-08T02:44:47.604" v="2919"/>
        <pc:sldMkLst>
          <pc:docMk/>
          <pc:sldMk cId="3138299877" sldId="1813"/>
        </pc:sldMkLst>
        <pc:spChg chg="del">
          <ac:chgData name="강다혜" userId="76862be5-6459-46bc-b30d-20a8f5161c9e" providerId="ADAL" clId="{EF24A892-BD8F-40D5-BD64-CF244FA4AE1A}" dt="2023-02-07T11:48:42.684" v="410" actId="478"/>
          <ac:spMkLst>
            <pc:docMk/>
            <pc:sldMk cId="3138299877" sldId="1813"/>
            <ac:spMk id="8" creationId="{7BAC350C-A21E-043B-3204-97FC4E6A8585}"/>
          </ac:spMkLst>
        </pc:spChg>
        <pc:spChg chg="mod">
          <ac:chgData name="강다혜" userId="76862be5-6459-46bc-b30d-20a8f5161c9e" providerId="ADAL" clId="{EF24A892-BD8F-40D5-BD64-CF244FA4AE1A}" dt="2023-02-08T02:44:47.307" v="2918" actId="1076"/>
          <ac:spMkLst>
            <pc:docMk/>
            <pc:sldMk cId="3138299877" sldId="1813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44:47.604" v="2919"/>
          <ac:graphicFrameMkLst>
            <pc:docMk/>
            <pc:sldMk cId="3138299877" sldId="1813"/>
            <ac:graphicFrameMk id="2" creationId="{BCDA7FE1-2B58-AF81-A251-C8DBFCD51089}"/>
          </ac:graphicFrameMkLst>
        </pc:graphicFrameChg>
      </pc:sldChg>
      <pc:sldChg chg="addSp delSp modSp mod">
        <pc:chgData name="강다혜" userId="76862be5-6459-46bc-b30d-20a8f5161c9e" providerId="ADAL" clId="{EF24A892-BD8F-40D5-BD64-CF244FA4AE1A}" dt="2023-02-08T02:52:35.413" v="2992" actId="20577"/>
        <pc:sldMkLst>
          <pc:docMk/>
          <pc:sldMk cId="1786454258" sldId="1814"/>
        </pc:sldMkLst>
        <pc:spChg chg="add del">
          <ac:chgData name="강다혜" userId="76862be5-6459-46bc-b30d-20a8f5161c9e" providerId="ADAL" clId="{EF24A892-BD8F-40D5-BD64-CF244FA4AE1A}" dt="2023-02-07T11:47:24.764" v="397" actId="478"/>
          <ac:spMkLst>
            <pc:docMk/>
            <pc:sldMk cId="1786454258" sldId="1814"/>
            <ac:spMk id="2" creationId="{B2DCE6EE-F585-E7E5-7114-767DC2FDB902}"/>
          </ac:spMkLst>
        </pc:spChg>
        <pc:spChg chg="mod">
          <ac:chgData name="강다혜" userId="76862be5-6459-46bc-b30d-20a8f5161c9e" providerId="ADAL" clId="{EF24A892-BD8F-40D5-BD64-CF244FA4AE1A}" dt="2023-02-08T02:45:18.352" v="2948"/>
          <ac:spMkLst>
            <pc:docMk/>
            <pc:sldMk cId="1786454258" sldId="1814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52:35.413" v="2992" actId="20577"/>
          <ac:spMkLst>
            <pc:docMk/>
            <pc:sldMk cId="1786454258" sldId="1814"/>
            <ac:spMk id="22" creationId="{203F8508-5364-4110-B68F-C07EF8944923}"/>
          </ac:spMkLst>
        </pc:spChg>
        <pc:graphicFrameChg chg="add mod">
          <ac:chgData name="강다혜" userId="76862be5-6459-46bc-b30d-20a8f5161c9e" providerId="ADAL" clId="{EF24A892-BD8F-40D5-BD64-CF244FA4AE1A}" dt="2023-02-08T02:45:19.197" v="2949"/>
          <ac:graphicFrameMkLst>
            <pc:docMk/>
            <pc:sldMk cId="1786454258" sldId="1814"/>
            <ac:graphicFrameMk id="2" creationId="{396EA397-2797-5862-F438-FAD0894AF5D9}"/>
          </ac:graphicFrameMkLst>
        </pc:graphicFrameChg>
      </pc:sldChg>
      <pc:sldChg chg="addSp modSp mod">
        <pc:chgData name="강다혜" userId="76862be5-6459-46bc-b30d-20a8f5161c9e" providerId="ADAL" clId="{EF24A892-BD8F-40D5-BD64-CF244FA4AE1A}" dt="2023-02-13T04:48:05.274" v="3027" actId="20577"/>
        <pc:sldMkLst>
          <pc:docMk/>
          <pc:sldMk cId="3141531580" sldId="1815"/>
        </pc:sldMkLst>
        <pc:spChg chg="mod">
          <ac:chgData name="강다혜" userId="76862be5-6459-46bc-b30d-20a8f5161c9e" providerId="ADAL" clId="{EF24A892-BD8F-40D5-BD64-CF244FA4AE1A}" dt="2023-02-13T04:48:05.274" v="3027" actId="20577"/>
          <ac:spMkLst>
            <pc:docMk/>
            <pc:sldMk cId="3141531580" sldId="1815"/>
            <ac:spMk id="14" creationId="{A16CDB07-B5C0-42FA-AAB8-2A81DAB2042D}"/>
          </ac:spMkLst>
        </pc:spChg>
        <pc:graphicFrameChg chg="add mod">
          <ac:chgData name="강다혜" userId="76862be5-6459-46bc-b30d-20a8f5161c9e" providerId="ADAL" clId="{EF24A892-BD8F-40D5-BD64-CF244FA4AE1A}" dt="2023-02-08T02:46:21.442" v="2953"/>
          <ac:graphicFrameMkLst>
            <pc:docMk/>
            <pc:sldMk cId="3141531580" sldId="1815"/>
            <ac:graphicFrameMk id="2" creationId="{55164CC8-4C95-710B-6136-9092C9F75207}"/>
          </ac:graphicFrameMkLst>
        </pc:graphicFrameChg>
      </pc:sldChg>
      <pc:sldChg chg="modSp mod">
        <pc:chgData name="강다혜" userId="76862be5-6459-46bc-b30d-20a8f5161c9e" providerId="ADAL" clId="{EF24A892-BD8F-40D5-BD64-CF244FA4AE1A}" dt="2023-02-13T04:48:08.291" v="3028" actId="20577"/>
        <pc:sldMkLst>
          <pc:docMk/>
          <pc:sldMk cId="823061163" sldId="1816"/>
        </pc:sldMkLst>
        <pc:spChg chg="mod">
          <ac:chgData name="강다혜" userId="76862be5-6459-46bc-b30d-20a8f5161c9e" providerId="ADAL" clId="{EF24A892-BD8F-40D5-BD64-CF244FA4AE1A}" dt="2023-02-13T04:48:08.291" v="3028" actId="20577"/>
          <ac:spMkLst>
            <pc:docMk/>
            <pc:sldMk cId="823061163" sldId="1816"/>
            <ac:spMk id="14" creationId="{A16CDB07-B5C0-42FA-AAB8-2A81DAB2042D}"/>
          </ac:spMkLst>
        </pc:spChg>
      </pc:sldChg>
      <pc:sldChg chg="addSp delSp modSp add mod addCm modCm">
        <pc:chgData name="강다혜" userId="76862be5-6459-46bc-b30d-20a8f5161c9e" providerId="ADAL" clId="{EF24A892-BD8F-40D5-BD64-CF244FA4AE1A}" dt="2023-02-13T04:48:21.183" v="3031" actId="20577"/>
        <pc:sldMkLst>
          <pc:docMk/>
          <pc:sldMk cId="2223715808" sldId="1817"/>
        </pc:sldMkLst>
        <pc:spChg chg="mod">
          <ac:chgData name="강다혜" userId="76862be5-6459-46bc-b30d-20a8f5161c9e" providerId="ADAL" clId="{EF24A892-BD8F-40D5-BD64-CF244FA4AE1A}" dt="2023-02-07T11:39:42.851" v="166"/>
          <ac:spMkLst>
            <pc:docMk/>
            <pc:sldMk cId="2223715808" sldId="1817"/>
            <ac:spMk id="6" creationId="{5392C2FC-2AF2-4365-95A6-6256476857BB}"/>
          </ac:spMkLst>
        </pc:spChg>
        <pc:spChg chg="add mod">
          <ac:chgData name="강다혜" userId="76862be5-6459-46bc-b30d-20a8f5161c9e" providerId="ADAL" clId="{EF24A892-BD8F-40D5-BD64-CF244FA4AE1A}" dt="2023-02-07T11:42:15.623" v="224" actId="1037"/>
          <ac:spMkLst>
            <pc:docMk/>
            <pc:sldMk cId="2223715808" sldId="1817"/>
            <ac:spMk id="8" creationId="{8E802E01-5D99-6F9C-B040-E5163185C53B}"/>
          </ac:spMkLst>
        </pc:spChg>
        <pc:spChg chg="mod">
          <ac:chgData name="강다혜" userId="76862be5-6459-46bc-b30d-20a8f5161c9e" providerId="ADAL" clId="{EF24A892-BD8F-40D5-BD64-CF244FA4AE1A}" dt="2023-02-07T11:39:36.410" v="145"/>
          <ac:spMkLst>
            <pc:docMk/>
            <pc:sldMk cId="2223715808" sldId="1817"/>
            <ac:spMk id="9" creationId="{E14A85F3-3807-4D5E-844E-A5FFB1B1A1AF}"/>
          </ac:spMkLst>
        </pc:spChg>
        <pc:spChg chg="add mod">
          <ac:chgData name="강다혜" userId="76862be5-6459-46bc-b30d-20a8f5161c9e" providerId="ADAL" clId="{EF24A892-BD8F-40D5-BD64-CF244FA4AE1A}" dt="2023-02-07T11:42:21.449" v="225" actId="571"/>
          <ac:spMkLst>
            <pc:docMk/>
            <pc:sldMk cId="2223715808" sldId="1817"/>
            <ac:spMk id="10" creationId="{56D76CAB-996F-E24B-EA19-B771197F501C}"/>
          </ac:spMkLst>
        </pc:spChg>
        <pc:spChg chg="add mod">
          <ac:chgData name="강다혜" userId="76862be5-6459-46bc-b30d-20a8f5161c9e" providerId="ADAL" clId="{EF24A892-BD8F-40D5-BD64-CF244FA4AE1A}" dt="2023-02-07T11:42:24.274" v="226" actId="571"/>
          <ac:spMkLst>
            <pc:docMk/>
            <pc:sldMk cId="2223715808" sldId="1817"/>
            <ac:spMk id="11" creationId="{C639B22A-4056-BCCD-5AD4-180A9A622AAF}"/>
          </ac:spMkLst>
        </pc:spChg>
        <pc:spChg chg="mod">
          <ac:chgData name="강다혜" userId="76862be5-6459-46bc-b30d-20a8f5161c9e" providerId="ADAL" clId="{EF24A892-BD8F-40D5-BD64-CF244FA4AE1A}" dt="2023-02-07T11:43:58.200" v="252"/>
          <ac:spMkLst>
            <pc:docMk/>
            <pc:sldMk cId="2223715808" sldId="1817"/>
            <ac:spMk id="12" creationId="{16BA9CD5-FD8A-49EC-BDC0-6E387B42AB72}"/>
          </ac:spMkLst>
        </pc:spChg>
        <pc:spChg chg="mod">
          <ac:chgData name="강다혜" userId="76862be5-6459-46bc-b30d-20a8f5161c9e" providerId="ADAL" clId="{EF24A892-BD8F-40D5-BD64-CF244FA4AE1A}" dt="2023-02-13T04:48:21.183" v="3031" actId="20577"/>
          <ac:spMkLst>
            <pc:docMk/>
            <pc:sldMk cId="2223715808" sldId="1817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1:40:00.994" v="170" actId="20577"/>
          <ac:spMkLst>
            <pc:docMk/>
            <pc:sldMk cId="2223715808" sldId="1817"/>
            <ac:spMk id="18" creationId="{3E2B09AB-767D-40F1-8379-B4D437EE62B1}"/>
          </ac:spMkLst>
        </pc:spChg>
        <pc:spChg chg="mod">
          <ac:chgData name="강다혜" userId="76862be5-6459-46bc-b30d-20a8f5161c9e" providerId="ADAL" clId="{EF24A892-BD8F-40D5-BD64-CF244FA4AE1A}" dt="2023-02-07T11:40:22.944" v="189" actId="207"/>
          <ac:spMkLst>
            <pc:docMk/>
            <pc:sldMk cId="2223715808" sldId="1817"/>
            <ac:spMk id="22" creationId="{203F8508-5364-4110-B68F-C07EF8944923}"/>
          </ac:spMkLst>
        </pc:spChg>
        <pc:spChg chg="mod">
          <ac:chgData name="강다혜" userId="76862be5-6459-46bc-b30d-20a8f5161c9e" providerId="ADAL" clId="{EF24A892-BD8F-40D5-BD64-CF244FA4AE1A}" dt="2023-02-07T11:43:48.730" v="251"/>
          <ac:spMkLst>
            <pc:docMk/>
            <pc:sldMk cId="2223715808" sldId="1817"/>
            <ac:spMk id="23" creationId="{7C546B55-B931-4853-BB4D-678325DEBB30}"/>
          </ac:spMkLst>
        </pc:spChg>
        <pc:spChg chg="mod">
          <ac:chgData name="강다혜" userId="76862be5-6459-46bc-b30d-20a8f5161c9e" providerId="ADAL" clId="{EF24A892-BD8F-40D5-BD64-CF244FA4AE1A}" dt="2023-02-07T11:45:27.038" v="381"/>
          <ac:spMkLst>
            <pc:docMk/>
            <pc:sldMk cId="2223715808" sldId="1817"/>
            <ac:spMk id="25" creationId="{BF838669-661C-482D-BBD3-F758C1F0A3C7}"/>
          </ac:spMkLst>
        </pc:spChg>
        <pc:spChg chg="del">
          <ac:chgData name="강다혜" userId="76862be5-6459-46bc-b30d-20a8f5161c9e" providerId="ADAL" clId="{EF24A892-BD8F-40D5-BD64-CF244FA4AE1A}" dt="2023-02-07T11:39:29.202" v="144" actId="478"/>
          <ac:spMkLst>
            <pc:docMk/>
            <pc:sldMk cId="2223715808" sldId="1817"/>
            <ac:spMk id="26" creationId="{2310BB0E-6E83-410B-A1CC-86F13DAA508C}"/>
          </ac:spMkLst>
        </pc:spChg>
        <pc:grpChg chg="mod">
          <ac:chgData name="강다혜" userId="76862be5-6459-46bc-b30d-20a8f5161c9e" providerId="ADAL" clId="{EF24A892-BD8F-40D5-BD64-CF244FA4AE1A}" dt="2023-02-07T11:44:06.574" v="253" actId="1076"/>
          <ac:grpSpMkLst>
            <pc:docMk/>
            <pc:sldMk cId="2223715808" sldId="1817"/>
            <ac:grpSpMk id="16" creationId="{9DD74E41-475D-42EE-A7A8-560EAF153E6D}"/>
          </ac:grpSpMkLst>
        </pc:grpChg>
        <pc:graphicFrameChg chg="add mod">
          <ac:chgData name="강다혜" userId="76862be5-6459-46bc-b30d-20a8f5161c9e" providerId="ADAL" clId="{EF24A892-BD8F-40D5-BD64-CF244FA4AE1A}" dt="2023-02-08T02:46:36.805" v="2957"/>
          <ac:graphicFrameMkLst>
            <pc:docMk/>
            <pc:sldMk cId="2223715808" sldId="1817"/>
            <ac:graphicFrameMk id="2" creationId="{935813B7-079D-C595-A603-021A1AC84CB2}"/>
          </ac:graphicFrameMkLst>
        </pc:graphicFrameChg>
        <pc:picChg chg="add mod ord">
          <ac:chgData name="강다혜" userId="76862be5-6459-46bc-b30d-20a8f5161c9e" providerId="ADAL" clId="{EF24A892-BD8F-40D5-BD64-CF244FA4AE1A}" dt="2023-02-07T11:41:57.817" v="193" actId="167"/>
          <ac:picMkLst>
            <pc:docMk/>
            <pc:sldMk cId="2223715808" sldId="1817"/>
            <ac:picMk id="4" creationId="{5E36A149-63A3-8361-088B-5BEE18B5D84F}"/>
          </ac:picMkLst>
        </pc:picChg>
        <pc:picChg chg="add mod ord">
          <ac:chgData name="강다혜" userId="76862be5-6459-46bc-b30d-20a8f5161c9e" providerId="ADAL" clId="{EF24A892-BD8F-40D5-BD64-CF244FA4AE1A}" dt="2023-02-07T11:41:57.817" v="193" actId="167"/>
          <ac:picMkLst>
            <pc:docMk/>
            <pc:sldMk cId="2223715808" sldId="1817"/>
            <ac:picMk id="7" creationId="{FD33280B-D9F1-1952-891A-AAE4E54C32F3}"/>
          </ac:picMkLst>
        </pc:picChg>
        <pc:picChg chg="add mod">
          <ac:chgData name="강다혜" userId="76862be5-6459-46bc-b30d-20a8f5161c9e" providerId="ADAL" clId="{EF24A892-BD8F-40D5-BD64-CF244FA4AE1A}" dt="2023-02-07T11:42:44.162" v="233" actId="571"/>
          <ac:picMkLst>
            <pc:docMk/>
            <pc:sldMk cId="2223715808" sldId="1817"/>
            <ac:picMk id="13" creationId="{55BB78FB-2DA0-1B06-C71B-132F3FD3EDD5}"/>
          </ac:picMkLst>
        </pc:picChg>
        <pc:picChg chg="del">
          <ac:chgData name="강다혜" userId="76862be5-6459-46bc-b30d-20a8f5161c9e" providerId="ADAL" clId="{EF24A892-BD8F-40D5-BD64-CF244FA4AE1A}" dt="2023-02-07T11:39:10.968" v="139" actId="478"/>
          <ac:picMkLst>
            <pc:docMk/>
            <pc:sldMk cId="2223715808" sldId="1817"/>
            <ac:picMk id="24" creationId="{E64E83C4-29DD-4B65-97D6-5843B862EC1D}"/>
          </ac:picMkLst>
        </pc:picChg>
        <pc:cxnChg chg="add mod">
          <ac:chgData name="강다혜" userId="76862be5-6459-46bc-b30d-20a8f5161c9e" providerId="ADAL" clId="{EF24A892-BD8F-40D5-BD64-CF244FA4AE1A}" dt="2023-02-07T11:42:44.162" v="233" actId="571"/>
          <ac:cxnSpMkLst>
            <pc:docMk/>
            <pc:sldMk cId="2223715808" sldId="1817"/>
            <ac:cxnSpMk id="15" creationId="{FE062C82-48B3-84F2-9D5D-EF4AA12859AC}"/>
          </ac:cxnSpMkLst>
        </pc:cxnChg>
        <pc:cxnChg chg="add mod">
          <ac:chgData name="강다혜" userId="76862be5-6459-46bc-b30d-20a8f5161c9e" providerId="ADAL" clId="{EF24A892-BD8F-40D5-BD64-CF244FA4AE1A}" dt="2023-02-07T11:42:53.819" v="246" actId="1036"/>
          <ac:cxnSpMkLst>
            <pc:docMk/>
            <pc:sldMk cId="2223715808" sldId="1817"/>
            <ac:cxnSpMk id="20" creationId="{99E7661F-736B-8960-0A6F-47B8D097BA4A}"/>
          </ac:cxnSpMkLst>
        </pc:cxnChg>
        <pc:cxnChg chg="mod">
          <ac:chgData name="강다혜" userId="76862be5-6459-46bc-b30d-20a8f5161c9e" providerId="ADAL" clId="{EF24A892-BD8F-40D5-BD64-CF244FA4AE1A}" dt="2023-02-07T11:42:41.463" v="231" actId="1035"/>
          <ac:cxnSpMkLst>
            <pc:docMk/>
            <pc:sldMk cId="2223715808" sldId="1817"/>
            <ac:cxnSpMk id="27" creationId="{15801770-9D03-4DA5-B4BF-DFBAEE2B697F}"/>
          </ac:cxnSpMkLst>
        </pc:cxnChg>
        <pc:cxnChg chg="add mod">
          <ac:chgData name="강다혜" userId="76862be5-6459-46bc-b30d-20a8f5161c9e" providerId="ADAL" clId="{EF24A892-BD8F-40D5-BD64-CF244FA4AE1A}" dt="2023-02-07T11:42:59.052" v="247" actId="571"/>
          <ac:cxnSpMkLst>
            <pc:docMk/>
            <pc:sldMk cId="2223715808" sldId="1817"/>
            <ac:cxnSpMk id="28" creationId="{239FC939-77DC-92B4-2DF9-1C0E0517F46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46:38.366" v="2958"/>
              <pc2:cmMkLst xmlns:pc2="http://schemas.microsoft.com/office/powerpoint/2019/9/main/command">
                <pc:docMk/>
                <pc:sldMk cId="2223715808" sldId="1817"/>
                <pc2:cmMk id="{18EDA6D0-AE4A-418B-A95E-1EEC799D40E6}"/>
              </pc2:cmMkLst>
            </pc226:cmChg>
          </p:ext>
        </pc:extLst>
      </pc:sldChg>
      <pc:sldChg chg="del">
        <pc:chgData name="강다혜" userId="76862be5-6459-46bc-b30d-20a8f5161c9e" providerId="ADAL" clId="{EF24A892-BD8F-40D5-BD64-CF244FA4AE1A}" dt="2023-02-07T11:34:33.625" v="134" actId="47"/>
        <pc:sldMkLst>
          <pc:docMk/>
          <pc:sldMk cId="2655936034" sldId="1817"/>
        </pc:sldMkLst>
      </pc:sldChg>
      <pc:sldChg chg="addSp delSp modSp add mod">
        <pc:chgData name="강다혜" userId="76862be5-6459-46bc-b30d-20a8f5161c9e" providerId="ADAL" clId="{EF24A892-BD8F-40D5-BD64-CF244FA4AE1A}" dt="2023-02-08T02:44:30.962" v="2913"/>
        <pc:sldMkLst>
          <pc:docMk/>
          <pc:sldMk cId="48041071" sldId="1818"/>
        </pc:sldMkLst>
        <pc:spChg chg="del">
          <ac:chgData name="강다혜" userId="76862be5-6459-46bc-b30d-20a8f5161c9e" providerId="ADAL" clId="{EF24A892-BD8F-40D5-BD64-CF244FA4AE1A}" dt="2023-02-07T11:51:07.692" v="442" actId="478"/>
          <ac:spMkLst>
            <pc:docMk/>
            <pc:sldMk cId="48041071" sldId="1818"/>
            <ac:spMk id="2" creationId="{3C7F0D60-547A-C4F5-249E-7E8D45B5A3B2}"/>
          </ac:spMkLst>
        </pc:spChg>
        <pc:spChg chg="mod">
          <ac:chgData name="강다혜" userId="76862be5-6459-46bc-b30d-20a8f5161c9e" providerId="ADAL" clId="{EF24A892-BD8F-40D5-BD64-CF244FA4AE1A}" dt="2023-02-08T02:44:30.703" v="2912" actId="1076"/>
          <ac:spMkLst>
            <pc:docMk/>
            <pc:sldMk cId="48041071" sldId="1818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2:00:15.777" v="478" actId="113"/>
          <ac:spMkLst>
            <pc:docMk/>
            <pc:sldMk cId="48041071" sldId="1818"/>
            <ac:spMk id="18" creationId="{3E2B09AB-767D-40F1-8379-B4D437EE62B1}"/>
          </ac:spMkLst>
        </pc:spChg>
        <pc:graphicFrameChg chg="add mod">
          <ac:chgData name="강다혜" userId="76862be5-6459-46bc-b30d-20a8f5161c9e" providerId="ADAL" clId="{EF24A892-BD8F-40D5-BD64-CF244FA4AE1A}" dt="2023-02-08T02:44:30.962" v="2913"/>
          <ac:graphicFrameMkLst>
            <pc:docMk/>
            <pc:sldMk cId="48041071" sldId="1818"/>
            <ac:graphicFrameMk id="2" creationId="{FBBA17F1-5A07-02FF-C27B-F4AE1BE69DE8}"/>
          </ac:graphicFrameMkLst>
        </pc:graphicFrameChg>
      </pc:sldChg>
      <pc:sldChg chg="del">
        <pc:chgData name="강다혜" userId="76862be5-6459-46bc-b30d-20a8f5161c9e" providerId="ADAL" clId="{EF24A892-BD8F-40D5-BD64-CF244FA4AE1A}" dt="2023-02-07T11:24:37.092" v="119" actId="47"/>
        <pc:sldMkLst>
          <pc:docMk/>
          <pc:sldMk cId="2554558381" sldId="1818"/>
        </pc:sldMkLst>
      </pc:sldChg>
      <pc:sldChg chg="addSp delSp modSp add mod addCm modCm">
        <pc:chgData name="강다혜" userId="76862be5-6459-46bc-b30d-20a8f5161c9e" providerId="ADAL" clId="{EF24A892-BD8F-40D5-BD64-CF244FA4AE1A}" dt="2023-02-08T02:49:20.571" v="2984"/>
        <pc:sldMkLst>
          <pc:docMk/>
          <pc:sldMk cId="178958343" sldId="1819"/>
        </pc:sldMkLst>
        <pc:spChg chg="mod">
          <ac:chgData name="강다혜" userId="76862be5-6459-46bc-b30d-20a8f5161c9e" providerId="ADAL" clId="{EF24A892-BD8F-40D5-BD64-CF244FA4AE1A}" dt="2023-02-07T12:07:49.266" v="1079"/>
          <ac:spMkLst>
            <pc:docMk/>
            <pc:sldMk cId="178958343" sldId="1819"/>
            <ac:spMk id="6" creationId="{5392C2FC-2AF2-4365-95A6-6256476857BB}"/>
          </ac:spMkLst>
        </pc:spChg>
        <pc:spChg chg="mod">
          <ac:chgData name="강다혜" userId="76862be5-6459-46bc-b30d-20a8f5161c9e" providerId="ADAL" clId="{EF24A892-BD8F-40D5-BD64-CF244FA4AE1A}" dt="2023-02-07T12:07:51.031" v="1080" actId="20577"/>
          <ac:spMkLst>
            <pc:docMk/>
            <pc:sldMk cId="178958343" sldId="1819"/>
            <ac:spMk id="9" creationId="{E14A85F3-3807-4D5E-844E-A5FFB1B1A1AF}"/>
          </ac:spMkLst>
        </pc:spChg>
        <pc:spChg chg="mod">
          <ac:chgData name="강다혜" userId="76862be5-6459-46bc-b30d-20a8f5161c9e" providerId="ADAL" clId="{EF24A892-BD8F-40D5-BD64-CF244FA4AE1A}" dt="2023-02-08T02:44:35.679" v="2914" actId="1076"/>
          <ac:spMkLst>
            <pc:docMk/>
            <pc:sldMk cId="178958343" sldId="1819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2:06:32.123" v="1046"/>
          <ac:spMkLst>
            <pc:docMk/>
            <pc:sldMk cId="178958343" sldId="1819"/>
            <ac:spMk id="18" creationId="{3E2B09AB-767D-40F1-8379-B4D437EE62B1}"/>
          </ac:spMkLst>
        </pc:spChg>
        <pc:spChg chg="mod">
          <ac:chgData name="강다혜" userId="76862be5-6459-46bc-b30d-20a8f5161c9e" providerId="ADAL" clId="{EF24A892-BD8F-40D5-BD64-CF244FA4AE1A}" dt="2023-02-07T12:13:00.789" v="1212"/>
          <ac:spMkLst>
            <pc:docMk/>
            <pc:sldMk cId="178958343" sldId="1819"/>
            <ac:spMk id="22" creationId="{203F8508-5364-4110-B68F-C07EF8944923}"/>
          </ac:spMkLst>
        </pc:spChg>
        <pc:spChg chg="mod">
          <ac:chgData name="강다혜" userId="76862be5-6459-46bc-b30d-20a8f5161c9e" providerId="ADAL" clId="{EF24A892-BD8F-40D5-BD64-CF244FA4AE1A}" dt="2023-02-07T12:07:39.315" v="1066"/>
          <ac:spMkLst>
            <pc:docMk/>
            <pc:sldMk cId="178958343" sldId="1819"/>
            <ac:spMk id="23" creationId="{7C546B55-B931-4853-BB4D-678325DEBB30}"/>
          </ac:spMkLst>
        </pc:spChg>
        <pc:spChg chg="mod">
          <ac:chgData name="강다혜" userId="76862be5-6459-46bc-b30d-20a8f5161c9e" providerId="ADAL" clId="{EF24A892-BD8F-40D5-BD64-CF244FA4AE1A}" dt="2023-02-07T12:10:12.493" v="1146" actId="14100"/>
          <ac:spMkLst>
            <pc:docMk/>
            <pc:sldMk cId="178958343" sldId="1819"/>
            <ac:spMk id="24" creationId="{08C2EBAC-ECD6-425D-9CDC-91BCB23BCA72}"/>
          </ac:spMkLst>
        </pc:spChg>
        <pc:spChg chg="mod">
          <ac:chgData name="강다혜" userId="76862be5-6459-46bc-b30d-20a8f5161c9e" providerId="ADAL" clId="{EF24A892-BD8F-40D5-BD64-CF244FA4AE1A}" dt="2023-02-07T12:07:30.251" v="1064" actId="20577"/>
          <ac:spMkLst>
            <pc:docMk/>
            <pc:sldMk cId="178958343" sldId="1819"/>
            <ac:spMk id="25" creationId="{BF838669-661C-482D-BBD3-F758C1F0A3C7}"/>
          </ac:spMkLst>
        </pc:spChg>
        <pc:grpChg chg="mod">
          <ac:chgData name="강다혜" userId="76862be5-6459-46bc-b30d-20a8f5161c9e" providerId="ADAL" clId="{EF24A892-BD8F-40D5-BD64-CF244FA4AE1A}" dt="2023-02-07T12:09:26.533" v="1141" actId="1076"/>
          <ac:grpSpMkLst>
            <pc:docMk/>
            <pc:sldMk cId="178958343" sldId="1819"/>
            <ac:grpSpMk id="16" creationId="{9DD74E41-475D-42EE-A7A8-560EAF153E6D}"/>
          </ac:grpSpMkLst>
        </pc:grpChg>
        <pc:grpChg chg="mod">
          <ac:chgData name="강다혜" userId="76862be5-6459-46bc-b30d-20a8f5161c9e" providerId="ADAL" clId="{EF24A892-BD8F-40D5-BD64-CF244FA4AE1A}" dt="2023-02-07T12:09:23.621" v="1140" actId="1076"/>
          <ac:grpSpMkLst>
            <pc:docMk/>
            <pc:sldMk cId="178958343" sldId="1819"/>
            <ac:grpSpMk id="19" creationId="{659572A6-6918-48B4-9F37-4D03A4F1805F}"/>
          </ac:grpSpMkLst>
        </pc:grpChg>
        <pc:graphicFrameChg chg="add mod">
          <ac:chgData name="강다혜" userId="76862be5-6459-46bc-b30d-20a8f5161c9e" providerId="ADAL" clId="{EF24A892-BD8F-40D5-BD64-CF244FA4AE1A}" dt="2023-02-08T02:44:36.101" v="2915"/>
          <ac:graphicFrameMkLst>
            <pc:docMk/>
            <pc:sldMk cId="178958343" sldId="1819"/>
            <ac:graphicFrameMk id="2" creationId="{81549EF0-2EDD-8682-360C-002821D41B34}"/>
          </ac:graphicFrameMkLst>
        </pc:graphicFrameChg>
        <pc:picChg chg="add mod ord">
          <ac:chgData name="강다혜" userId="76862be5-6459-46bc-b30d-20a8f5161c9e" providerId="ADAL" clId="{EF24A892-BD8F-40D5-BD64-CF244FA4AE1A}" dt="2023-02-07T12:01:19.916" v="485" actId="167"/>
          <ac:picMkLst>
            <pc:docMk/>
            <pc:sldMk cId="178958343" sldId="1819"/>
            <ac:picMk id="4" creationId="{C56E9B34-3E0F-7282-09CF-DFDFA6F3E300}"/>
          </ac:picMkLst>
        </pc:picChg>
        <pc:picChg chg="del">
          <ac:chgData name="강다혜" userId="76862be5-6459-46bc-b30d-20a8f5161c9e" providerId="ADAL" clId="{EF24A892-BD8F-40D5-BD64-CF244FA4AE1A}" dt="2023-02-07T12:01:09.729" v="480" actId="478"/>
          <ac:picMkLst>
            <pc:docMk/>
            <pc:sldMk cId="178958343" sldId="1819"/>
            <ac:picMk id="5" creationId="{3E5241DA-26D4-41CD-808B-2E8E7D32E8BF}"/>
          </ac:picMkLst>
        </pc:picChg>
        <pc:cxnChg chg="mod">
          <ac:chgData name="강다혜" userId="76862be5-6459-46bc-b30d-20a8f5161c9e" providerId="ADAL" clId="{EF24A892-BD8F-40D5-BD64-CF244FA4AE1A}" dt="2023-02-07T12:10:19.720" v="1153" actId="1035"/>
          <ac:cxnSpMkLst>
            <pc:docMk/>
            <pc:sldMk cId="178958343" sldId="1819"/>
            <ac:cxnSpMk id="26" creationId="{E4E87916-6E44-4099-97C2-57C08B4616C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49:20.571" v="2984"/>
              <pc2:cmMkLst xmlns:pc2="http://schemas.microsoft.com/office/powerpoint/2019/9/main/command">
                <pc:docMk/>
                <pc:sldMk cId="178958343" sldId="1819"/>
                <pc2:cmMk id="{F57FB2C0-4CF3-4890-85E9-F098A61C2095}"/>
              </pc2:cmMkLst>
            </pc226:cmChg>
          </p:ext>
        </pc:extLst>
      </pc:sldChg>
      <pc:sldChg chg="addSp delSp modSp add mod ord addCm modCm">
        <pc:chgData name="강다혜" userId="76862be5-6459-46bc-b30d-20a8f5161c9e" providerId="ADAL" clId="{EF24A892-BD8F-40D5-BD64-CF244FA4AE1A}" dt="2023-02-08T02:49:01.923" v="2980"/>
        <pc:sldMkLst>
          <pc:docMk/>
          <pc:sldMk cId="1789272531" sldId="1820"/>
        </pc:sldMkLst>
        <pc:spChg chg="del">
          <ac:chgData name="강다혜" userId="76862be5-6459-46bc-b30d-20a8f5161c9e" providerId="ADAL" clId="{EF24A892-BD8F-40D5-BD64-CF244FA4AE1A}" dt="2023-02-07T12:38:38.193" v="1457" actId="478"/>
          <ac:spMkLst>
            <pc:docMk/>
            <pc:sldMk cId="1789272531" sldId="1820"/>
            <ac:spMk id="2" creationId="{1E2A7201-3E31-6EAA-E03B-FADD8010FAD7}"/>
          </ac:spMkLst>
        </pc:spChg>
        <pc:spChg chg="mod">
          <ac:chgData name="강다혜" userId="76862be5-6459-46bc-b30d-20a8f5161c9e" providerId="ADAL" clId="{EF24A892-BD8F-40D5-BD64-CF244FA4AE1A}" dt="2023-02-07T12:40:52.918" v="1623"/>
          <ac:spMkLst>
            <pc:docMk/>
            <pc:sldMk cId="1789272531" sldId="1820"/>
            <ac:spMk id="6" creationId="{5392C2FC-2AF2-4365-95A6-6256476857BB}"/>
          </ac:spMkLst>
        </pc:spChg>
        <pc:spChg chg="mod">
          <ac:chgData name="강다혜" userId="76862be5-6459-46bc-b30d-20a8f5161c9e" providerId="ADAL" clId="{EF24A892-BD8F-40D5-BD64-CF244FA4AE1A}" dt="2023-02-07T12:37:51.080" v="1447"/>
          <ac:spMkLst>
            <pc:docMk/>
            <pc:sldMk cId="1789272531" sldId="1820"/>
            <ac:spMk id="8" creationId="{168EB80D-00C1-6F1D-B6F9-B8F82A86C527}"/>
          </ac:spMkLst>
        </pc:spChg>
        <pc:spChg chg="mod">
          <ac:chgData name="강다혜" userId="76862be5-6459-46bc-b30d-20a8f5161c9e" providerId="ADAL" clId="{EF24A892-BD8F-40D5-BD64-CF244FA4AE1A}" dt="2023-02-07T12:40:59.713" v="1624" actId="20577"/>
          <ac:spMkLst>
            <pc:docMk/>
            <pc:sldMk cId="1789272531" sldId="1820"/>
            <ac:spMk id="10" creationId="{7C5F4D22-CF03-6D89-36D0-355178C2B8D5}"/>
          </ac:spMkLst>
        </pc:spChg>
        <pc:spChg chg="del">
          <ac:chgData name="강다혜" userId="76862be5-6459-46bc-b30d-20a8f5161c9e" providerId="ADAL" clId="{EF24A892-BD8F-40D5-BD64-CF244FA4AE1A}" dt="2023-02-07T12:38:15.463" v="1452" actId="478"/>
          <ac:spMkLst>
            <pc:docMk/>
            <pc:sldMk cId="1789272531" sldId="1820"/>
            <ac:spMk id="12" creationId="{16BA9CD5-FD8A-49EC-BDC0-6E387B42AB72}"/>
          </ac:spMkLst>
        </pc:spChg>
        <pc:spChg chg="mod">
          <ac:chgData name="강다혜" userId="76862be5-6459-46bc-b30d-20a8f5161c9e" providerId="ADAL" clId="{EF24A892-BD8F-40D5-BD64-CF244FA4AE1A}" dt="2023-02-07T12:37:51.080" v="1447"/>
          <ac:spMkLst>
            <pc:docMk/>
            <pc:sldMk cId="1789272531" sldId="1820"/>
            <ac:spMk id="13" creationId="{BB99F0AB-1704-0FE6-0701-073EAB04178C}"/>
          </ac:spMkLst>
        </pc:spChg>
        <pc:spChg chg="mod">
          <ac:chgData name="강다혜" userId="76862be5-6459-46bc-b30d-20a8f5161c9e" providerId="ADAL" clId="{EF24A892-BD8F-40D5-BD64-CF244FA4AE1A}" dt="2023-02-08T02:41:54.835" v="2811" actId="1076"/>
          <ac:spMkLst>
            <pc:docMk/>
            <pc:sldMk cId="1789272531" sldId="1820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2:39:14.419" v="1469" actId="207"/>
          <ac:spMkLst>
            <pc:docMk/>
            <pc:sldMk cId="1789272531" sldId="1820"/>
            <ac:spMk id="15" creationId="{C26AFC2C-6CDB-5F64-94E8-4981EB8CCF04}"/>
          </ac:spMkLst>
        </pc:spChg>
        <pc:spChg chg="add del mod">
          <ac:chgData name="강다혜" userId="76862be5-6459-46bc-b30d-20a8f5161c9e" providerId="ADAL" clId="{EF24A892-BD8F-40D5-BD64-CF244FA4AE1A}" dt="2023-02-07T12:38:07.206" v="1449" actId="478"/>
          <ac:spMkLst>
            <pc:docMk/>
            <pc:sldMk cId="1789272531" sldId="1820"/>
            <ac:spMk id="17" creationId="{DA2FF6CB-D6BD-D3D0-FBB8-D618EE6EC30C}"/>
          </ac:spMkLst>
        </pc:spChg>
        <pc:spChg chg="add mod">
          <ac:chgData name="강다혜" userId="76862be5-6459-46bc-b30d-20a8f5161c9e" providerId="ADAL" clId="{EF24A892-BD8F-40D5-BD64-CF244FA4AE1A}" dt="2023-02-07T12:38:34.216" v="1456" actId="1036"/>
          <ac:spMkLst>
            <pc:docMk/>
            <pc:sldMk cId="1789272531" sldId="1820"/>
            <ac:spMk id="18" creationId="{2B28708B-F28F-1944-738F-081FC8B54E88}"/>
          </ac:spMkLst>
        </pc:spChg>
        <pc:spChg chg="add mod">
          <ac:chgData name="강다혜" userId="76862be5-6459-46bc-b30d-20a8f5161c9e" providerId="ADAL" clId="{EF24A892-BD8F-40D5-BD64-CF244FA4AE1A}" dt="2023-02-07T12:38:34.216" v="1456" actId="1036"/>
          <ac:spMkLst>
            <pc:docMk/>
            <pc:sldMk cId="1789272531" sldId="1820"/>
            <ac:spMk id="19" creationId="{50E28AE7-FF04-131C-E47C-45234E1DD4B6}"/>
          </ac:spMkLst>
        </pc:spChg>
        <pc:spChg chg="mod">
          <ac:chgData name="강다혜" userId="76862be5-6459-46bc-b30d-20a8f5161c9e" providerId="ADAL" clId="{EF24A892-BD8F-40D5-BD64-CF244FA4AE1A}" dt="2023-02-07T12:37:30.420" v="1445" actId="1035"/>
          <ac:spMkLst>
            <pc:docMk/>
            <pc:sldMk cId="1789272531" sldId="1820"/>
            <ac:spMk id="20" creationId="{021BFCBF-03E6-4050-A092-393337F0BA21}"/>
          </ac:spMkLst>
        </pc:spChg>
        <pc:spChg chg="add mod">
          <ac:chgData name="강다혜" userId="76862be5-6459-46bc-b30d-20a8f5161c9e" providerId="ADAL" clId="{EF24A892-BD8F-40D5-BD64-CF244FA4AE1A}" dt="2023-02-07T12:39:29.237" v="1482" actId="20577"/>
          <ac:spMkLst>
            <pc:docMk/>
            <pc:sldMk cId="1789272531" sldId="1820"/>
            <ac:spMk id="21" creationId="{1E0D0196-CD7E-7D1E-4AA0-AA42543899D0}"/>
          </ac:spMkLst>
        </pc:spChg>
        <pc:spChg chg="del">
          <ac:chgData name="강다혜" userId="76862be5-6459-46bc-b30d-20a8f5161c9e" providerId="ADAL" clId="{EF24A892-BD8F-40D5-BD64-CF244FA4AE1A}" dt="2023-02-07T12:38:15.463" v="1452" actId="478"/>
          <ac:spMkLst>
            <pc:docMk/>
            <pc:sldMk cId="1789272531" sldId="1820"/>
            <ac:spMk id="23" creationId="{7C546B55-B931-4853-BB4D-678325DEBB30}"/>
          </ac:spMkLst>
        </pc:spChg>
        <pc:spChg chg="del">
          <ac:chgData name="강다혜" userId="76862be5-6459-46bc-b30d-20a8f5161c9e" providerId="ADAL" clId="{EF24A892-BD8F-40D5-BD64-CF244FA4AE1A}" dt="2023-02-07T12:38:03.448" v="1448" actId="478"/>
          <ac:spMkLst>
            <pc:docMk/>
            <pc:sldMk cId="1789272531" sldId="1820"/>
            <ac:spMk id="25" creationId="{BF838669-661C-482D-BBD3-F758C1F0A3C7}"/>
          </ac:spMkLst>
        </pc:spChg>
        <pc:spChg chg="add del mod">
          <ac:chgData name="강다혜" userId="76862be5-6459-46bc-b30d-20a8f5161c9e" providerId="ADAL" clId="{EF24A892-BD8F-40D5-BD64-CF244FA4AE1A}" dt="2023-02-07T12:38:21.275" v="1453" actId="478"/>
          <ac:spMkLst>
            <pc:docMk/>
            <pc:sldMk cId="1789272531" sldId="1820"/>
            <ac:spMk id="26" creationId="{57270D5D-694C-9A8C-9AB3-E64AA2D09DA1}"/>
          </ac:spMkLst>
        </pc:spChg>
        <pc:spChg chg="add del mod">
          <ac:chgData name="강다혜" userId="76862be5-6459-46bc-b30d-20a8f5161c9e" providerId="ADAL" clId="{EF24A892-BD8F-40D5-BD64-CF244FA4AE1A}" dt="2023-02-07T12:38:21.275" v="1453" actId="478"/>
          <ac:spMkLst>
            <pc:docMk/>
            <pc:sldMk cId="1789272531" sldId="1820"/>
            <ac:spMk id="28" creationId="{C6398EE8-25B4-03F2-5F40-CAAC0AF47194}"/>
          </ac:spMkLst>
        </pc:spChg>
        <pc:grpChg chg="add mod">
          <ac:chgData name="강다혜" userId="76862be5-6459-46bc-b30d-20a8f5161c9e" providerId="ADAL" clId="{EF24A892-BD8F-40D5-BD64-CF244FA4AE1A}" dt="2023-02-07T12:37:51.080" v="1447"/>
          <ac:grpSpMkLst>
            <pc:docMk/>
            <pc:sldMk cId="1789272531" sldId="1820"/>
            <ac:grpSpMk id="7" creationId="{4135DEA1-1F36-FDB9-D6F9-07943FAF9C92}"/>
          </ac:grpSpMkLst>
        </pc:grpChg>
        <pc:grpChg chg="add mod">
          <ac:chgData name="강다혜" userId="76862be5-6459-46bc-b30d-20a8f5161c9e" providerId="ADAL" clId="{EF24A892-BD8F-40D5-BD64-CF244FA4AE1A}" dt="2023-02-07T12:39:20.166" v="1471" actId="1076"/>
          <ac:grpSpMkLst>
            <pc:docMk/>
            <pc:sldMk cId="1789272531" sldId="1820"/>
            <ac:grpSpMk id="11" creationId="{8A50067E-60B8-E5F0-E0E0-EB7FC8787D42}"/>
          </ac:grpSpMkLst>
        </pc:grpChg>
        <pc:graphicFrameChg chg="add mod">
          <ac:chgData name="강다혜" userId="76862be5-6459-46bc-b30d-20a8f5161c9e" providerId="ADAL" clId="{EF24A892-BD8F-40D5-BD64-CF244FA4AE1A}" dt="2023-02-08T02:41:55.184" v="2812"/>
          <ac:graphicFrameMkLst>
            <pc:docMk/>
            <pc:sldMk cId="1789272531" sldId="1820"/>
            <ac:graphicFrameMk id="2" creationId="{020D8FA8-54D9-F213-651A-E0AC777E60DC}"/>
          </ac:graphicFrameMkLst>
        </pc:graphicFrameChg>
        <pc:picChg chg="add mod ord">
          <ac:chgData name="강다혜" userId="76862be5-6459-46bc-b30d-20a8f5161c9e" providerId="ADAL" clId="{EF24A892-BD8F-40D5-BD64-CF244FA4AE1A}" dt="2023-02-07T12:37:11.196" v="1425" actId="1076"/>
          <ac:picMkLst>
            <pc:docMk/>
            <pc:sldMk cId="1789272531" sldId="1820"/>
            <ac:picMk id="5" creationId="{70A0ED66-1A00-E241-5590-AFAFCEE827FD}"/>
          </ac:picMkLst>
        </pc:picChg>
        <pc:picChg chg="del">
          <ac:chgData name="강다혜" userId="76862be5-6459-46bc-b30d-20a8f5161c9e" providerId="ADAL" clId="{EF24A892-BD8F-40D5-BD64-CF244FA4AE1A}" dt="2023-02-07T12:36:59.689" v="1420" actId="478"/>
          <ac:picMkLst>
            <pc:docMk/>
            <pc:sldMk cId="1789272531" sldId="1820"/>
            <ac:picMk id="1026" creationId="{86E1CF7D-DC83-4050-A36B-7222AA497C77}"/>
          </ac:picMkLst>
        </pc:picChg>
        <pc:cxnChg chg="mod">
          <ac:chgData name="강다혜" userId="76862be5-6459-46bc-b30d-20a8f5161c9e" providerId="ADAL" clId="{EF24A892-BD8F-40D5-BD64-CF244FA4AE1A}" dt="2023-02-07T12:37:34.013" v="1446" actId="1076"/>
          <ac:cxnSpMkLst>
            <pc:docMk/>
            <pc:sldMk cId="1789272531" sldId="1820"/>
            <ac:cxnSpMk id="24" creationId="{70E84DCB-C3EA-4A40-8A84-1A309D11B64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49:01.923" v="2980"/>
              <pc2:cmMkLst xmlns:pc2="http://schemas.microsoft.com/office/powerpoint/2019/9/main/command">
                <pc:docMk/>
                <pc:sldMk cId="1789272531" sldId="1820"/>
                <pc2:cmMk id="{2BC630FE-F08E-4F9B-9E9B-1DA5995EF4F5}"/>
              </pc2:cmMkLst>
            </pc226:cmChg>
          </p:ext>
        </pc:extLst>
      </pc:sldChg>
      <pc:sldChg chg="modSp add del mod">
        <pc:chgData name="강다혜" userId="76862be5-6459-46bc-b30d-20a8f5161c9e" providerId="ADAL" clId="{EF24A892-BD8F-40D5-BD64-CF244FA4AE1A}" dt="2023-02-07T12:27:28.672" v="1395" actId="47"/>
        <pc:sldMkLst>
          <pc:docMk/>
          <pc:sldMk cId="4093829785" sldId="1820"/>
        </pc:sldMkLst>
        <pc:spChg chg="mod">
          <ac:chgData name="강다혜" userId="76862be5-6459-46bc-b30d-20a8f5161c9e" providerId="ADAL" clId="{EF24A892-BD8F-40D5-BD64-CF244FA4AE1A}" dt="2023-02-07T12:26:29.113" v="1389"/>
          <ac:spMkLst>
            <pc:docMk/>
            <pc:sldMk cId="4093829785" sldId="1820"/>
            <ac:spMk id="9" creationId="{E14A85F3-3807-4D5E-844E-A5FFB1B1A1AF}"/>
          </ac:spMkLst>
        </pc:spChg>
        <pc:spChg chg="mod">
          <ac:chgData name="강다혜" userId="76862be5-6459-46bc-b30d-20a8f5161c9e" providerId="ADAL" clId="{EF24A892-BD8F-40D5-BD64-CF244FA4AE1A}" dt="2023-02-07T12:26:49.089" v="1394"/>
          <ac:spMkLst>
            <pc:docMk/>
            <pc:sldMk cId="4093829785" sldId="1820"/>
            <ac:spMk id="14" creationId="{A16CDB07-B5C0-42FA-AAB8-2A81DAB2042D}"/>
          </ac:spMkLst>
        </pc:spChg>
      </pc:sldChg>
      <pc:sldChg chg="add del">
        <pc:chgData name="강다혜" userId="76862be5-6459-46bc-b30d-20a8f5161c9e" providerId="ADAL" clId="{EF24A892-BD8F-40D5-BD64-CF244FA4AE1A}" dt="2023-02-07T12:42:11.755" v="1628"/>
        <pc:sldMkLst>
          <pc:docMk/>
          <pc:sldMk cId="1903944482" sldId="1821"/>
        </pc:sldMkLst>
      </pc:sldChg>
      <pc:sldChg chg="addSp modSp add mod ord addCm modCm">
        <pc:chgData name="강다혜" userId="76862be5-6459-46bc-b30d-20a8f5161c9e" providerId="ADAL" clId="{EF24A892-BD8F-40D5-BD64-CF244FA4AE1A}" dt="2023-02-08T05:39:04.704" v="3017"/>
        <pc:sldMkLst>
          <pc:docMk/>
          <pc:sldMk cId="3059030731" sldId="1821"/>
        </pc:sldMkLst>
        <pc:spChg chg="mod">
          <ac:chgData name="강다혜" userId="76862be5-6459-46bc-b30d-20a8f5161c9e" providerId="ADAL" clId="{EF24A892-BD8F-40D5-BD64-CF244FA4AE1A}" dt="2023-02-07T12:42:37.644" v="1632"/>
          <ac:spMkLst>
            <pc:docMk/>
            <pc:sldMk cId="3059030731" sldId="1821"/>
            <ac:spMk id="9" creationId="{E14A85F3-3807-4D5E-844E-A5FFB1B1A1AF}"/>
          </ac:spMkLst>
        </pc:spChg>
        <pc:spChg chg="mod">
          <ac:chgData name="강다혜" userId="76862be5-6459-46bc-b30d-20a8f5161c9e" providerId="ADAL" clId="{EF24A892-BD8F-40D5-BD64-CF244FA4AE1A}" dt="2023-02-08T05:38:59.841" v="3016"/>
          <ac:spMkLst>
            <pc:docMk/>
            <pc:sldMk cId="3059030731" sldId="1821"/>
            <ac:spMk id="12" creationId="{16BA9CD5-FD8A-49EC-BDC0-6E387B42AB72}"/>
          </ac:spMkLst>
        </pc:spChg>
        <pc:spChg chg="mod">
          <ac:chgData name="강다혜" userId="76862be5-6459-46bc-b30d-20a8f5161c9e" providerId="ADAL" clId="{EF24A892-BD8F-40D5-BD64-CF244FA4AE1A}" dt="2023-02-08T02:42:55.768" v="2870"/>
          <ac:spMkLst>
            <pc:docMk/>
            <pc:sldMk cId="3059030731" sldId="1821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7T12:42:56.794" v="1636" actId="20577"/>
          <ac:spMkLst>
            <pc:docMk/>
            <pc:sldMk cId="3059030731" sldId="1821"/>
            <ac:spMk id="19" creationId="{6D098E03-0C12-0C8F-EDCB-1AC69146F095}"/>
          </ac:spMkLst>
        </pc:spChg>
        <pc:spChg chg="mod">
          <ac:chgData name="강다혜" userId="76862be5-6459-46bc-b30d-20a8f5161c9e" providerId="ADAL" clId="{EF24A892-BD8F-40D5-BD64-CF244FA4AE1A}" dt="2023-02-07T12:43:29.946" v="1701" actId="207"/>
          <ac:spMkLst>
            <pc:docMk/>
            <pc:sldMk cId="3059030731" sldId="1821"/>
            <ac:spMk id="22" creationId="{1B996A17-87F5-6DF9-C257-C9C9D502C832}"/>
          </ac:spMkLst>
        </pc:spChg>
        <pc:spChg chg="mod">
          <ac:chgData name="강다혜" userId="76862be5-6459-46bc-b30d-20a8f5161c9e" providerId="ADAL" clId="{EF24A892-BD8F-40D5-BD64-CF244FA4AE1A}" dt="2023-02-08T05:39:04.704" v="3017"/>
          <ac:spMkLst>
            <pc:docMk/>
            <pc:sldMk cId="3059030731" sldId="1821"/>
            <ac:spMk id="23" creationId="{7C546B55-B931-4853-BB4D-678325DEBB30}"/>
          </ac:spMkLst>
        </pc:spChg>
        <pc:spChg chg="mod">
          <ac:chgData name="강다혜" userId="76862be5-6459-46bc-b30d-20a8f5161c9e" providerId="ADAL" clId="{EF24A892-BD8F-40D5-BD64-CF244FA4AE1A}" dt="2023-02-07T12:43:51.752" v="1705"/>
          <ac:spMkLst>
            <pc:docMk/>
            <pc:sldMk cId="3059030731" sldId="1821"/>
            <ac:spMk id="24" creationId="{B1CFA2E0-5B1D-27ED-21F5-6FBAF6FCBCEF}"/>
          </ac:spMkLst>
        </pc:spChg>
        <pc:graphicFrameChg chg="add mod">
          <ac:chgData name="강다혜" userId="76862be5-6459-46bc-b30d-20a8f5161c9e" providerId="ADAL" clId="{EF24A892-BD8F-40D5-BD64-CF244FA4AE1A}" dt="2023-02-08T02:42:01.080" v="2814"/>
          <ac:graphicFrameMkLst>
            <pc:docMk/>
            <pc:sldMk cId="3059030731" sldId="1821"/>
            <ac:graphicFrameMk id="2" creationId="{166584F5-0839-D060-E308-2BDABC34D0AF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49:04.276" v="2981"/>
              <pc2:cmMkLst xmlns:pc2="http://schemas.microsoft.com/office/powerpoint/2019/9/main/command">
                <pc:docMk/>
                <pc:sldMk cId="3059030731" sldId="1821"/>
                <pc2:cmMk id="{7CC4230E-991B-4168-8828-A2B5EF0CC75F}"/>
              </pc2:cmMkLst>
            </pc226:cmChg>
          </p:ext>
        </pc:extLst>
      </pc:sldChg>
      <pc:sldChg chg="addSp modSp add mod modCm">
        <pc:chgData name="강다혜" userId="76862be5-6459-46bc-b30d-20a8f5161c9e" providerId="ADAL" clId="{EF24A892-BD8F-40D5-BD64-CF244FA4AE1A}" dt="2023-02-08T05:39:12.505" v="3019"/>
        <pc:sldMkLst>
          <pc:docMk/>
          <pc:sldMk cId="1124293282" sldId="1822"/>
        </pc:sldMkLst>
        <pc:spChg chg="mod">
          <ac:chgData name="강다혜" userId="76862be5-6459-46bc-b30d-20a8f5161c9e" providerId="ADAL" clId="{EF24A892-BD8F-40D5-BD64-CF244FA4AE1A}" dt="2023-02-07T12:45:57.994" v="1713"/>
          <ac:spMkLst>
            <pc:docMk/>
            <pc:sldMk cId="1124293282" sldId="1822"/>
            <ac:spMk id="9" creationId="{E14A85F3-3807-4D5E-844E-A5FFB1B1A1AF}"/>
          </ac:spMkLst>
        </pc:spChg>
        <pc:spChg chg="mod">
          <ac:chgData name="강다혜" userId="76862be5-6459-46bc-b30d-20a8f5161c9e" providerId="ADAL" clId="{EF24A892-BD8F-40D5-BD64-CF244FA4AE1A}" dt="2023-02-08T05:39:12.505" v="3019"/>
          <ac:spMkLst>
            <pc:docMk/>
            <pc:sldMk cId="1124293282" sldId="1822"/>
            <ac:spMk id="12" creationId="{16BA9CD5-FD8A-49EC-BDC0-6E387B42AB72}"/>
          </ac:spMkLst>
        </pc:spChg>
        <pc:spChg chg="mod">
          <ac:chgData name="강다혜" userId="76862be5-6459-46bc-b30d-20a8f5161c9e" providerId="ADAL" clId="{EF24A892-BD8F-40D5-BD64-CF244FA4AE1A}" dt="2023-02-08T02:41:47.107" v="2809" actId="1076"/>
          <ac:spMkLst>
            <pc:docMk/>
            <pc:sldMk cId="1124293282" sldId="1822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5:39:08.005" v="3018"/>
          <ac:spMkLst>
            <pc:docMk/>
            <pc:sldMk cId="1124293282" sldId="1822"/>
            <ac:spMk id="23" creationId="{7C546B55-B931-4853-BB4D-678325DEBB30}"/>
          </ac:spMkLst>
        </pc:spChg>
        <pc:graphicFrameChg chg="add mod">
          <ac:chgData name="강다혜" userId="76862be5-6459-46bc-b30d-20a8f5161c9e" providerId="ADAL" clId="{EF24A892-BD8F-40D5-BD64-CF244FA4AE1A}" dt="2023-02-08T02:41:48.061" v="2810"/>
          <ac:graphicFrameMkLst>
            <pc:docMk/>
            <pc:sldMk cId="1124293282" sldId="1822"/>
            <ac:graphicFrameMk id="2" creationId="{6FBC61C8-9530-3616-FF2F-2D3CA0977A3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강다혜" userId="76862be5-6459-46bc-b30d-20a8f5161c9e" providerId="ADAL" clId="{EF24A892-BD8F-40D5-BD64-CF244FA4AE1A}" dt="2023-02-08T02:48:59.106" v="2979"/>
              <pc2:cmMkLst xmlns:pc2="http://schemas.microsoft.com/office/powerpoint/2019/9/main/command">
                <pc:docMk/>
                <pc:sldMk cId="1124293282" sldId="1822"/>
                <pc2:cmMk id="{FDA27FBD-7F4C-4C1B-946F-4C5AAED4F1AE}"/>
              </pc2:cmMkLst>
            </pc226:cmChg>
          </p:ext>
        </pc:extLst>
      </pc:sldChg>
      <pc:sldChg chg="addSp modSp add mod modCm">
        <pc:chgData name="강다혜" userId="76862be5-6459-46bc-b30d-20a8f5161c9e" providerId="ADAL" clId="{EF24A892-BD8F-40D5-BD64-CF244FA4AE1A}" dt="2023-02-08T05:39:26.210" v="3022"/>
        <pc:sldMkLst>
          <pc:docMk/>
          <pc:sldMk cId="556381655" sldId="1823"/>
        </pc:sldMkLst>
        <pc:spChg chg="mod">
          <ac:chgData name="강다혜" userId="76862be5-6459-46bc-b30d-20a8f5161c9e" providerId="ADAL" clId="{EF24A892-BD8F-40D5-BD64-CF244FA4AE1A}" dt="2023-02-07T12:50:52.578" v="1752"/>
          <ac:spMkLst>
            <pc:docMk/>
            <pc:sldMk cId="556381655" sldId="1823"/>
            <ac:spMk id="9" creationId="{E14A85F3-3807-4D5E-844E-A5FFB1B1A1AF}"/>
          </ac:spMkLst>
        </pc:spChg>
        <pc:spChg chg="mod">
          <ac:chgData name="강다혜" userId="76862be5-6459-46bc-b30d-20a8f5161c9e" providerId="ADAL" clId="{EF24A892-BD8F-40D5-BD64-CF244FA4AE1A}" dt="2023-02-08T05:39:21.463" v="3021"/>
          <ac:spMkLst>
            <pc:docMk/>
            <pc:sldMk cId="556381655" sldId="1823"/>
            <ac:spMk id="12" creationId="{16BA9CD5-FD8A-49EC-BDC0-6E387B42AB72}"/>
          </ac:spMkLst>
        </pc:spChg>
        <pc:spChg chg="mod">
          <ac:chgData name="강다혜" userId="76862be5-6459-46bc-b30d-20a8f5161c9e" providerId="ADAL" clId="{EF24A892-BD8F-40D5-BD64-CF244FA4AE1A}" dt="2023-02-08T02:41:32.051" v="2805" actId="1076"/>
          <ac:spMkLst>
            <pc:docMk/>
            <pc:sldMk cId="556381655" sldId="1823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5:39:26.210" v="3022"/>
          <ac:spMkLst>
            <pc:docMk/>
            <pc:sldMk cId="556381655" sldId="1823"/>
            <ac:spMk id="23" creationId="{7C546B55-B931-4853-BB4D-678325DEBB30}"/>
          </ac:spMkLst>
        </pc:spChg>
        <pc:graphicFrameChg chg="add mod">
          <ac:chgData name="강다혜" userId="76862be5-6459-46bc-b30d-20a8f5161c9e" providerId="ADAL" clId="{EF24A892-BD8F-40D5-BD64-CF244FA4AE1A}" dt="2023-02-08T02:41:32.547" v="2806"/>
          <ac:graphicFrameMkLst>
            <pc:docMk/>
            <pc:sldMk cId="556381655" sldId="1823"/>
            <ac:graphicFrameMk id="2" creationId="{39C61083-BD3A-C8F6-B9D8-AD4B171B78CF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강다혜" userId="76862be5-6459-46bc-b30d-20a8f5161c9e" providerId="ADAL" clId="{EF24A892-BD8F-40D5-BD64-CF244FA4AE1A}" dt="2023-02-08T02:48:55.351" v="2978"/>
              <pc2:cmMkLst xmlns:pc2="http://schemas.microsoft.com/office/powerpoint/2019/9/main/command">
                <pc:docMk/>
                <pc:sldMk cId="556381655" sldId="1823"/>
                <pc2:cmMk id="{0EBFD9D3-BFCB-4359-BE5B-09B701B233FB}"/>
              </pc2:cmMkLst>
            </pc226:cmChg>
          </p:ext>
        </pc:extLst>
      </pc:sldChg>
      <pc:sldChg chg="addSp delSp modSp add mod ord">
        <pc:chgData name="강다혜" userId="76862be5-6459-46bc-b30d-20a8f5161c9e" providerId="ADAL" clId="{EF24A892-BD8F-40D5-BD64-CF244FA4AE1A}" dt="2023-02-08T05:39:48.557" v="3024"/>
        <pc:sldMkLst>
          <pc:docMk/>
          <pc:sldMk cId="3579429825" sldId="1824"/>
        </pc:sldMkLst>
        <pc:spChg chg="add del mod">
          <ac:chgData name="강다혜" userId="76862be5-6459-46bc-b30d-20a8f5161c9e" providerId="ADAL" clId="{EF24A892-BD8F-40D5-BD64-CF244FA4AE1A}" dt="2023-02-08T02:40:11.475" v="2788" actId="1076"/>
          <ac:spMkLst>
            <pc:docMk/>
            <pc:sldMk cId="3579429825" sldId="1824"/>
            <ac:spMk id="2" creationId="{ACAA5F6C-2CDA-5824-F43E-7BF1BCA1ACCE}"/>
          </ac:spMkLst>
        </pc:spChg>
        <pc:spChg chg="add del mod">
          <ac:chgData name="강다혜" userId="76862be5-6459-46bc-b30d-20a8f5161c9e" providerId="ADAL" clId="{EF24A892-BD8F-40D5-BD64-CF244FA4AE1A}" dt="2023-02-08T01:44:17.110" v="1982"/>
          <ac:spMkLst>
            <pc:docMk/>
            <pc:sldMk cId="3579429825" sldId="1824"/>
            <ac:spMk id="4" creationId="{4948657A-D636-DD1D-5BFC-9E85B41D4BA4}"/>
          </ac:spMkLst>
        </pc:spChg>
        <pc:spChg chg="mod">
          <ac:chgData name="강다혜" userId="76862be5-6459-46bc-b30d-20a8f5161c9e" providerId="ADAL" clId="{EF24A892-BD8F-40D5-BD64-CF244FA4AE1A}" dt="2023-02-08T01:41:07.459" v="1948"/>
          <ac:spMkLst>
            <pc:docMk/>
            <pc:sldMk cId="3579429825" sldId="1824"/>
            <ac:spMk id="9" creationId="{E14A85F3-3807-4D5E-844E-A5FFB1B1A1AF}"/>
          </ac:spMkLst>
        </pc:spChg>
        <pc:spChg chg="mod">
          <ac:chgData name="강다혜" userId="76862be5-6459-46bc-b30d-20a8f5161c9e" providerId="ADAL" clId="{EF24A892-BD8F-40D5-BD64-CF244FA4AE1A}" dt="2023-02-08T05:39:48.557" v="3024"/>
          <ac:spMkLst>
            <pc:docMk/>
            <pc:sldMk cId="3579429825" sldId="1824"/>
            <ac:spMk id="12" creationId="{16BA9CD5-FD8A-49EC-BDC0-6E387B42AB72}"/>
          </ac:spMkLst>
        </pc:spChg>
        <pc:spChg chg="del mod">
          <ac:chgData name="강다혜" userId="76862be5-6459-46bc-b30d-20a8f5161c9e" providerId="ADAL" clId="{EF24A892-BD8F-40D5-BD64-CF244FA4AE1A}" dt="2023-02-08T01:40:51.957" v="1945" actId="478"/>
          <ac:spMkLst>
            <pc:docMk/>
            <pc:sldMk cId="3579429825" sldId="1824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5:39:40.719" v="3023"/>
          <ac:spMkLst>
            <pc:docMk/>
            <pc:sldMk cId="3579429825" sldId="1824"/>
            <ac:spMk id="23" creationId="{7C546B55-B931-4853-BB4D-678325DEBB30}"/>
          </ac:spMkLst>
        </pc:spChg>
        <pc:graphicFrameChg chg="add mod">
          <ac:chgData name="강다혜" userId="76862be5-6459-46bc-b30d-20a8f5161c9e" providerId="ADAL" clId="{EF24A892-BD8F-40D5-BD64-CF244FA4AE1A}" dt="2023-02-08T02:40:11.836" v="2789"/>
          <ac:graphicFrameMkLst>
            <pc:docMk/>
            <pc:sldMk cId="3579429825" sldId="1824"/>
            <ac:graphicFrameMk id="5" creationId="{740BAE88-7BC4-CBA6-1AFA-9772A5FAC90C}"/>
          </ac:graphicFrameMkLst>
        </pc:graphicFrameChg>
      </pc:sldChg>
      <pc:sldChg chg="addSp modSp add mod ord addCm delCm modCm">
        <pc:chgData name="강다혜" userId="76862be5-6459-46bc-b30d-20a8f5161c9e" providerId="ADAL" clId="{EF24A892-BD8F-40D5-BD64-CF244FA4AE1A}" dt="2023-02-08T02:39:35.028" v="2776"/>
        <pc:sldMkLst>
          <pc:docMk/>
          <pc:sldMk cId="1937045278" sldId="1825"/>
        </pc:sldMkLst>
        <pc:spChg chg="mod">
          <ac:chgData name="강다혜" userId="76862be5-6459-46bc-b30d-20a8f5161c9e" providerId="ADAL" clId="{EF24A892-BD8F-40D5-BD64-CF244FA4AE1A}" dt="2023-02-08T02:07:17.455" v="2396"/>
          <ac:spMkLst>
            <pc:docMk/>
            <pc:sldMk cId="1937045278" sldId="1825"/>
            <ac:spMk id="4" creationId="{FAE5BB12-CCF1-40ED-A6CE-0896912A757A}"/>
          </ac:spMkLst>
        </pc:spChg>
        <pc:spChg chg="mod">
          <ac:chgData name="강다혜" userId="76862be5-6459-46bc-b30d-20a8f5161c9e" providerId="ADAL" clId="{EF24A892-BD8F-40D5-BD64-CF244FA4AE1A}" dt="2023-02-08T02:08:20.095" v="2456" actId="14100"/>
          <ac:spMkLst>
            <pc:docMk/>
            <pc:sldMk cId="1937045278" sldId="1825"/>
            <ac:spMk id="8" creationId="{BBEEB36D-6862-EE2B-2CAD-0723F3882D83}"/>
          </ac:spMkLst>
        </pc:spChg>
        <pc:spChg chg="mod">
          <ac:chgData name="강다혜" userId="76862be5-6459-46bc-b30d-20a8f5161c9e" providerId="ADAL" clId="{EF24A892-BD8F-40D5-BD64-CF244FA4AE1A}" dt="2023-02-08T02:08:50.423" v="2459"/>
          <ac:spMkLst>
            <pc:docMk/>
            <pc:sldMk cId="1937045278" sldId="1825"/>
            <ac:spMk id="9" creationId="{E14A85F3-3807-4D5E-844E-A5FFB1B1A1AF}"/>
          </ac:spMkLst>
        </pc:spChg>
        <pc:spChg chg="mod">
          <ac:chgData name="강다혜" userId="76862be5-6459-46bc-b30d-20a8f5161c9e" providerId="ADAL" clId="{EF24A892-BD8F-40D5-BD64-CF244FA4AE1A}" dt="2023-02-08T02:08:11.309" v="2440" actId="207"/>
          <ac:spMkLst>
            <pc:docMk/>
            <pc:sldMk cId="1937045278" sldId="1825"/>
            <ac:spMk id="10" creationId="{63830ADE-F5FC-93D6-D2E7-13B5DCA3E691}"/>
          </ac:spMkLst>
        </pc:spChg>
        <pc:spChg chg="mod">
          <ac:chgData name="강다혜" userId="76862be5-6459-46bc-b30d-20a8f5161c9e" providerId="ADAL" clId="{EF24A892-BD8F-40D5-BD64-CF244FA4AE1A}" dt="2023-02-08T02:08:39.769" v="2458"/>
          <ac:spMkLst>
            <pc:docMk/>
            <pc:sldMk cId="1937045278" sldId="1825"/>
            <ac:spMk id="12" creationId="{16BA9CD5-FD8A-49EC-BDC0-6E387B42AB72}"/>
          </ac:spMkLst>
        </pc:spChg>
        <pc:spChg chg="mod">
          <ac:chgData name="강다혜" userId="76862be5-6459-46bc-b30d-20a8f5161c9e" providerId="ADAL" clId="{EF24A892-BD8F-40D5-BD64-CF244FA4AE1A}" dt="2023-02-08T02:39:34.514" v="2775" actId="1076"/>
          <ac:spMkLst>
            <pc:docMk/>
            <pc:sldMk cId="1937045278" sldId="1825"/>
            <ac:spMk id="14" creationId="{A16CDB07-B5C0-42FA-AAB8-2A81DAB2042D}"/>
          </ac:spMkLst>
        </pc:spChg>
        <pc:spChg chg="mod">
          <ac:chgData name="강다혜" userId="76862be5-6459-46bc-b30d-20a8f5161c9e" providerId="ADAL" clId="{EF24A892-BD8F-40D5-BD64-CF244FA4AE1A}" dt="2023-02-08T02:07:51.032" v="2405" actId="207"/>
          <ac:spMkLst>
            <pc:docMk/>
            <pc:sldMk cId="1937045278" sldId="1825"/>
            <ac:spMk id="16" creationId="{ECA7B80B-CE50-45AC-97BB-B68E6D7C52A3}"/>
          </ac:spMkLst>
        </pc:spChg>
        <pc:spChg chg="mod">
          <ac:chgData name="강다혜" userId="76862be5-6459-46bc-b30d-20a8f5161c9e" providerId="ADAL" clId="{EF24A892-BD8F-40D5-BD64-CF244FA4AE1A}" dt="2023-02-08T02:08:28.994" v="2457"/>
          <ac:spMkLst>
            <pc:docMk/>
            <pc:sldMk cId="1937045278" sldId="1825"/>
            <ac:spMk id="23" creationId="{7C546B55-B931-4853-BB4D-678325DEBB30}"/>
          </ac:spMkLst>
        </pc:spChg>
        <pc:grpChg chg="add mod">
          <ac:chgData name="강다혜" userId="76862be5-6459-46bc-b30d-20a8f5161c9e" providerId="ADAL" clId="{EF24A892-BD8F-40D5-BD64-CF244FA4AE1A}" dt="2023-02-08T02:07:42.134" v="2403" actId="1076"/>
          <ac:grpSpMkLst>
            <pc:docMk/>
            <pc:sldMk cId="1937045278" sldId="1825"/>
            <ac:grpSpMk id="2" creationId="{AF47454F-B7F0-8AC2-9B75-437329E26B9F}"/>
          </ac:grpSpMkLst>
        </pc:grpChg>
        <pc:grpChg chg="mod">
          <ac:chgData name="강다혜" userId="76862be5-6459-46bc-b30d-20a8f5161c9e" providerId="ADAL" clId="{EF24A892-BD8F-40D5-BD64-CF244FA4AE1A}" dt="2023-02-08T02:07:37.470" v="2402" actId="1076"/>
          <ac:grpSpMkLst>
            <pc:docMk/>
            <pc:sldMk cId="1937045278" sldId="1825"/>
            <ac:grpSpMk id="11" creationId="{EBD8C0DD-8D99-4693-B5DC-D47331901F6F}"/>
          </ac:grpSpMkLst>
        </pc:grpChg>
        <pc:graphicFrameChg chg="add mod">
          <ac:chgData name="강다혜" userId="76862be5-6459-46bc-b30d-20a8f5161c9e" providerId="ADAL" clId="{EF24A892-BD8F-40D5-BD64-CF244FA4AE1A}" dt="2023-02-08T02:39:35.028" v="2776"/>
          <ac:graphicFrameMkLst>
            <pc:docMk/>
            <pc:sldMk cId="1937045278" sldId="1825"/>
            <ac:graphicFrameMk id="17" creationId="{2D882D67-C9E6-4B09-40F3-BB26EB8DF5C3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강다혜" userId="76862be5-6459-46bc-b30d-20a8f5161c9e" providerId="ADAL" clId="{EF24A892-BD8F-40D5-BD64-CF244FA4AE1A}" dt="2023-02-08T02:04:03.640" v="2071"/>
              <pc2:cmMkLst xmlns:pc2="http://schemas.microsoft.com/office/powerpoint/2019/9/main/command">
                <pc:docMk/>
                <pc:sldMk cId="1937045278" sldId="1825"/>
                <pc2:cmMk id="{0EC5A41D-3296-489E-8763-CC74498333E1}"/>
              </pc2:cmMkLst>
            </pc226:cmChg>
            <pc226:cmChg xmlns:pc226="http://schemas.microsoft.com/office/powerpoint/2022/06/main/command" chg="add mod">
              <pc226:chgData name="강다혜" userId="76862be5-6459-46bc-b30d-20a8f5161c9e" providerId="ADAL" clId="{EF24A892-BD8F-40D5-BD64-CF244FA4AE1A}" dt="2023-02-08T02:39:30.254" v="2774"/>
              <pc2:cmMkLst xmlns:pc2="http://schemas.microsoft.com/office/powerpoint/2019/9/main/command">
                <pc:docMk/>
                <pc:sldMk cId="1937045278" sldId="1825"/>
                <pc2:cmMk id="{58769F2E-BE24-45A3-BADC-70120B165D95}"/>
              </pc2:cmMkLst>
            </pc226:cmChg>
          </p:ext>
        </pc:extLst>
      </pc:sldChg>
    </pc:docChg>
  </pc:docChgLst>
  <pc:docChgLst>
    <pc:chgData name="이현주" userId="7ebf334c-aa63-4167-886d-3c09912e477d" providerId="ADAL" clId="{2D8A1E8A-CA01-40AF-8AD1-AF9575F687FF}"/>
    <pc:docChg chg="modSld">
      <pc:chgData name="이현주" userId="7ebf334c-aa63-4167-886d-3c09912e477d" providerId="ADAL" clId="{2D8A1E8A-CA01-40AF-8AD1-AF9575F687FF}" dt="2023-02-13T05:10:25.117" v="29" actId="20577"/>
      <pc:docMkLst>
        <pc:docMk/>
      </pc:docMkLst>
      <pc:sldChg chg="modSp mod">
        <pc:chgData name="이현주" userId="7ebf334c-aa63-4167-886d-3c09912e477d" providerId="ADAL" clId="{2D8A1E8A-CA01-40AF-8AD1-AF9575F687FF}" dt="2023-02-13T05:09:32.596" v="6" actId="20577"/>
        <pc:sldMkLst>
          <pc:docMk/>
          <pc:sldMk cId="663090028" sldId="259"/>
        </pc:sldMkLst>
        <pc:spChg chg="mod">
          <ac:chgData name="이현주" userId="7ebf334c-aa63-4167-886d-3c09912e477d" providerId="ADAL" clId="{2D8A1E8A-CA01-40AF-8AD1-AF9575F687FF}" dt="2023-02-13T05:09:32.596" v="6" actId="20577"/>
          <ac:spMkLst>
            <pc:docMk/>
            <pc:sldMk cId="663090028" sldId="259"/>
            <ac:spMk id="3" creationId="{95F57DC9-C93A-4186-A70B-EE25477B45C9}"/>
          </ac:spMkLst>
        </pc:spChg>
      </pc:sldChg>
      <pc:sldChg chg="modSp mod">
        <pc:chgData name="이현주" userId="7ebf334c-aa63-4167-886d-3c09912e477d" providerId="ADAL" clId="{2D8A1E8A-CA01-40AF-8AD1-AF9575F687FF}" dt="2023-02-13T05:09:41.434" v="10" actId="20577"/>
        <pc:sldMkLst>
          <pc:docMk/>
          <pc:sldMk cId="936676672" sldId="344"/>
        </pc:sldMkLst>
        <pc:graphicFrameChg chg="modGraphic">
          <ac:chgData name="이현주" userId="7ebf334c-aa63-4167-886d-3c09912e477d" providerId="ADAL" clId="{2D8A1E8A-CA01-40AF-8AD1-AF9575F687FF}" dt="2023-02-13T05:09:41.434" v="10" actId="2057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modSp mod">
        <pc:chgData name="이현주" userId="7ebf334c-aa63-4167-886d-3c09912e477d" providerId="ADAL" clId="{2D8A1E8A-CA01-40AF-8AD1-AF9575F687FF}" dt="2023-02-13T05:10:25.117" v="29" actId="20577"/>
        <pc:sldMkLst>
          <pc:docMk/>
          <pc:sldMk cId="1687266130" sldId="362"/>
        </pc:sldMkLst>
        <pc:spChg chg="mod">
          <ac:chgData name="이현주" userId="7ebf334c-aa63-4167-886d-3c09912e477d" providerId="ADAL" clId="{2D8A1E8A-CA01-40AF-8AD1-AF9575F687FF}" dt="2023-02-13T05:10:25.117" v="29" actId="20577"/>
          <ac:spMkLst>
            <pc:docMk/>
            <pc:sldMk cId="1687266130" sldId="362"/>
            <ac:spMk id="19" creationId="{49EB61F0-5091-4064-AF83-C21077B61AEB}"/>
          </ac:spMkLst>
        </pc:spChg>
      </pc:sldChg>
    </pc:docChg>
  </pc:docChgLst>
</pc:chgInfo>
</file>

<file path=ppt/comments/modernComment_6D0_D9600F6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7CC36E-605E-4BA1-9C54-0B96D92FD022}" authorId="{C8F505D2-A12F-A76D-3D6D-4D3823031CD9}" status="resolved" created="2023-02-07T11:59:09.109" complete="100000">
    <pc:sldMkLst xmlns:pc="http://schemas.microsoft.com/office/powerpoint/2013/main/command">
      <pc:docMk/>
      <pc:sldMk cId="3646951269" sldId="1744"/>
    </pc:sldMkLst>
    <p188:txBody>
      <a:bodyPr/>
      <a:lstStyle/>
      <a:p>
        <a:r>
          <a:rPr lang="ko-KR" altLang="en-US"/>
          <a:t>추가함</a:t>
        </a:r>
      </a:p>
    </p188:txBody>
  </p188:cm>
</p188:cmLst>
</file>

<file path=ppt/comments/modernComment_6D2_5124E8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11AB75-3861-4F98-92CC-995D4D30E0C3}" authorId="{C8F505D2-A12F-A76D-3D6D-4D3823031CD9}" status="resolved" created="2023-02-07T12:18:29.133" complete="100000">
    <pc:sldMkLst xmlns:pc="http://schemas.microsoft.com/office/powerpoint/2013/main/command">
      <pc:docMk/>
      <pc:sldMk cId="1361373434" sldId="1746"/>
    </pc:sldMkLst>
    <p188:txBody>
      <a:bodyPr/>
      <a:lstStyle/>
      <a:p>
        <a:r>
          <a:rPr lang="ko-KR" altLang="en-US"/>
          <a:t>추가함</a:t>
        </a:r>
      </a:p>
    </p188:txBody>
  </p188:cm>
</p188:cmLst>
</file>

<file path=ppt/comments/modernComment_6E2_39BD6B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187AD2-DEEC-4D17-9275-CDBB21AF57F1}" authorId="{C8F505D2-A12F-A76D-3D6D-4D3823031CD9}" status="resolved" created="2023-02-07T11:20:04.40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68715149" sldId="1762"/>
      <ac:picMk id="7" creationId="{47A173C6-E0D4-5BF1-0BF9-F9AC9E1CD62F}"/>
    </ac:deMkLst>
    <p188:txBody>
      <a:bodyPr/>
      <a:lstStyle/>
      <a:p>
        <a:r>
          <a:rPr lang="ko-KR" altLang="en-US"/>
          <a:t>오류남아 있었어요</a:t>
        </a:r>
      </a:p>
    </p188:txBody>
  </p188:cm>
</p188:cmLst>
</file>

<file path=ppt/comments/modernComment_6EA_E94EC23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FEB69B-53ED-40F6-8C32-F362764FFC48}" authorId="{C8F505D2-A12F-A76D-3D6D-4D3823031CD9}" status="resolved" created="2023-02-07T11:07:14.917" complete="100000">
    <pc:sldMkLst xmlns:pc="http://schemas.microsoft.com/office/powerpoint/2013/main/command">
      <pc:docMk/>
      <pc:sldMk cId="3914252859" sldId="1770"/>
    </pc:sldMkLst>
    <p188:pos x="3683000" y="2933700"/>
    <p188:txBody>
      <a:bodyPr/>
      <a:lstStyle/>
      <a:p>
        <a:r>
          <a:rPr lang="ko-KR" altLang="en-US"/>
          <a:t>설명 추가</a:t>
        </a:r>
      </a:p>
    </p188:txBody>
  </p188:cm>
</p188:cmLst>
</file>

<file path=ppt/comments/modernComment_69D_348E71F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3BC3B4-3FCA-4A36-8217-5C074D72D1C0}" authorId="{C8F505D2-A12F-A76D-3D6D-4D3823031CD9}" status="resolved" created="2023-02-07T11:15:59.408" complete="100000">
    <pc:sldMkLst xmlns:pc="http://schemas.microsoft.com/office/powerpoint/2013/main/command">
      <pc:docMk/>
      <pc:sldMk cId="881750526" sldId="1693"/>
    </pc:sldMkLst>
    <p188:txBody>
      <a:bodyPr/>
      <a:lstStyle/>
      <a:p>
        <a:r>
          <a:rPr lang="ko-KR" altLang="en-US"/>
          <a:t>다른 슬라이드 이미지 텍스트는 오류가 남아있음.</a:t>
        </a:r>
      </a:p>
    </p188:txBody>
  </p188:cm>
</p188:cmLst>
</file>

<file path=ppt/comments/modernComment_71B_AAAB0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57FB2C0-4CF3-4890-85E9-F098A61C2095}" authorId="{C8F505D2-A12F-A76D-3D6D-4D3823031CD9}" status="resolved" created="2023-02-07T12:09:29.761" complete="100000">
    <pc:sldMkLst xmlns:pc="http://schemas.microsoft.com/office/powerpoint/2013/main/command">
      <pc:docMk/>
      <pc:sldMk cId="178958343" sldId="1819"/>
    </pc:sldMkLst>
    <p188:txBody>
      <a:bodyPr/>
      <a:lstStyle/>
      <a:p>
        <a:r>
          <a:rPr lang="ko-KR" altLang="en-US"/>
          <a:t>추가함</a:t>
        </a:r>
      </a:p>
    </p188:txBody>
  </p188:cm>
</p188:cmLst>
</file>

<file path=ppt/comments/modernComment_719_848B35E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EDA6D0-AE4A-418B-A95E-1EEC799D40E6}" authorId="{C8F505D2-A12F-A76D-3D6D-4D3823031CD9}" status="resolved" created="2023-02-07T11:44:10.119" complete="100000">
    <pc:sldMkLst xmlns:pc="http://schemas.microsoft.com/office/powerpoint/2013/main/command">
      <pc:docMk/>
      <pc:sldMk cId="2223715808" sldId="1817"/>
    </pc:sldMkLst>
    <p188:txBody>
      <a:bodyPr/>
      <a:lstStyle/>
      <a:p>
        <a:r>
          <a:rPr lang="ko-KR" altLang="en-US"/>
          <a:t>추가함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35BE6EE-CA60-4322-A1D5-4F412874D7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8B7296-2E1B-4599-BA95-879B237129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31B5F-6633-49D3-B076-BCD6876A7ED6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41D0E1-955F-4D62-97C0-BA102859C0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FE3B44-5F7C-477E-9EDA-A7A7B25917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2889-ADBF-4C25-AB51-EEFA3E439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46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r">
              <a:defRPr sz="1200"/>
            </a:lvl1pPr>
          </a:lstStyle>
          <a:p>
            <a:fld id="{83535A04-8F53-42F0-BE68-2A0C56FA688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0" rIns="91420" bIns="4571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9"/>
            <a:ext cx="5445760" cy="3913614"/>
          </a:xfrm>
          <a:prstGeom prst="rect">
            <a:avLst/>
          </a:prstGeom>
        </p:spPr>
        <p:txBody>
          <a:bodyPr vert="horz" lIns="91420" tIns="45710" rIns="91420" bIns="4571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r">
              <a:defRPr sz="1200"/>
            </a:lvl1pPr>
          </a:lstStyle>
          <a:p>
            <a:fld id="{649C5E89-AF82-449E-973A-8741335DFE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0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F08ABE-3711-4C3A-BF09-AFEA62CD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8923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9148802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7967625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3" name="설명">
            <a:extLst>
              <a:ext uri="{FF2B5EF4-FFF2-40B4-BE49-F238E27FC236}">
                <a16:creationId xmlns:a16="http://schemas.microsoft.com/office/drawing/2014/main" id="{196E4C04-B516-4B97-87D2-D5D6CFC65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716113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9360794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82839133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531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5072346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152762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D780F0F9-EB12-4D9A-9655-CF42605225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86841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8839828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41455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373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879235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 □수정 필수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95316987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F81531E6-005D-4C3F-B48C-19F54610EC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3899118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866869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</a:rPr>
                        <a:t>□수정 필수 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최상위 페이지 </a:t>
            </a:r>
            <a:r>
              <a:rPr lang="en-US" altLang="ko-KR"/>
              <a:t>&gt; </a:t>
            </a:r>
            <a:r>
              <a:rPr lang="ko-KR" altLang="en-US"/>
              <a:t>하위 페이지 </a:t>
            </a:r>
            <a:r>
              <a:rPr lang="en-US" altLang="ko-KR"/>
              <a:t>&gt; </a:t>
            </a:r>
            <a:r>
              <a:rPr lang="ko-KR" altLang="en-US"/>
              <a:t>하위 페이지        </a:t>
            </a:r>
            <a:r>
              <a:rPr lang="en-US" altLang="ko-KR"/>
              <a:t>*</a:t>
            </a:r>
            <a:r>
              <a:rPr lang="ko-KR" altLang="en-US"/>
              <a:t>경로 구분자는 </a:t>
            </a:r>
            <a:r>
              <a:rPr lang="en-US" altLang="ko-KR"/>
              <a:t>‘&gt;’ </a:t>
            </a:r>
            <a:r>
              <a:rPr lang="ko-KR" altLang="en-US"/>
              <a:t>사용</a:t>
            </a:r>
            <a:r>
              <a:rPr lang="en-US" altLang="ko-KR"/>
              <a:t>, </a:t>
            </a:r>
            <a:r>
              <a:rPr lang="ko-KR" altLang="en-US"/>
              <a:t>경로가 </a:t>
            </a:r>
            <a:r>
              <a:rPr lang="en-US" altLang="ko-KR"/>
              <a:t>2</a:t>
            </a:r>
            <a:r>
              <a:rPr lang="ko-KR" altLang="en-US"/>
              <a:t>개 이상일 때 가장 하위 페이지는 굵게</a:t>
            </a:r>
            <a:endParaRPr lang="en-US" altLang="ko-KR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URL </a:t>
            </a:r>
            <a:r>
              <a:rPr lang="ko-KR" altLang="en-US"/>
              <a:t>입력     *모든 페이지 </a:t>
            </a:r>
            <a:r>
              <a:rPr lang="en-US" altLang="ko-KR"/>
              <a:t>URL</a:t>
            </a:r>
            <a:r>
              <a:rPr lang="ko-KR" altLang="en-US"/>
              <a:t>이 동일할 경우 ‘</a:t>
            </a:r>
            <a:r>
              <a:rPr lang="en-US" altLang="ko-KR"/>
              <a:t>-(</a:t>
            </a:r>
            <a:r>
              <a:rPr lang="ko-KR" altLang="en-US"/>
              <a:t>대시</a:t>
            </a:r>
            <a:r>
              <a:rPr lang="en-US" altLang="ko-KR"/>
              <a:t>)’ </a:t>
            </a:r>
            <a:r>
              <a:rPr lang="ko-KR" altLang="en-US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/>
              <a:t>24</a:t>
            </a:r>
            <a:r>
              <a:rPr lang="ko-KR" altLang="en-US"/>
              <a:t>개 지침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인증심사 지침 오류 유형     </a:t>
            </a:r>
            <a:r>
              <a:rPr lang="en-US" altLang="ko-KR"/>
              <a:t>*</a:t>
            </a:r>
            <a:r>
              <a:rPr lang="ko-KR" altLang="en-US"/>
              <a:t>사용성 또는 사용자 진단 결과에 의한 수정일 경우</a:t>
            </a:r>
            <a:r>
              <a:rPr lang="en-US" altLang="ko-KR"/>
              <a:t>, </a:t>
            </a:r>
            <a:r>
              <a:rPr lang="ko-KR" altLang="en-US"/>
              <a:t>해당 항목이 없더라도 </a:t>
            </a:r>
            <a:r>
              <a:rPr lang="en-US" altLang="ko-KR"/>
              <a:t>'-(</a:t>
            </a:r>
            <a:r>
              <a:rPr lang="ko-KR" altLang="en-US"/>
              <a:t>대시</a:t>
            </a:r>
            <a:r>
              <a:rPr lang="en-US" altLang="ko-KR"/>
              <a:t>)' </a:t>
            </a:r>
            <a:r>
              <a:rPr lang="ko-KR" altLang="en-US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35779353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971E1D3C-7EA5-4003-B239-30BD61B622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54297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5010" y="444925"/>
            <a:ext cx="6436800" cy="2631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lvl="0" defTabSz="457200" latinLnBrk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49D477C1-B80A-436A-873B-8939B1660757}"/>
              </a:ext>
            </a:extLst>
          </p:cNvPr>
          <p:cNvSpPr txBox="1">
            <a:spLocks/>
          </p:cNvSpPr>
          <p:nvPr userDrawn="1"/>
        </p:nvSpPr>
        <p:spPr>
          <a:xfrm>
            <a:off x="6825000" y="127974"/>
            <a:ext cx="2669076" cy="205025"/>
          </a:xfrm>
          <a:prstGeom prst="rect">
            <a:avLst/>
          </a:prstGeom>
        </p:spPr>
        <p:txBody>
          <a:bodyPr lIns="0" rIns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>
                <a:latin typeface="+mn-ea"/>
                <a:ea typeface="+mn-ea"/>
              </a:rPr>
              <a:t>저축은행중앙회 </a:t>
            </a:r>
            <a:r>
              <a:rPr lang="en-US" altLang="ko-KR" sz="800">
                <a:latin typeface="+mn-ea"/>
                <a:ea typeface="+mn-ea"/>
              </a:rPr>
              <a:t>OO</a:t>
            </a:r>
            <a:r>
              <a:rPr lang="ko-KR" altLang="en-US" sz="800">
                <a:latin typeface="+mn-ea"/>
                <a:ea typeface="+mn-ea"/>
              </a:rPr>
              <a:t>저축은행</a:t>
            </a:r>
            <a:r>
              <a:rPr lang="en-US" altLang="ko-KR" sz="800">
                <a:latin typeface="+mn-ea"/>
                <a:ea typeface="+mn-ea"/>
              </a:rPr>
              <a:t> </a:t>
            </a:r>
            <a:r>
              <a:rPr lang="ko-KR" altLang="en-US" sz="800">
                <a:latin typeface="+mn-ea"/>
                <a:ea typeface="+mn-ea"/>
              </a:rPr>
              <a:t>사전진단 보고서 </a:t>
            </a:r>
            <a:fld id="{57DCFE9F-B2B4-47BC-97BE-9C043A2ED687}" type="slidenum">
              <a:rPr lang="en-US" altLang="ko-KR" sz="8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marL="0" marR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ko-KR" altLang="en-US" sz="8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sz="8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080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6" r:id="rId2"/>
    <p:sldLayoutId id="2147483717" r:id="rId3"/>
    <p:sldLayoutId id="2147483715" r:id="rId4"/>
    <p:sldLayoutId id="2147483718" r:id="rId5"/>
    <p:sldLayoutId id="2147483719" r:id="rId6"/>
    <p:sldLayoutId id="2147483720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1900" b="1" kern="1200" spc="-150" dirty="0">
          <a:solidFill>
            <a:schemeClr val="tx1">
              <a:lumMod val="95000"/>
              <a:lumOff val="5000"/>
            </a:schemeClr>
          </a:solidFill>
          <a:latin typeface="+mn-ea"/>
          <a:ea typeface="+mn-ea"/>
          <a:cs typeface="+mn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2" userDrawn="1">
          <p15:clr>
            <a:srgbClr val="F26B43"/>
          </p15:clr>
        </p15:guide>
        <p15:guide id="2" pos="398" userDrawn="1">
          <p15:clr>
            <a:srgbClr val="F26B43"/>
          </p15:clr>
        </p15:guide>
        <p15:guide id="3" pos="5842" userDrawn="1">
          <p15:clr>
            <a:srgbClr val="F26B43"/>
          </p15:clr>
        </p15:guide>
        <p15:guide id="4" pos="5978" userDrawn="1">
          <p15:clr>
            <a:srgbClr val="F26B43"/>
          </p15:clr>
        </p15:guide>
        <p15:guide id="5" pos="3120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2" orient="horz" pos="5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6D2_5124E8FA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6D0_D9600F6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71B_AAAB00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719_848B35E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69D_348E71FE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6E2_39BD6B8D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6EA_E94EC23B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엠에스저축은행</a:t>
            </a:r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https://www.mssb.co.kr/main.act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5. (</a:t>
            </a:r>
            <a:r>
              <a:rPr lang="ko-KR" altLang="en-US"/>
              <a:t>텍스트 콘텐츠의 명도 대비</a:t>
            </a:r>
            <a:r>
              <a:rPr lang="en-US" altLang="ko-KR"/>
              <a:t>) </a:t>
            </a:r>
            <a:r>
              <a:rPr lang="ko-KR" altLang="en-US"/>
              <a:t>텍스트 콘텐츠와 배경 간의 명도 대비는 </a:t>
            </a:r>
            <a:r>
              <a:rPr lang="en-US" altLang="ko-KR"/>
              <a:t>4.5</a:t>
            </a:r>
            <a:r>
              <a:rPr lang="ko-KR" altLang="en-US"/>
              <a:t>대 </a:t>
            </a:r>
            <a:r>
              <a:rPr lang="en-US" altLang="ko-KR"/>
              <a:t>1 </a:t>
            </a:r>
            <a:r>
              <a:rPr lang="ko-KR" altLang="en-US"/>
              <a:t>이상이어야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5-2 </a:t>
            </a:r>
            <a:r>
              <a:rPr lang="ko-KR" altLang="en-US"/>
              <a:t>일반 텍스트의 경우 텍스트의 크기가 </a:t>
            </a:r>
            <a:r>
              <a:rPr lang="en-US" altLang="ko-KR"/>
              <a:t>18pt </a:t>
            </a:r>
            <a:r>
              <a:rPr lang="ko-KR" altLang="en-US"/>
              <a:t>이상</a:t>
            </a:r>
            <a:r>
              <a:rPr lang="en-US" altLang="ko-KR"/>
              <a:t>, </a:t>
            </a:r>
            <a:r>
              <a:rPr lang="ko-KR" altLang="en-US"/>
              <a:t>또는 굵은 </a:t>
            </a:r>
            <a:r>
              <a:rPr lang="en-US" altLang="ko-KR"/>
              <a:t>14pt </a:t>
            </a:r>
            <a:r>
              <a:rPr lang="ko-KR" altLang="en-US"/>
              <a:t>이상의 텍스트가 </a:t>
            </a:r>
            <a:r>
              <a:rPr lang="en-US" altLang="ko-KR"/>
              <a:t>3:1</a:t>
            </a:r>
            <a:r>
              <a:rPr lang="ko-KR" altLang="en-US"/>
              <a:t>을 만족하지 않은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ko-KR" altLang="en-US"/>
              <a:t>텍스트</a:t>
            </a:r>
            <a:r>
              <a:rPr lang="en-US" altLang="ko-KR"/>
              <a:t>(#e3047f)</a:t>
            </a:r>
            <a:r>
              <a:rPr lang="ko-KR" altLang="en-US"/>
              <a:t>와 배경</a:t>
            </a:r>
            <a:r>
              <a:rPr lang="en-US" altLang="ko-KR"/>
              <a:t>(#00397B) </a:t>
            </a:r>
            <a:r>
              <a:rPr lang="ko-KR" altLang="en-US"/>
              <a:t>간 명도대비가 </a:t>
            </a:r>
            <a:r>
              <a:rPr lang="en-US" altLang="ko-KR"/>
              <a:t>2.5:1</a:t>
            </a:r>
            <a:r>
              <a:rPr lang="ko-KR" altLang="en-US"/>
              <a:t>로 최소 명도대비 기준을 충족하지 않음</a:t>
            </a:r>
          </a:p>
          <a:p>
            <a:r>
              <a:rPr lang="ko-KR" altLang="en-US"/>
              <a:t>명도대비 기준을 충족하도록 텍스트 색상을 변경해야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7937918" y="6410148"/>
            <a:ext cx="1968082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엠에스저축은행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-1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E9EA29-9313-B37B-A284-7967AC8B5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12" y="3525390"/>
            <a:ext cx="3960713" cy="167440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6F4DADE-6808-97CE-94D4-6222B66C798C}"/>
              </a:ext>
            </a:extLst>
          </p:cNvPr>
          <p:cNvSpPr/>
          <p:nvPr/>
        </p:nvSpPr>
        <p:spPr>
          <a:xfrm>
            <a:off x="7135524" y="4433201"/>
            <a:ext cx="415799" cy="21679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907B8A6-E12C-9892-A39D-20A91790B67E}"/>
              </a:ext>
            </a:extLst>
          </p:cNvPr>
          <p:cNvCxnSpPr>
            <a:cxnSpLocks/>
          </p:cNvCxnSpPr>
          <p:nvPr/>
        </p:nvCxnSpPr>
        <p:spPr>
          <a:xfrm flipH="1">
            <a:off x="7627208" y="4546601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5EDCC3F0-71E3-B96E-188B-ABC621B61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058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D74E41-475D-42EE-A7A8-560EAF153E6D}"/>
              </a:ext>
            </a:extLst>
          </p:cNvPr>
          <p:cNvGrpSpPr/>
          <p:nvPr/>
        </p:nvGrpSpPr>
        <p:grpSpPr>
          <a:xfrm>
            <a:off x="633100" y="3039488"/>
            <a:ext cx="4104000" cy="963689"/>
            <a:chOff x="633404" y="2845589"/>
            <a:chExt cx="4104000" cy="96368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655A4C-A6A4-4936-B870-303276F4E557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2B09AB-767D-40F1-8379-B4D437EE62B1}"/>
                </a:ext>
              </a:extLst>
            </p:cNvPr>
            <p:cNvSpPr/>
            <p:nvPr/>
          </p:nvSpPr>
          <p:spPr>
            <a:xfrm>
              <a:off x="633404" y="3056792"/>
              <a:ext cx="4104000" cy="752486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fileView.jsp?FILE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=209_conb_1067933622021454152443.jpg&amp;amp;DSTC1=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conb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alt="[2021.11.04] 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따뜻한 겨울나기 사랑의 </a:t>
              </a:r>
              <a:r>
                <a:rPr lang="ko-KR" altLang="en-US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연탄나눔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 행사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59572A6-6918-48B4-9F37-4D03A4F1805F}"/>
              </a:ext>
            </a:extLst>
          </p:cNvPr>
          <p:cNvGrpSpPr/>
          <p:nvPr/>
        </p:nvGrpSpPr>
        <p:grpSpPr>
          <a:xfrm>
            <a:off x="631825" y="4477114"/>
            <a:ext cx="4104000" cy="828140"/>
            <a:chOff x="631521" y="4146209"/>
            <a:chExt cx="4104000" cy="8281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EBA23E-5023-46C3-9017-011A9BFB96C0}"/>
                </a:ext>
              </a:extLst>
            </p:cNvPr>
            <p:cNvSpPr txBox="1"/>
            <p:nvPr/>
          </p:nvSpPr>
          <p:spPr>
            <a:xfrm>
              <a:off x="631825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3F8508-5364-4110-B68F-C07EF8944923}"/>
                </a:ext>
              </a:extLst>
            </p:cNvPr>
            <p:cNvSpPr/>
            <p:nvPr/>
          </p:nvSpPr>
          <p:spPr>
            <a:xfrm>
              <a:off x="631521" y="4357412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fileView.jsp?FILE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=209_conb_1067933622021454152443.jpg&amp;amp;DSTC1=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conb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alt=""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</p:txBody>
        </p:sp>
      </p:grp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엠에스저축은행</a:t>
            </a:r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https://www.mssb.co.kr/main.act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1-2 </a:t>
            </a:r>
            <a:r>
              <a:rPr lang="ko-KR" altLang="en-US" err="1"/>
              <a:t>불릿이나</a:t>
            </a:r>
            <a:r>
              <a:rPr lang="ko-KR" altLang="en-US"/>
              <a:t> </a:t>
            </a:r>
            <a:r>
              <a:rPr lang="ko-KR" altLang="en-US" err="1"/>
              <a:t>배경이미지</a:t>
            </a:r>
            <a:r>
              <a:rPr lang="ko-KR" altLang="en-US"/>
              <a:t> 등 의미 없는 이미지에 </a:t>
            </a:r>
            <a:r>
              <a:rPr lang="en-US" altLang="ko-KR"/>
              <a:t>alt </a:t>
            </a:r>
            <a:r>
              <a:rPr lang="ko-KR" altLang="en-US"/>
              <a:t>속성을 제공하지 않거나 공백이 아닌 불필요한 대체 텍스트를 제공한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/>
              <a:t>장식 등 심미적 효과를 위한 이미지에는 대체 텍스트를 생략하고 공백 문자를 제공해야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7937918" y="6410148"/>
            <a:ext cx="1968082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엠에스저축은행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-2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6464C6-05A0-16C7-8810-031CD611D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546" y="2905090"/>
            <a:ext cx="3997700" cy="292723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3522C95-F78A-8DF6-1972-B3552B336C46}"/>
              </a:ext>
            </a:extLst>
          </p:cNvPr>
          <p:cNvSpPr/>
          <p:nvPr/>
        </p:nvSpPr>
        <p:spPr>
          <a:xfrm>
            <a:off x="6800850" y="3626934"/>
            <a:ext cx="885825" cy="113556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9EA678D-014B-74A9-9A26-A248D723B219}"/>
              </a:ext>
            </a:extLst>
          </p:cNvPr>
          <p:cNvCxnSpPr>
            <a:cxnSpLocks/>
          </p:cNvCxnSpPr>
          <p:nvPr/>
        </p:nvCxnSpPr>
        <p:spPr>
          <a:xfrm flipH="1">
            <a:off x="7781925" y="4191752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1C098F94-D6B7-ED91-4A43-F1E9EB718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222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엠에스저축은행</a:t>
            </a:r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https://www.mssb.co.kr/main.act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5. (</a:t>
            </a:r>
            <a:r>
              <a:rPr lang="ko-KR" altLang="en-US"/>
              <a:t>텍스트 콘텐츠의 명도 대비</a:t>
            </a:r>
            <a:r>
              <a:rPr lang="en-US" altLang="ko-KR"/>
              <a:t>) </a:t>
            </a:r>
            <a:r>
              <a:rPr lang="ko-KR" altLang="en-US"/>
              <a:t>텍스트 콘텐츠와 배경 간의 명도 대비는 </a:t>
            </a:r>
            <a:r>
              <a:rPr lang="en-US" altLang="ko-KR"/>
              <a:t>4.5</a:t>
            </a:r>
            <a:r>
              <a:rPr lang="ko-KR" altLang="en-US"/>
              <a:t>대 </a:t>
            </a:r>
            <a:r>
              <a:rPr lang="en-US" altLang="ko-KR"/>
              <a:t>1 </a:t>
            </a:r>
            <a:r>
              <a:rPr lang="ko-KR" altLang="en-US"/>
              <a:t>이상이어야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5-3 </a:t>
            </a:r>
            <a:r>
              <a:rPr lang="ko-KR" altLang="en-US"/>
              <a:t>이미지 텍스트의 경우 폰트 종류와 상관없이 </a:t>
            </a:r>
            <a:r>
              <a:rPr lang="en-US" altLang="ko-KR"/>
              <a:t>14pt </a:t>
            </a:r>
            <a:r>
              <a:rPr lang="ko-KR" altLang="en-US"/>
              <a:t>크기에 해당하는 </a:t>
            </a:r>
            <a:r>
              <a:rPr lang="en-US" altLang="ko-KR"/>
              <a:t>18.66px </a:t>
            </a:r>
            <a:r>
              <a:rPr lang="ko-KR" altLang="en-US"/>
              <a:t>미만인 경우 </a:t>
            </a:r>
            <a:r>
              <a:rPr lang="en-US" altLang="ko-KR"/>
              <a:t>4.5:1 </a:t>
            </a:r>
            <a:r>
              <a:rPr lang="ko-KR" altLang="en-US"/>
              <a:t>이상을 만족하지 않은 경우나</a:t>
            </a:r>
            <a:r>
              <a:rPr lang="en-US" altLang="ko-KR"/>
              <a:t>, 18.66px </a:t>
            </a:r>
            <a:r>
              <a:rPr lang="ko-KR" altLang="en-US"/>
              <a:t>이상인 경우 </a:t>
            </a:r>
            <a:r>
              <a:rPr lang="en-US" altLang="ko-KR"/>
              <a:t>3:1 </a:t>
            </a:r>
            <a:r>
              <a:rPr lang="ko-KR" altLang="en-US"/>
              <a:t>이상을 만족하지 않은 경우</a:t>
            </a:r>
            <a:r>
              <a:rPr lang="en-US" altLang="ko-KR"/>
              <a:t>(</a:t>
            </a:r>
            <a:r>
              <a:rPr lang="ko-KR" altLang="en-US"/>
              <a:t>굵은 </a:t>
            </a:r>
            <a:r>
              <a:rPr lang="en-US" altLang="ko-KR"/>
              <a:t>14pt </a:t>
            </a:r>
            <a:r>
              <a:rPr lang="ko-KR" altLang="en-US"/>
              <a:t>기준은 적용하지 않음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ko-KR" altLang="en-US"/>
              <a:t>이미지 텍스트</a:t>
            </a:r>
            <a:r>
              <a:rPr lang="en-US" altLang="ko-KR"/>
              <a:t>(#F37524)</a:t>
            </a:r>
            <a:r>
              <a:rPr lang="ko-KR" altLang="en-US"/>
              <a:t>와 배경</a:t>
            </a:r>
            <a:r>
              <a:rPr lang="en-US" altLang="ko-KR"/>
              <a:t>(#D3E1FB) </a:t>
            </a:r>
            <a:r>
              <a:rPr lang="ko-KR" altLang="en-US"/>
              <a:t>간 명도대비가 </a:t>
            </a:r>
            <a:r>
              <a:rPr lang="en-US" altLang="ko-KR"/>
              <a:t>2.2:1</a:t>
            </a:r>
            <a:r>
              <a:rPr lang="ko-KR" altLang="en-US"/>
              <a:t>로 최소 명도대비 기준을 충족하지 않음</a:t>
            </a:r>
          </a:p>
          <a:p>
            <a:r>
              <a:rPr lang="ko-KR" altLang="en-US"/>
              <a:t>명도대비 기준을 충족하도록 텍스트 색상을 변경해야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7937918" y="6410148"/>
            <a:ext cx="1968082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엠에스저축은행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-3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13A10D-DFB9-8243-003B-8883C3964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546" y="2905090"/>
            <a:ext cx="3997700" cy="292723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C3735E7-38FE-5C6F-CFD3-0D1C2C2480A2}"/>
              </a:ext>
            </a:extLst>
          </p:cNvPr>
          <p:cNvSpPr/>
          <p:nvPr/>
        </p:nvSpPr>
        <p:spPr>
          <a:xfrm>
            <a:off x="6236518" y="5310866"/>
            <a:ext cx="471318" cy="16991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8AF87BE-4716-F7C6-D2EC-A79440FE5389}"/>
              </a:ext>
            </a:extLst>
          </p:cNvPr>
          <p:cNvCxnSpPr>
            <a:cxnSpLocks/>
          </p:cNvCxnSpPr>
          <p:nvPr/>
        </p:nvCxnSpPr>
        <p:spPr>
          <a:xfrm flipV="1">
            <a:off x="6472177" y="5557747"/>
            <a:ext cx="0" cy="21600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5833A1D9-EA64-84C5-3431-66618A33B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449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은행소개 </a:t>
            </a:r>
            <a:r>
              <a:rPr lang="en-US" altLang="ko-KR"/>
              <a:t>&gt; </a:t>
            </a:r>
            <a:r>
              <a:rPr lang="ko-KR" altLang="en-US"/>
              <a:t>조직도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https://www.mssb.co.kr/209_BnkList_011.act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1-1 &lt;</a:t>
            </a:r>
            <a:r>
              <a:rPr lang="en-US" altLang="ko-KR" err="1"/>
              <a:t>img</a:t>
            </a:r>
            <a:r>
              <a:rPr lang="en-US" altLang="ko-KR"/>
              <a:t>&gt;,&lt;input type="image"&gt; </a:t>
            </a:r>
            <a:r>
              <a:rPr lang="ko-KR" altLang="en-US"/>
              <a:t>등 이미지 요소에 대해 </a:t>
            </a:r>
            <a:r>
              <a:rPr lang="en-US" altLang="ko-KR"/>
              <a:t>alt </a:t>
            </a:r>
            <a:r>
              <a:rPr lang="ko-KR" altLang="en-US"/>
              <a:t>속성을 제공하지 않거나 </a:t>
            </a:r>
            <a:r>
              <a:rPr lang="en-US" altLang="ko-KR"/>
              <a:t>alt</a:t>
            </a:r>
            <a:r>
              <a:rPr lang="ko-KR" altLang="en-US"/>
              <a:t>속성은 선언되었으나 그 내용이 </a:t>
            </a:r>
            <a:r>
              <a:rPr lang="en-US" altLang="ko-KR" err="1"/>
              <a:t>img</a:t>
            </a:r>
            <a:r>
              <a:rPr lang="ko-KR" altLang="en-US"/>
              <a:t>의 내용을 대체할 수 없는 경우 그리고 오타로 표기되어 의미가 변경된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3291"/>
          </a:xfrm>
        </p:spPr>
        <p:txBody>
          <a:bodyPr/>
          <a:lstStyle/>
          <a:p>
            <a:r>
              <a:rPr lang="ko-KR" altLang="en-US"/>
              <a:t>이미지가 전달하고자 하는 정보와 동등한 수준의 설명을 대체 텍스트로 제공해야 함</a:t>
            </a:r>
          </a:p>
          <a:p>
            <a:r>
              <a:rPr lang="ko-KR" altLang="en-US"/>
              <a:t>이미지에 표현되어 있는 정보가 복잡한 경우</a:t>
            </a:r>
            <a:r>
              <a:rPr lang="en-US" altLang="ko-KR"/>
              <a:t>, IR </a:t>
            </a:r>
            <a:r>
              <a:rPr lang="ko-KR" altLang="en-US"/>
              <a:t>기법으로 대체 텍스트</a:t>
            </a:r>
            <a:r>
              <a:rPr lang="en-US" altLang="ko-KR"/>
              <a:t>(</a:t>
            </a:r>
            <a:r>
              <a:rPr lang="ko-KR" altLang="en-US"/>
              <a:t>숨김 텍스트</a:t>
            </a:r>
            <a:r>
              <a:rPr lang="en-US" altLang="ko-KR"/>
              <a:t>)</a:t>
            </a:r>
            <a:r>
              <a:rPr lang="ko-KR" altLang="en-US"/>
              <a:t>를 제공하는 것이 바람직함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7937918" y="6410148"/>
            <a:ext cx="1968082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엠에스저축은행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-4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4098" name="Picture 2" descr="조직도(아래 내용 참조)">
            <a:extLst>
              <a:ext uri="{FF2B5EF4-FFF2-40B4-BE49-F238E27FC236}">
                <a16:creationId xmlns:a16="http://schemas.microsoft.com/office/drawing/2014/main" id="{AC421550-8AAF-A70E-EC92-2F356CC2B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903" y="3037384"/>
            <a:ext cx="3695270" cy="2680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DE4A1BF5-2A30-3F81-B011-EE7F740B96FE}"/>
              </a:ext>
            </a:extLst>
          </p:cNvPr>
          <p:cNvGrpSpPr/>
          <p:nvPr/>
        </p:nvGrpSpPr>
        <p:grpSpPr>
          <a:xfrm>
            <a:off x="631825" y="3359392"/>
            <a:ext cx="4104000" cy="3130308"/>
            <a:chOff x="631521" y="4146209"/>
            <a:chExt cx="4104000" cy="313030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655635E-A197-07BF-5E90-8E7BF3FC7CBA}"/>
                </a:ext>
              </a:extLst>
            </p:cNvPr>
            <p:cNvSpPr txBox="1"/>
            <p:nvPr/>
          </p:nvSpPr>
          <p:spPr>
            <a:xfrm>
              <a:off x="631825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0796A68-95D6-1BC5-EB10-30A052C31875}"/>
                </a:ext>
              </a:extLst>
            </p:cNvPr>
            <p:cNvSpPr/>
            <p:nvPr/>
          </p:nvSpPr>
          <p:spPr>
            <a:xfrm>
              <a:off x="631521" y="4357412"/>
              <a:ext cx="4104000" cy="291910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							&lt;li&gt;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기업문화본부</a:t>
              </a:r>
            </a:p>
            <a:p>
              <a:pPr defTabSz="144000">
                <a:lnSpc>
                  <a:spcPct val="110000"/>
                </a:lnSpc>
              </a:pP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            					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            						&lt;li&gt;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여신관리팀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            						&lt;li&gt;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인사총무팀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            						&lt;li&gt;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정보보호실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								&lt;/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					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				&lt;/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			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		&lt;/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	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&lt;/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	&lt;</a:t>
              </a:r>
              <a:r>
                <a:rPr lang="en-US" altLang="ko-KR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		&lt;li&gt;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여신심사위원회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		&lt;li&gt;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정보보호위원회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&lt;/li&gt;</a:t>
              </a:r>
            </a:p>
            <a:p>
              <a:pPr lvl="1"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&lt;li&gt;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인사위원회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&lt;/li&gt;</a:t>
              </a:r>
            </a:p>
            <a:p>
              <a:pPr lvl="1"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&lt;li&gt;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노사협의회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	&lt;/</a:t>
              </a:r>
              <a:r>
                <a:rPr lang="en-US" altLang="ko-KR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&lt;/div&gt;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33281399-D0A5-0460-DFF3-6A3197D1D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83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D74E41-475D-42EE-A7A8-560EAF153E6D}"/>
              </a:ext>
            </a:extLst>
          </p:cNvPr>
          <p:cNvGrpSpPr/>
          <p:nvPr/>
        </p:nvGrpSpPr>
        <p:grpSpPr>
          <a:xfrm>
            <a:off x="641842" y="3275450"/>
            <a:ext cx="4104000" cy="963561"/>
            <a:chOff x="633404" y="2845589"/>
            <a:chExt cx="4104000" cy="9635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655A4C-A6A4-4936-B870-303276F4E557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2B09AB-767D-40F1-8379-B4D437EE62B1}"/>
                </a:ext>
              </a:extLst>
            </p:cNvPr>
            <p:cNvSpPr/>
            <p:nvPr/>
          </p:nvSpPr>
          <p:spPr>
            <a:xfrm>
              <a:off x="633404" y="3056792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="" class="btn-style01"&gt;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&lt;span class="download" title="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선택한 신용정보활용체제 다운로드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59572A6-6918-48B4-9F37-4D03A4F1805F}"/>
              </a:ext>
            </a:extLst>
          </p:cNvPr>
          <p:cNvGrpSpPr/>
          <p:nvPr/>
        </p:nvGrpSpPr>
        <p:grpSpPr>
          <a:xfrm>
            <a:off x="641842" y="4718621"/>
            <a:ext cx="4104000" cy="828140"/>
            <a:chOff x="631521" y="4146209"/>
            <a:chExt cx="4104000" cy="8281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EBA23E-5023-46C3-9017-011A9BFB96C0}"/>
                </a:ext>
              </a:extLst>
            </p:cNvPr>
            <p:cNvSpPr txBox="1"/>
            <p:nvPr/>
          </p:nvSpPr>
          <p:spPr>
            <a:xfrm>
              <a:off x="631825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3F8508-5364-4110-B68F-C07EF8944923}"/>
                </a:ext>
              </a:extLst>
            </p:cNvPr>
            <p:cNvSpPr/>
            <p:nvPr/>
          </p:nvSpPr>
          <p:spPr>
            <a:xfrm>
              <a:off x="631521" y="4357412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="" class="btn-style01"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선택한 신용정보활용체제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&lt;span class="download"&gt;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신용정보활용체제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https://yjbank.ibs.fsb.or.kr/CstPrviInfoIbs_002.act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en-US" altLang="ko-KR"/>
              <a:t>&lt;span&gt;</a:t>
            </a:r>
            <a:r>
              <a:rPr lang="ko-KR" altLang="en-US"/>
              <a:t>에 제공된 </a:t>
            </a:r>
            <a:r>
              <a:rPr lang="en-US" altLang="ko-KR"/>
              <a:t>title</a:t>
            </a:r>
            <a:r>
              <a:rPr lang="ko-KR" altLang="en-US"/>
              <a:t>은 스크린 리더가 인식하지 못함</a:t>
            </a:r>
            <a:endParaRPr lang="en-US" altLang="ko-KR"/>
          </a:p>
          <a:p>
            <a:r>
              <a:rPr lang="ko-KR" altLang="en-US"/>
              <a:t>링크 텍스트를 정확한 내용으로 제공하여 보조 기술 사용자도 동등한 정보를 전달받을 수 있도록 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139745" y="6410148"/>
            <a:ext cx="1766255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영진저축은행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-1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B88CDA-6647-BF47-EF79-689AAF54E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3293940"/>
            <a:ext cx="4105275" cy="212263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8B7FE38-5DE8-3CA6-9096-DB7245D29C43}"/>
              </a:ext>
            </a:extLst>
          </p:cNvPr>
          <p:cNvSpPr/>
          <p:nvPr/>
        </p:nvSpPr>
        <p:spPr>
          <a:xfrm>
            <a:off x="6727336" y="5107917"/>
            <a:ext cx="526694" cy="27736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28B8425-4631-F175-A182-22016A689BFA}"/>
              </a:ext>
            </a:extLst>
          </p:cNvPr>
          <p:cNvCxnSpPr>
            <a:cxnSpLocks/>
          </p:cNvCxnSpPr>
          <p:nvPr/>
        </p:nvCxnSpPr>
        <p:spPr>
          <a:xfrm flipH="1">
            <a:off x="7323702" y="5254908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13">
            <a:extLst>
              <a:ext uri="{FF2B5EF4-FFF2-40B4-BE49-F238E27FC236}">
                <a16:creationId xmlns:a16="http://schemas.microsoft.com/office/drawing/2014/main" id="{3BA3AFF5-A403-89F3-BDA1-2C022B053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723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D74E41-475D-42EE-A7A8-560EAF153E6D}"/>
              </a:ext>
            </a:extLst>
          </p:cNvPr>
          <p:cNvGrpSpPr/>
          <p:nvPr/>
        </p:nvGrpSpPr>
        <p:grpSpPr>
          <a:xfrm>
            <a:off x="641842" y="3275450"/>
            <a:ext cx="4104000" cy="963561"/>
            <a:chOff x="633404" y="2845589"/>
            <a:chExt cx="4104000" cy="9635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655A4C-A6A4-4936-B870-303276F4E557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2B09AB-767D-40F1-8379-B4D437EE62B1}"/>
                </a:ext>
              </a:extLst>
            </p:cNvPr>
            <p:cNvSpPr/>
            <p:nvPr/>
          </p:nvSpPr>
          <p:spPr>
            <a:xfrm>
              <a:off x="633404" y="3056792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="" class="btn-style01"&gt;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&lt;span class="download" title="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선택한 신용정보활용체제 다운로드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59572A6-6918-48B4-9F37-4D03A4F1805F}"/>
              </a:ext>
            </a:extLst>
          </p:cNvPr>
          <p:cNvGrpSpPr/>
          <p:nvPr/>
        </p:nvGrpSpPr>
        <p:grpSpPr>
          <a:xfrm>
            <a:off x="641842" y="4718621"/>
            <a:ext cx="4104000" cy="828140"/>
            <a:chOff x="631521" y="4146209"/>
            <a:chExt cx="4104000" cy="8281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EBA23E-5023-46C3-9017-011A9BFB96C0}"/>
                </a:ext>
              </a:extLst>
            </p:cNvPr>
            <p:cNvSpPr txBox="1"/>
            <p:nvPr/>
          </p:nvSpPr>
          <p:spPr>
            <a:xfrm>
              <a:off x="631825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3F8508-5364-4110-B68F-C07EF8944923}"/>
                </a:ext>
              </a:extLst>
            </p:cNvPr>
            <p:cNvSpPr/>
            <p:nvPr/>
          </p:nvSpPr>
          <p:spPr>
            <a:xfrm>
              <a:off x="631521" y="4357412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="" class="btn-style01"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선택한 신용정보활용체제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&lt;span class="download"&gt;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신용정보활용체제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https://yegaram.ibs.fsb.or.kr/CstPrviInfoIbs_002.act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en-US" altLang="ko-KR"/>
              <a:t>&lt;span&gt;</a:t>
            </a:r>
            <a:r>
              <a:rPr lang="ko-KR" altLang="en-US"/>
              <a:t>에 제공된 </a:t>
            </a:r>
            <a:r>
              <a:rPr lang="en-US" altLang="ko-KR"/>
              <a:t>title</a:t>
            </a:r>
            <a:r>
              <a:rPr lang="ko-KR" altLang="en-US"/>
              <a:t>은 스크린 리더가 인식하지 못함</a:t>
            </a:r>
            <a:endParaRPr lang="en-US" altLang="ko-KR"/>
          </a:p>
          <a:p>
            <a:r>
              <a:rPr lang="ko-KR" altLang="en-US"/>
              <a:t>링크 텍스트를 정확한 내용으로 제공하여 보조 기술 사용자도 동등한 정보를 전달받을 수 있도록 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151175" y="6410148"/>
            <a:ext cx="1766255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예가람저축은행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-1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B88CDA-6647-BF47-EF79-689AAF54E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3293940"/>
            <a:ext cx="4105275" cy="212263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8B7FE38-5DE8-3CA6-9096-DB7245D29C43}"/>
              </a:ext>
            </a:extLst>
          </p:cNvPr>
          <p:cNvSpPr/>
          <p:nvPr/>
        </p:nvSpPr>
        <p:spPr>
          <a:xfrm>
            <a:off x="6727336" y="5107917"/>
            <a:ext cx="526694" cy="27736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28B8425-4631-F175-A182-22016A689BFA}"/>
              </a:ext>
            </a:extLst>
          </p:cNvPr>
          <p:cNvCxnSpPr>
            <a:cxnSpLocks/>
          </p:cNvCxnSpPr>
          <p:nvPr/>
        </p:nvCxnSpPr>
        <p:spPr>
          <a:xfrm flipH="1">
            <a:off x="7323702" y="5254908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13">
            <a:extLst>
              <a:ext uri="{FF2B5EF4-FFF2-40B4-BE49-F238E27FC236}">
                <a16:creationId xmlns:a16="http://schemas.microsoft.com/office/drawing/2014/main" id="{CCB89193-B3C0-E0D0-125E-D9A8CC770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250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D74E41-475D-42EE-A7A8-560EAF153E6D}"/>
              </a:ext>
            </a:extLst>
          </p:cNvPr>
          <p:cNvGrpSpPr/>
          <p:nvPr/>
        </p:nvGrpSpPr>
        <p:grpSpPr>
          <a:xfrm>
            <a:off x="641842" y="3275450"/>
            <a:ext cx="4104000" cy="963561"/>
            <a:chOff x="633404" y="2845589"/>
            <a:chExt cx="4104000" cy="9635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655A4C-A6A4-4936-B870-303276F4E557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2B09AB-767D-40F1-8379-B4D437EE62B1}"/>
                </a:ext>
              </a:extLst>
            </p:cNvPr>
            <p:cNvSpPr/>
            <p:nvPr/>
          </p:nvSpPr>
          <p:spPr>
            <a:xfrm>
              <a:off x="633404" y="3056792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="" class="btn-style01"&gt;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&lt;span class="download" title="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선택한 신용정보활용체제 다운로드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59572A6-6918-48B4-9F37-4D03A4F1805F}"/>
              </a:ext>
            </a:extLst>
          </p:cNvPr>
          <p:cNvGrpSpPr/>
          <p:nvPr/>
        </p:nvGrpSpPr>
        <p:grpSpPr>
          <a:xfrm>
            <a:off x="641842" y="4718621"/>
            <a:ext cx="4104000" cy="828140"/>
            <a:chOff x="631521" y="4146209"/>
            <a:chExt cx="4104000" cy="8281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EBA23E-5023-46C3-9017-011A9BFB96C0}"/>
                </a:ext>
              </a:extLst>
            </p:cNvPr>
            <p:cNvSpPr txBox="1"/>
            <p:nvPr/>
          </p:nvSpPr>
          <p:spPr>
            <a:xfrm>
              <a:off x="631825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3F8508-5364-4110-B68F-C07EF8944923}"/>
                </a:ext>
              </a:extLst>
            </p:cNvPr>
            <p:cNvSpPr/>
            <p:nvPr/>
          </p:nvSpPr>
          <p:spPr>
            <a:xfrm>
              <a:off x="631521" y="4357412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="" class="btn-style01"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선택한 신용정보활용체제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&lt;span class="download"&gt;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신용정보활용체제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https://ok.ibs.fsb.or.kr/CstPrviInfoIbs_002.act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en-US" altLang="ko-KR"/>
              <a:t>&lt;span&gt;</a:t>
            </a:r>
            <a:r>
              <a:rPr lang="ko-KR" altLang="en-US"/>
              <a:t>에 제공된 </a:t>
            </a:r>
            <a:r>
              <a:rPr lang="en-US" altLang="ko-KR"/>
              <a:t>title</a:t>
            </a:r>
            <a:r>
              <a:rPr lang="ko-KR" altLang="en-US"/>
              <a:t>은 스크린 리더가 인식하지 못함</a:t>
            </a:r>
            <a:endParaRPr lang="en-US" altLang="ko-KR"/>
          </a:p>
          <a:p>
            <a:r>
              <a:rPr lang="ko-KR" altLang="en-US"/>
              <a:t>링크 텍스트를 정확한 내용으로 제공하여 보조 기술 사용자도 동등한 정보를 전달받을 수 있도록 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139745" y="6410148"/>
            <a:ext cx="1766255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오케이저축은행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-1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B88CDA-6647-BF47-EF79-689AAF54E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3293940"/>
            <a:ext cx="4105275" cy="212263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8B7FE38-5DE8-3CA6-9096-DB7245D29C43}"/>
              </a:ext>
            </a:extLst>
          </p:cNvPr>
          <p:cNvSpPr/>
          <p:nvPr/>
        </p:nvSpPr>
        <p:spPr>
          <a:xfrm>
            <a:off x="6727336" y="5107917"/>
            <a:ext cx="526694" cy="27736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28B8425-4631-F175-A182-22016A689BFA}"/>
              </a:ext>
            </a:extLst>
          </p:cNvPr>
          <p:cNvCxnSpPr>
            <a:cxnSpLocks/>
          </p:cNvCxnSpPr>
          <p:nvPr/>
        </p:nvCxnSpPr>
        <p:spPr>
          <a:xfrm flipH="1">
            <a:off x="7323702" y="5254908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83E88C61-F86E-648C-B056-9330BF81E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017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은행소개 </a:t>
            </a:r>
            <a:r>
              <a:rPr lang="en-US" altLang="ko-KR"/>
              <a:t>&gt; </a:t>
            </a:r>
            <a:r>
              <a:rPr lang="ko-KR" altLang="en-US"/>
              <a:t>경영공시</a:t>
            </a:r>
            <a:r>
              <a:rPr lang="en-US" altLang="ko-KR"/>
              <a:t> &gt; </a:t>
            </a:r>
            <a:r>
              <a:rPr lang="ko-KR" altLang="en-US"/>
              <a:t>경영공시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https://www.o2banking.com/BnkPbnfList_001.act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304090" y="6407398"/>
            <a:ext cx="1601910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오투저축은행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-1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A88D2DF-156C-E3E3-8429-A7E3A9C2C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75" y="4622555"/>
            <a:ext cx="2886075" cy="73342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EEEFEE5-3BE4-8689-7406-89255F02E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737" y="3429000"/>
            <a:ext cx="2647950" cy="78105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23DD94F9-F40E-E8B3-62C4-9D91FB3063BE}"/>
              </a:ext>
            </a:extLst>
          </p:cNvPr>
          <p:cNvGrpSpPr/>
          <p:nvPr/>
        </p:nvGrpSpPr>
        <p:grpSpPr>
          <a:xfrm>
            <a:off x="633404" y="3252102"/>
            <a:ext cx="4104000" cy="963561"/>
            <a:chOff x="633404" y="2845589"/>
            <a:chExt cx="4104000" cy="96356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BA4EA5B-EE93-5F36-7E3B-93A032AC1D9F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D098E03-0C12-0C8F-EDCB-1AC69146F095}"/>
                </a:ext>
              </a:extLst>
            </p:cNvPr>
            <p:cNvSpPr/>
            <p:nvPr/>
          </p:nvSpPr>
          <p:spPr>
            <a:xfrm>
              <a:off x="633404" y="3056792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&lt;li class="next arrow"&gt;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="#" onclick="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jstlPagingFuc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('BnkPbnfList_001.act', $('#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FSB_pagingTagHtml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'),51,61,6,6,'CTGR_NO|SEARCHTEXT');"&gt;&lt;/a&gt;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&lt;/li&gt;</a:t>
              </a:r>
              <a:endParaRPr lang="en-US" altLang="ko-KR" sz="800" b="1">
                <a:solidFill>
                  <a:schemeClr val="accent5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B3CC5E2-4AB6-6A96-7999-694FB1A51636}"/>
              </a:ext>
            </a:extLst>
          </p:cNvPr>
          <p:cNvGrpSpPr/>
          <p:nvPr/>
        </p:nvGrpSpPr>
        <p:grpSpPr>
          <a:xfrm>
            <a:off x="631825" y="4869000"/>
            <a:ext cx="4104000" cy="1098983"/>
            <a:chOff x="631521" y="4146209"/>
            <a:chExt cx="4104000" cy="109898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389CA86-8C1D-8223-92EF-2FB61CA130C2}"/>
                </a:ext>
              </a:extLst>
            </p:cNvPr>
            <p:cNvSpPr txBox="1"/>
            <p:nvPr/>
          </p:nvSpPr>
          <p:spPr>
            <a:xfrm>
              <a:off x="631825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B996A17-87F5-6DF9-C257-C9C9D502C832}"/>
                </a:ext>
              </a:extLst>
            </p:cNvPr>
            <p:cNvSpPr/>
            <p:nvPr/>
          </p:nvSpPr>
          <p:spPr>
            <a:xfrm>
              <a:off x="631521" y="4357412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&lt;li class="next arrow"&gt;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="#" onclick="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jstlPagingFuc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('BnkPbnfList_001.act', $('#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FSB_pagingTagHtml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'),51,61,6,6,'CTGR_NO|SEARCHTEXT');"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다음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&lt;/li&gt;</a:t>
              </a:r>
              <a:endParaRPr lang="en-US" altLang="ko-KR" sz="800" b="1">
                <a:solidFill>
                  <a:schemeClr val="accent5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4" name="텍스트 개체 틀 24">
            <a:extLst>
              <a:ext uri="{FF2B5EF4-FFF2-40B4-BE49-F238E27FC236}">
                <a16:creationId xmlns:a16="http://schemas.microsoft.com/office/drawing/2014/main" id="{B1CFA2E0-5B1D-27ED-21F5-6FBAF6FCBC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/>
              <a:t>스크린리더로 </a:t>
            </a:r>
            <a:r>
              <a:rPr lang="en-US" altLang="ko-KR"/>
              <a:t>'BnkPbnfList_001.act'</a:t>
            </a:r>
            <a:r>
              <a:rPr lang="ko-KR" altLang="en-US"/>
              <a:t>가 출력됨</a:t>
            </a:r>
            <a:r>
              <a:rPr lang="en-US" altLang="ko-KR"/>
              <a:t>.</a:t>
            </a:r>
          </a:p>
          <a:p>
            <a:r>
              <a:rPr lang="ko-KR" altLang="en-US"/>
              <a:t>링크</a:t>
            </a:r>
            <a:r>
              <a:rPr lang="en-US" altLang="ko-KR"/>
              <a:t> </a:t>
            </a:r>
            <a:r>
              <a:rPr lang="ko-KR" altLang="en-US"/>
              <a:t>요소에 텍스트 또는 이름을 제공하여 보조 기술 사용자도 동등한 정보를 전달받을 수 있도록 해야 함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2629A27-5C11-C2C4-12D4-6A02255890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751" y="351795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DF67AAB-9D6F-49ED-F54A-C49EF3FC4432}"/>
              </a:ext>
            </a:extLst>
          </p:cNvPr>
          <p:cNvSpPr/>
          <p:nvPr/>
        </p:nvSpPr>
        <p:spPr>
          <a:xfrm>
            <a:off x="8220737" y="3669905"/>
            <a:ext cx="226859" cy="30348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956E1D1-388E-3C43-3559-466FFA36E7DC}"/>
              </a:ext>
            </a:extLst>
          </p:cNvPr>
          <p:cNvSpPr/>
          <p:nvPr/>
        </p:nvSpPr>
        <p:spPr>
          <a:xfrm>
            <a:off x="5953787" y="4822858"/>
            <a:ext cx="226859" cy="30348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98B7DB6-D709-CCAF-6BD7-74E3BA23500F}"/>
              </a:ext>
            </a:extLst>
          </p:cNvPr>
          <p:cNvSpPr/>
          <p:nvPr/>
        </p:nvSpPr>
        <p:spPr>
          <a:xfrm>
            <a:off x="8168374" y="4822858"/>
            <a:ext cx="226859" cy="30348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08FC78D-828A-FFD5-D065-E97528F75FB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88651" y="4679705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3182461-D019-4A10-A0B0-B2EE685E0E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50276" y="4679705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F9D11424-5360-5E48-537A-8E982624D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3734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E28F417-AB1D-2089-D768-BE027119D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815" y="2572862"/>
            <a:ext cx="3542453" cy="3672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우리저축은행</a:t>
            </a:r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https://www.wooleebank.co.kr/main.act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1-1 &lt;</a:t>
            </a:r>
            <a:r>
              <a:rPr lang="en-US" altLang="ko-KR" err="1"/>
              <a:t>img</a:t>
            </a:r>
            <a:r>
              <a:rPr lang="en-US" altLang="ko-KR"/>
              <a:t>&gt;,&lt;input type="image"&gt; </a:t>
            </a:r>
            <a:r>
              <a:rPr lang="ko-KR" altLang="en-US"/>
              <a:t>등 이미지 요소에 대해 </a:t>
            </a:r>
            <a:r>
              <a:rPr lang="en-US" altLang="ko-KR"/>
              <a:t>alt </a:t>
            </a:r>
            <a:r>
              <a:rPr lang="ko-KR" altLang="en-US"/>
              <a:t>속성을 제공하지 않거나 </a:t>
            </a:r>
            <a:r>
              <a:rPr lang="en-US" altLang="ko-KR"/>
              <a:t>alt</a:t>
            </a:r>
            <a:r>
              <a:rPr lang="ko-KR" altLang="en-US"/>
              <a:t>속성은 선언되었으나 그 내용이 </a:t>
            </a:r>
            <a:r>
              <a:rPr lang="en-US" altLang="ko-KR" err="1"/>
              <a:t>img</a:t>
            </a:r>
            <a:r>
              <a:rPr lang="ko-KR" altLang="en-US"/>
              <a:t>의 내용을 대체할 수 없는 경우 그리고 오타로 표기되어 의미가 변경된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635330"/>
          </a:xfrm>
        </p:spPr>
        <p:txBody>
          <a:bodyPr/>
          <a:lstStyle/>
          <a:p>
            <a:r>
              <a:rPr lang="ko-KR" altLang="en-US"/>
              <a:t>이미지가 전달하고자 하는 정보와 동등한 수준의 설명을 대체 텍스트로 제공해야 함</a:t>
            </a:r>
            <a:r>
              <a:rPr lang="en-US" altLang="ko-KR"/>
              <a:t>.</a:t>
            </a:r>
          </a:p>
          <a:p>
            <a:r>
              <a:rPr lang="ko-KR" altLang="en-US"/>
              <a:t>이미지에 표현되어 있는 정보가 복잡한 경우</a:t>
            </a:r>
            <a:r>
              <a:rPr lang="en-US" altLang="ko-KR"/>
              <a:t>, IR </a:t>
            </a:r>
            <a:r>
              <a:rPr lang="ko-KR" altLang="en-US"/>
              <a:t>기법으로 대체 텍스트</a:t>
            </a:r>
            <a:r>
              <a:rPr lang="en-US" altLang="ko-KR"/>
              <a:t>(</a:t>
            </a:r>
            <a:r>
              <a:rPr lang="ko-KR" altLang="en-US"/>
              <a:t>숨김 텍스트</a:t>
            </a:r>
            <a:r>
              <a:rPr lang="en-US" altLang="ko-KR"/>
              <a:t>)</a:t>
            </a:r>
            <a:r>
              <a:rPr lang="ko-KR" altLang="en-US"/>
              <a:t>를 제공하는 것이 바람직함</a:t>
            </a:r>
            <a:endParaRPr lang="en-US" altLang="ko-KR"/>
          </a:p>
          <a:p>
            <a:r>
              <a:rPr lang="ko-KR" altLang="en-US"/>
              <a:t>콘텐츠 내용을 숨김 텍스트로 제공하기 어려운 경우 이미지를 문자가 포함된 </a:t>
            </a:r>
            <a:r>
              <a:rPr lang="en-US" altLang="ko-KR"/>
              <a:t>PDF</a:t>
            </a:r>
            <a:r>
              <a:rPr lang="ko-KR" altLang="en-US"/>
              <a:t>로 저장하여 첨부파일로 대체 제공할 수 있음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304090" y="6410148"/>
            <a:ext cx="1601910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우리저축은행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-1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C2EBAC-ECD6-425D-9CDC-91BCB23BCA72}"/>
              </a:ext>
            </a:extLst>
          </p:cNvPr>
          <p:cNvSpPr/>
          <p:nvPr/>
        </p:nvSpPr>
        <p:spPr>
          <a:xfrm>
            <a:off x="5710525" y="3236683"/>
            <a:ext cx="2271423" cy="259882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4E87916-6E44-4099-97C2-57C08B4616C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731724" y="3090583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54BC4E76-C2BF-9FB0-8D06-CD5F029ED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69512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D74E41-475D-42EE-A7A8-560EAF153E6D}"/>
              </a:ext>
            </a:extLst>
          </p:cNvPr>
          <p:cNvGrpSpPr/>
          <p:nvPr/>
        </p:nvGrpSpPr>
        <p:grpSpPr>
          <a:xfrm>
            <a:off x="633100" y="3224154"/>
            <a:ext cx="4104000" cy="1098983"/>
            <a:chOff x="633404" y="2845589"/>
            <a:chExt cx="4104000" cy="109898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655A4C-A6A4-4936-B870-303276F4E557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2B09AB-767D-40F1-8379-B4D437EE62B1}"/>
                </a:ext>
              </a:extLst>
            </p:cNvPr>
            <p:cNvSpPr/>
            <p:nvPr/>
          </p:nvSpPr>
          <p:spPr>
            <a:xfrm>
              <a:off x="633404" y="3056792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&lt;div class="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ceo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-sign"&gt;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(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주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우리저축은행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대표이사 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&amp;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nbsp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;&amp;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nbsp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;&amp;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nbsp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;&lt;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hss_companycontent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woolee_content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/img_ceosign.png" alt="</a:t>
              </a:r>
              <a:r>
                <a:rPr lang="ko-KR" altLang="en-US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우리저축은행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 대표이사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강헌석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59572A6-6918-48B4-9F37-4D03A4F1805F}"/>
              </a:ext>
            </a:extLst>
          </p:cNvPr>
          <p:cNvGrpSpPr/>
          <p:nvPr/>
        </p:nvGrpSpPr>
        <p:grpSpPr>
          <a:xfrm>
            <a:off x="641350" y="4762905"/>
            <a:ext cx="4104000" cy="1098983"/>
            <a:chOff x="641046" y="4146209"/>
            <a:chExt cx="4104000" cy="109898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EBA23E-5023-46C3-9017-011A9BFB96C0}"/>
                </a:ext>
              </a:extLst>
            </p:cNvPr>
            <p:cNvSpPr txBox="1"/>
            <p:nvPr/>
          </p:nvSpPr>
          <p:spPr>
            <a:xfrm>
              <a:off x="641350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3F8508-5364-4110-B68F-C07EF8944923}"/>
                </a:ext>
              </a:extLst>
            </p:cNvPr>
            <p:cNvSpPr/>
            <p:nvPr/>
          </p:nvSpPr>
          <p:spPr>
            <a:xfrm>
              <a:off x="641046" y="4357412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&lt;div class="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ceo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-sign"&gt;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(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주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)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우리저축은행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대표이사 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&amp;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nbsp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;&amp;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nbsp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;&amp;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nbsp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;&lt;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hss_companycontent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woolee_content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/img_ceosign.png"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강헌석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&lt;/div&gt;</a:t>
              </a:r>
            </a:p>
          </p:txBody>
        </p:sp>
      </p:grp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은행소개 </a:t>
            </a:r>
            <a:r>
              <a:rPr lang="en-US" altLang="ko-KR"/>
              <a:t>&gt; CEO</a:t>
            </a:r>
            <a:r>
              <a:rPr lang="ko-KR" altLang="en-US"/>
              <a:t>인사말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https://www.wooleebank.co.kr/120_BnkList_010.act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1-2 </a:t>
            </a:r>
            <a:r>
              <a:rPr lang="ko-KR" altLang="en-US" err="1"/>
              <a:t>불릿이나</a:t>
            </a:r>
            <a:r>
              <a:rPr lang="ko-KR" altLang="en-US"/>
              <a:t> </a:t>
            </a:r>
            <a:r>
              <a:rPr lang="ko-KR" altLang="en-US" err="1"/>
              <a:t>배경이미지</a:t>
            </a:r>
            <a:r>
              <a:rPr lang="ko-KR" altLang="en-US"/>
              <a:t> 등 의미 없는 이미지에 </a:t>
            </a:r>
            <a:r>
              <a:rPr lang="en-US" altLang="ko-KR"/>
              <a:t>alt </a:t>
            </a:r>
            <a:r>
              <a:rPr lang="ko-KR" altLang="en-US"/>
              <a:t>속성을 제공하지 않거나 공백이 아닌 불필요한 대체 텍스트를 제공한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977329"/>
          </a:xfrm>
        </p:spPr>
        <p:txBody>
          <a:bodyPr/>
          <a:lstStyle/>
          <a:p>
            <a:r>
              <a:rPr lang="ko-KR" altLang="en-US"/>
              <a:t>이미지 요소 전</a:t>
            </a:r>
            <a:r>
              <a:rPr lang="en-US" altLang="ko-KR"/>
              <a:t>·</a:t>
            </a:r>
            <a:r>
              <a:rPr lang="ko-KR" altLang="en-US"/>
              <a:t>후에 제공된 텍스트를 통해 이미지에서 전달하고자 하는 정보를 충분히 파악할 수 있으므로 대체 텍스트 속성을 빈 값으로 제공해야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304090" y="6414123"/>
            <a:ext cx="1601910" cy="443877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우리저축은행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-2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5241DA-26D4-41CD-808B-2E8E7D32E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514" y="2790060"/>
            <a:ext cx="3641725" cy="315113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C2EBAC-ECD6-425D-9CDC-91BCB23BCA72}"/>
              </a:ext>
            </a:extLst>
          </p:cNvPr>
          <p:cNvSpPr/>
          <p:nvPr/>
        </p:nvSpPr>
        <p:spPr>
          <a:xfrm>
            <a:off x="8596601" y="5667546"/>
            <a:ext cx="482024" cy="27364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4E87916-6E44-4099-97C2-57C08B4616C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718639" y="5473821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FBBA17F1-5A07-02FF-C27B-F4AE1BE69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41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56E9B34-3E0F-7282-09CF-DFDFA6F3E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598" y="2927566"/>
            <a:ext cx="4104000" cy="2791142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D74E41-475D-42EE-A7A8-560EAF153E6D}"/>
              </a:ext>
            </a:extLst>
          </p:cNvPr>
          <p:cNvGrpSpPr/>
          <p:nvPr/>
        </p:nvGrpSpPr>
        <p:grpSpPr>
          <a:xfrm>
            <a:off x="633100" y="3132737"/>
            <a:ext cx="4104000" cy="963561"/>
            <a:chOff x="633404" y="2845589"/>
            <a:chExt cx="4104000" cy="9635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655A4C-A6A4-4936-B870-303276F4E557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2B09AB-767D-40F1-8379-B4D437EE62B1}"/>
                </a:ext>
              </a:extLst>
            </p:cNvPr>
            <p:cNvSpPr/>
            <p:nvPr/>
          </p:nvSpPr>
          <p:spPr>
            <a:xfrm>
              <a:off x="633404" y="3056792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&lt;p class="ethics-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-pc"&gt;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hss_companycontent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woolee_content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/ethic_pc.jpg" alt="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경영이념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&lt;/p&gt;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59572A6-6918-48B4-9F37-4D03A4F1805F}"/>
              </a:ext>
            </a:extLst>
          </p:cNvPr>
          <p:cNvGrpSpPr/>
          <p:nvPr/>
        </p:nvGrpSpPr>
        <p:grpSpPr>
          <a:xfrm>
            <a:off x="641350" y="4273848"/>
            <a:ext cx="4104000" cy="2047961"/>
            <a:chOff x="641046" y="4146209"/>
            <a:chExt cx="4104000" cy="204796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EBA23E-5023-46C3-9017-011A9BFB96C0}"/>
                </a:ext>
              </a:extLst>
            </p:cNvPr>
            <p:cNvSpPr txBox="1"/>
            <p:nvPr/>
          </p:nvSpPr>
          <p:spPr>
            <a:xfrm>
              <a:off x="641350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3F8508-5364-4110-B68F-C07EF8944923}"/>
                </a:ext>
              </a:extLst>
            </p:cNvPr>
            <p:cNvSpPr/>
            <p:nvPr/>
          </p:nvSpPr>
          <p:spPr>
            <a:xfrm>
              <a:off x="641046" y="4357412"/>
              <a:ext cx="4104000" cy="18367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&lt;p class="ethics-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-pc"&gt;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hss_companycontent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woolee_content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/ethic_pc.jpg" alt=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아래내용 참조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&lt;/p&gt;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&lt;div class="</a:t>
              </a:r>
              <a:r>
                <a:rPr lang="en-US" altLang="ko-KR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tts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&lt;h4&gt;</a:t>
              </a:r>
              <a:r>
                <a:rPr lang="ko-KR" altLang="en-US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우리저축은행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&lt;/h4&gt;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&lt;</a:t>
              </a:r>
              <a:r>
                <a:rPr lang="en-US" altLang="ko-KR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	&lt;li&gt;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경영이념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		&lt;span&gt;</a:t>
              </a:r>
              <a:r>
                <a:rPr lang="ko-KR" altLang="en-US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경쟁력있는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21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세기형 </a:t>
              </a:r>
              <a:r>
                <a:rPr lang="ko-KR" altLang="en-US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초우량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서민금융기관으로 도약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	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	... 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이하 중략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. 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이미지 텍스트에 모든 정보를 구조적으로 </a:t>
              </a:r>
              <a:r>
                <a:rPr lang="ko-KR" altLang="en-US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마크업하여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제공해야 함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...</a:t>
              </a:r>
            </a:p>
          </p:txBody>
        </p:sp>
      </p:grp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은행소개 </a:t>
            </a:r>
            <a:r>
              <a:rPr lang="en-US" altLang="ko-KR"/>
              <a:t>&gt; </a:t>
            </a:r>
            <a:r>
              <a:rPr lang="ko-KR" altLang="en-US"/>
              <a:t>경영이념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https://www.wooleebank.co.kr/120_BnkList_012.act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1-1 &lt;</a:t>
            </a:r>
            <a:r>
              <a:rPr lang="en-US" altLang="ko-KR" err="1"/>
              <a:t>img</a:t>
            </a:r>
            <a:r>
              <a:rPr lang="en-US" altLang="ko-KR"/>
              <a:t>&gt;,&lt;input type="image"&gt; </a:t>
            </a:r>
            <a:r>
              <a:rPr lang="ko-KR" altLang="en-US"/>
              <a:t>등 이미지 요소에 대해 </a:t>
            </a:r>
            <a:r>
              <a:rPr lang="en-US" altLang="ko-KR"/>
              <a:t>alt </a:t>
            </a:r>
            <a:r>
              <a:rPr lang="ko-KR" altLang="en-US"/>
              <a:t>속성을 제공하지 않거나 </a:t>
            </a:r>
            <a:r>
              <a:rPr lang="en-US" altLang="ko-KR"/>
              <a:t>alt</a:t>
            </a:r>
            <a:r>
              <a:rPr lang="ko-KR" altLang="en-US"/>
              <a:t>속성은 선언되었으나 그 내용이 </a:t>
            </a:r>
            <a:r>
              <a:rPr lang="en-US" altLang="ko-KR" err="1"/>
              <a:t>img</a:t>
            </a:r>
            <a:r>
              <a:rPr lang="ko-KR" altLang="en-US"/>
              <a:t>의 내용을 대체할 수 없는 경우 그리고 오타로 표기되어 의미가 변경된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/>
              <a:t>이미지가 전달하고자 하는 정보와 동등한 수준의 설명을 대체 텍스트로 제공해야 함</a:t>
            </a:r>
            <a:endParaRPr lang="en-US" altLang="ko-KR"/>
          </a:p>
          <a:p>
            <a:r>
              <a:rPr lang="ko-KR" altLang="en-US"/>
              <a:t>이미지에 표현되어 있는 정보가 복잡한 경우</a:t>
            </a:r>
            <a:r>
              <a:rPr lang="en-US" altLang="ko-KR"/>
              <a:t>, IR </a:t>
            </a:r>
            <a:r>
              <a:rPr lang="ko-KR" altLang="en-US"/>
              <a:t>기법으로 대체 텍스트</a:t>
            </a:r>
            <a:r>
              <a:rPr lang="en-US" altLang="ko-KR"/>
              <a:t>(</a:t>
            </a:r>
            <a:r>
              <a:rPr lang="ko-KR" altLang="en-US"/>
              <a:t>숨김 텍스트</a:t>
            </a:r>
            <a:r>
              <a:rPr lang="en-US" altLang="ko-KR"/>
              <a:t>)</a:t>
            </a:r>
            <a:r>
              <a:rPr lang="ko-KR" altLang="en-US"/>
              <a:t>를 제공하는 것이 바람직함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304090" y="6425518"/>
            <a:ext cx="1601910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우리저축은행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-3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C2EBAC-ECD6-425D-9CDC-91BCB23BCA72}"/>
              </a:ext>
            </a:extLst>
          </p:cNvPr>
          <p:cNvSpPr/>
          <p:nvPr/>
        </p:nvSpPr>
        <p:spPr>
          <a:xfrm>
            <a:off x="5321029" y="2992638"/>
            <a:ext cx="3852153" cy="2639658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4E87916-6E44-4099-97C2-57C08B4616C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138300" y="282627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81549EF0-2EDD-8682-360C-002821D41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583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우리금융저축은행</a:t>
            </a:r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https://woori.ibs.fsb.or.kr/main.act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1. (</a:t>
            </a:r>
            <a:r>
              <a:rPr lang="ko-KR" altLang="en-US"/>
              <a:t>적절한 대체 텍스트 제공</a:t>
            </a:r>
            <a:r>
              <a:rPr lang="en-US" altLang="ko-KR"/>
              <a:t>) </a:t>
            </a:r>
            <a:r>
              <a:rPr lang="ko-KR" altLang="en-US"/>
              <a:t>텍스트 아닌 콘텐츠는 그 의미나 용도를 이해할 수 있도록 대체 텍스트를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1-1 &lt;</a:t>
            </a:r>
            <a:r>
              <a:rPr lang="en-US" altLang="ko-KR" err="1"/>
              <a:t>img</a:t>
            </a:r>
            <a:r>
              <a:rPr lang="en-US" altLang="ko-KR"/>
              <a:t>&gt;,&lt;input type="image"&gt; </a:t>
            </a:r>
            <a:r>
              <a:rPr lang="ko-KR" altLang="en-US"/>
              <a:t>등 이미지 요소에 대해 </a:t>
            </a:r>
            <a:r>
              <a:rPr lang="en-US" altLang="ko-KR"/>
              <a:t>alt </a:t>
            </a:r>
            <a:r>
              <a:rPr lang="ko-KR" altLang="en-US"/>
              <a:t>속성을 제공하지 않거나 </a:t>
            </a:r>
            <a:r>
              <a:rPr lang="en-US" altLang="ko-KR"/>
              <a:t>alt</a:t>
            </a:r>
            <a:r>
              <a:rPr lang="ko-KR" altLang="en-US"/>
              <a:t>속성은 선언되었으나 그 내용이 </a:t>
            </a:r>
            <a:r>
              <a:rPr lang="en-US" altLang="ko-KR" err="1"/>
              <a:t>img</a:t>
            </a:r>
            <a:r>
              <a:rPr lang="ko-KR" altLang="en-US"/>
              <a:t>의 내용을 대체할 수 없는 경우 그리고 오타로 표기되어 의미가 변경된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/>
              <a:t>이미지가 전달하고자 하는 정보와 동등한 수준의</a:t>
            </a:r>
            <a:r>
              <a:rPr lang="en-US" altLang="ko-KR"/>
              <a:t> </a:t>
            </a:r>
            <a:r>
              <a:rPr lang="ko-KR" altLang="en-US"/>
              <a:t>설명을 대체 텍스트로 제공해야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7978335" y="6410148"/>
            <a:ext cx="1927665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우리금융저축은행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-1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A4B0FE5-9D3D-EA77-2C82-6C344EE70713}"/>
              </a:ext>
            </a:extLst>
          </p:cNvPr>
          <p:cNvGrpSpPr/>
          <p:nvPr/>
        </p:nvGrpSpPr>
        <p:grpSpPr>
          <a:xfrm>
            <a:off x="633100" y="4578239"/>
            <a:ext cx="4104000" cy="1098983"/>
            <a:chOff x="631521" y="4146209"/>
            <a:chExt cx="4104000" cy="109898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931425-3F76-9CB5-3C3A-07F326D411D2}"/>
                </a:ext>
              </a:extLst>
            </p:cNvPr>
            <p:cNvSpPr txBox="1"/>
            <p:nvPr/>
          </p:nvSpPr>
          <p:spPr>
            <a:xfrm>
              <a:off x="631825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1657623-8EB5-EC0E-1DE2-50045E65A81B}"/>
                </a:ext>
              </a:extLst>
            </p:cNvPr>
            <p:cNvSpPr/>
            <p:nvPr/>
          </p:nvSpPr>
          <p:spPr>
            <a:xfrm>
              <a:off x="631521" y="4357412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="https://woori.ibs.fsb.or.kr/UifNoti0200.act?NTCE_NO=17060"&gt;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우리금융저축은행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수유지점 통합 이전 정보 </a:t>
              </a:r>
              <a:r>
                <a:rPr lang="ko-KR" altLang="en-US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자세히보기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fileView.jsp?FILE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=CKEDT_20230102130200014&amp;amp;DSTC1=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ckedt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 style="width: 400px; height: 400px;"&gt;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72F2CDF-52E6-8E4F-F611-14F4A0CDD94D}"/>
              </a:ext>
            </a:extLst>
          </p:cNvPr>
          <p:cNvGrpSpPr/>
          <p:nvPr/>
        </p:nvGrpSpPr>
        <p:grpSpPr>
          <a:xfrm>
            <a:off x="633100" y="3060807"/>
            <a:ext cx="4104000" cy="1098983"/>
            <a:chOff x="633404" y="2845589"/>
            <a:chExt cx="4104000" cy="109898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377AE34-5303-4BFB-12AD-966099FF5326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3106A61-A0A6-A787-DCCF-3FC34F857BCA}"/>
                </a:ext>
              </a:extLst>
            </p:cNvPr>
            <p:cNvSpPr/>
            <p:nvPr/>
          </p:nvSpPr>
          <p:spPr>
            <a:xfrm>
              <a:off x="633404" y="3056792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="https://woori.ibs.fsb.or.kr/UifNoti0200.act?NTCE_NO=17060"&gt;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alt=""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="/view/comm/file/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fileView.jsp?FILE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=CKEDT_20230102130200014&amp;amp;DSTC1=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ckedt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" style="width: 400px; height: 400px;"&gt;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ADBAE037-AD76-A462-717F-623F95DDA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399" y="3091035"/>
            <a:ext cx="3846278" cy="253977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90277B-F2C7-7572-EA42-D00711DBE648}"/>
              </a:ext>
            </a:extLst>
          </p:cNvPr>
          <p:cNvSpPr/>
          <p:nvPr/>
        </p:nvSpPr>
        <p:spPr>
          <a:xfrm>
            <a:off x="6554771" y="3724274"/>
            <a:ext cx="1314784" cy="128587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6F8969A-2A9E-05C0-7E92-9E6A2548D8B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113538" y="3492449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13">
            <a:extLst>
              <a:ext uri="{FF2B5EF4-FFF2-40B4-BE49-F238E27FC236}">
                <a16:creationId xmlns:a16="http://schemas.microsoft.com/office/drawing/2014/main" id="{4056C596-F627-19F4-9CD6-CC51FEB01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44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err="1"/>
              <a:t>우리금융저축은행</a:t>
            </a:r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https://woori.ibs.fsb.or.kr/main.act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5. (</a:t>
            </a:r>
            <a:r>
              <a:rPr lang="ko-KR" altLang="en-US"/>
              <a:t>텍스트 콘텐츠의 명도 대비</a:t>
            </a:r>
            <a:r>
              <a:rPr lang="en-US" altLang="ko-KR"/>
              <a:t>) </a:t>
            </a:r>
            <a:r>
              <a:rPr lang="ko-KR" altLang="en-US"/>
              <a:t>텍스트 콘텐츠와 배경 간의 명도 대비는 </a:t>
            </a:r>
            <a:r>
              <a:rPr lang="en-US" altLang="ko-KR"/>
              <a:t>4.5</a:t>
            </a:r>
            <a:r>
              <a:rPr lang="ko-KR" altLang="en-US"/>
              <a:t>대 </a:t>
            </a:r>
            <a:r>
              <a:rPr lang="en-US" altLang="ko-KR"/>
              <a:t>1 </a:t>
            </a:r>
            <a:r>
              <a:rPr lang="ko-KR" altLang="en-US"/>
              <a:t>이상이어야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5-3 </a:t>
            </a:r>
            <a:r>
              <a:rPr lang="ko-KR" altLang="en-US"/>
              <a:t>이미지 텍스트의 경우 폰트 종류와 상관없이 </a:t>
            </a:r>
            <a:r>
              <a:rPr lang="en-US" altLang="ko-KR"/>
              <a:t>14pt </a:t>
            </a:r>
            <a:r>
              <a:rPr lang="ko-KR" altLang="en-US"/>
              <a:t>크기에 해당하는 </a:t>
            </a:r>
            <a:r>
              <a:rPr lang="en-US" altLang="ko-KR"/>
              <a:t>18.66px </a:t>
            </a:r>
            <a:r>
              <a:rPr lang="ko-KR" altLang="en-US"/>
              <a:t>미만인 경우 </a:t>
            </a:r>
            <a:r>
              <a:rPr lang="en-US" altLang="ko-KR"/>
              <a:t>4.5:1 </a:t>
            </a:r>
            <a:r>
              <a:rPr lang="ko-KR" altLang="en-US"/>
              <a:t>이상을 만족하지 않은 경우나</a:t>
            </a:r>
            <a:r>
              <a:rPr lang="en-US" altLang="ko-KR"/>
              <a:t>, 18.66px </a:t>
            </a:r>
            <a:r>
              <a:rPr lang="ko-KR" altLang="en-US"/>
              <a:t>이상인 경우 </a:t>
            </a:r>
            <a:r>
              <a:rPr lang="en-US" altLang="ko-KR"/>
              <a:t>3:1 </a:t>
            </a:r>
            <a:r>
              <a:rPr lang="ko-KR" altLang="en-US"/>
              <a:t>이상을 만족하지 않은 경우</a:t>
            </a:r>
            <a:r>
              <a:rPr lang="en-US" altLang="ko-KR"/>
              <a:t>(</a:t>
            </a:r>
            <a:r>
              <a:rPr lang="ko-KR" altLang="en-US"/>
              <a:t>굵은 </a:t>
            </a:r>
            <a:r>
              <a:rPr lang="en-US" altLang="ko-KR"/>
              <a:t>14pt </a:t>
            </a:r>
            <a:r>
              <a:rPr lang="ko-KR" altLang="en-US"/>
              <a:t>기준은 적용하지 않음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ko-KR" altLang="en-US"/>
              <a:t>이미지 텍스트</a:t>
            </a:r>
            <a:r>
              <a:rPr lang="en-US" altLang="ko-KR"/>
              <a:t>(#FFFFFF)</a:t>
            </a:r>
            <a:r>
              <a:rPr lang="ko-KR" altLang="en-US"/>
              <a:t>와 배경</a:t>
            </a:r>
            <a:r>
              <a:rPr lang="en-US" altLang="ko-KR"/>
              <a:t>(#00B0F0) </a:t>
            </a:r>
            <a:r>
              <a:rPr lang="ko-KR" altLang="en-US"/>
              <a:t>간 명도대비가 </a:t>
            </a:r>
            <a:r>
              <a:rPr lang="en-US" altLang="ko-KR"/>
              <a:t>2.5:1</a:t>
            </a:r>
            <a:r>
              <a:rPr lang="ko-KR" altLang="en-US"/>
              <a:t>로 최소 명도대비 기준을 충족하지 않음</a:t>
            </a:r>
          </a:p>
          <a:p>
            <a:r>
              <a:rPr lang="ko-KR" altLang="en-US"/>
              <a:t>명도대비 기준을 충족하도록 텍스트 색상을 변경해야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7978335" y="6410148"/>
            <a:ext cx="1927665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우리금융저축은행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-2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B4E8C1-7583-04D3-BD6E-3FA462088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931" y="2714625"/>
            <a:ext cx="2937214" cy="329070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0B847FA-5850-3E45-83B2-EB0B408F18E9}"/>
              </a:ext>
            </a:extLst>
          </p:cNvPr>
          <p:cNvSpPr/>
          <p:nvPr/>
        </p:nvSpPr>
        <p:spPr>
          <a:xfrm>
            <a:off x="6456269" y="3740490"/>
            <a:ext cx="1543051" cy="24876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C0E1E68-4077-0BE3-08F5-EA511F5B4614}"/>
              </a:ext>
            </a:extLst>
          </p:cNvPr>
          <p:cNvSpPr/>
          <p:nvPr/>
        </p:nvSpPr>
        <p:spPr>
          <a:xfrm>
            <a:off x="6170074" y="4139157"/>
            <a:ext cx="951359" cy="248767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CE89159-6C8A-163E-6CC8-AC8C6D13C3AF}"/>
              </a:ext>
            </a:extLst>
          </p:cNvPr>
          <p:cNvCxnSpPr>
            <a:cxnSpLocks/>
          </p:cNvCxnSpPr>
          <p:nvPr/>
        </p:nvCxnSpPr>
        <p:spPr>
          <a:xfrm flipH="1">
            <a:off x="8075520" y="3861868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96B5456-7BC0-9753-3535-C8985CEAC73C}"/>
              </a:ext>
            </a:extLst>
          </p:cNvPr>
          <p:cNvCxnSpPr>
            <a:cxnSpLocks/>
          </p:cNvCxnSpPr>
          <p:nvPr/>
        </p:nvCxnSpPr>
        <p:spPr>
          <a:xfrm flipH="1">
            <a:off x="7216683" y="4271443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BCDA7FE1-2B58-AF81-A251-C8DBFCD51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299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D74E41-475D-42EE-A7A8-560EAF153E6D}"/>
              </a:ext>
            </a:extLst>
          </p:cNvPr>
          <p:cNvGrpSpPr/>
          <p:nvPr/>
        </p:nvGrpSpPr>
        <p:grpSpPr>
          <a:xfrm>
            <a:off x="641842" y="3275450"/>
            <a:ext cx="4104000" cy="963561"/>
            <a:chOff x="633404" y="2845589"/>
            <a:chExt cx="4104000" cy="9635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655A4C-A6A4-4936-B870-303276F4E557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2B09AB-767D-40F1-8379-B4D437EE62B1}"/>
                </a:ext>
              </a:extLst>
            </p:cNvPr>
            <p:cNvSpPr/>
            <p:nvPr/>
          </p:nvSpPr>
          <p:spPr>
            <a:xfrm>
              <a:off x="633404" y="3056792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="" class="btn-style01"&gt;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&lt;span class="download" title="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선택한 신용정보활용체제 다운로드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59572A6-6918-48B4-9F37-4D03A4F1805F}"/>
              </a:ext>
            </a:extLst>
          </p:cNvPr>
          <p:cNvGrpSpPr/>
          <p:nvPr/>
        </p:nvGrpSpPr>
        <p:grpSpPr>
          <a:xfrm>
            <a:off x="641842" y="4718621"/>
            <a:ext cx="4104000" cy="828140"/>
            <a:chOff x="631521" y="4146209"/>
            <a:chExt cx="4104000" cy="8281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EBA23E-5023-46C3-9017-011A9BFB96C0}"/>
                </a:ext>
              </a:extLst>
            </p:cNvPr>
            <p:cNvSpPr txBox="1"/>
            <p:nvPr/>
          </p:nvSpPr>
          <p:spPr>
            <a:xfrm>
              <a:off x="631825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3F8508-5364-4110-B68F-C07EF8944923}"/>
                </a:ext>
              </a:extLst>
            </p:cNvPr>
            <p:cNvSpPr/>
            <p:nvPr/>
          </p:nvSpPr>
          <p:spPr>
            <a:xfrm>
              <a:off x="631521" y="4357412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="" class="btn-style01"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선택한 신용정보활용체제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&lt;span class="download"&gt;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신용정보활용체제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https://woori.ibs.fsb.or.kr/CstPrviInfoIbs_002.act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en-US" altLang="ko-KR"/>
              <a:t>&lt;span&gt;</a:t>
            </a:r>
            <a:r>
              <a:rPr lang="ko-KR" altLang="en-US"/>
              <a:t>에 제공된 </a:t>
            </a:r>
            <a:r>
              <a:rPr lang="en-US" altLang="ko-KR"/>
              <a:t>title</a:t>
            </a:r>
            <a:r>
              <a:rPr lang="ko-KR" altLang="en-US"/>
              <a:t>은 스크린 리더가 인식하지 못함</a:t>
            </a:r>
            <a:endParaRPr lang="en-US" altLang="ko-KR"/>
          </a:p>
          <a:p>
            <a:r>
              <a:rPr lang="ko-KR" altLang="en-US"/>
              <a:t>링크 텍스트를 정확한 내용으로 제공하여 보조 기술 사용자도 동등한 정보를 전달받을 수 있도록 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096251" y="6410148"/>
            <a:ext cx="1809750" cy="443877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우리금융저축은행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-3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B88CDA-6647-BF47-EF79-689AAF54E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3293940"/>
            <a:ext cx="4105275" cy="212263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8B7FE38-5DE8-3CA6-9096-DB7245D29C43}"/>
              </a:ext>
            </a:extLst>
          </p:cNvPr>
          <p:cNvSpPr/>
          <p:nvPr/>
        </p:nvSpPr>
        <p:spPr>
          <a:xfrm>
            <a:off x="6727336" y="5107917"/>
            <a:ext cx="526694" cy="27736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28B8425-4631-F175-A182-22016A689BFA}"/>
              </a:ext>
            </a:extLst>
          </p:cNvPr>
          <p:cNvCxnSpPr>
            <a:cxnSpLocks/>
          </p:cNvCxnSpPr>
          <p:nvPr/>
        </p:nvCxnSpPr>
        <p:spPr>
          <a:xfrm flipH="1">
            <a:off x="7323702" y="5254908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21A2B1A2-86C6-C215-AC44-33D0D131C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614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D74E41-475D-42EE-A7A8-560EAF153E6D}"/>
              </a:ext>
            </a:extLst>
          </p:cNvPr>
          <p:cNvGrpSpPr/>
          <p:nvPr/>
        </p:nvGrpSpPr>
        <p:grpSpPr>
          <a:xfrm>
            <a:off x="641842" y="3275450"/>
            <a:ext cx="4104000" cy="963561"/>
            <a:chOff x="633404" y="2845589"/>
            <a:chExt cx="4104000" cy="9635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655A4C-A6A4-4936-B870-303276F4E557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2B09AB-767D-40F1-8379-B4D437EE62B1}"/>
                </a:ext>
              </a:extLst>
            </p:cNvPr>
            <p:cNvSpPr/>
            <p:nvPr/>
          </p:nvSpPr>
          <p:spPr>
            <a:xfrm>
              <a:off x="633404" y="3056792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="" class="btn-style01"&gt;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	&lt;span class="download" title="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선택한 신용정보활용체제 다운로드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  <a:r>
                <a:rPr lang="ko-KR" altLang="en-US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59572A6-6918-48B4-9F37-4D03A4F1805F}"/>
              </a:ext>
            </a:extLst>
          </p:cNvPr>
          <p:cNvGrpSpPr/>
          <p:nvPr/>
        </p:nvGrpSpPr>
        <p:grpSpPr>
          <a:xfrm>
            <a:off x="632463" y="4718621"/>
            <a:ext cx="4104000" cy="828140"/>
            <a:chOff x="631521" y="4146209"/>
            <a:chExt cx="4104000" cy="82814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EBA23E-5023-46C3-9017-011A9BFB96C0}"/>
                </a:ext>
              </a:extLst>
            </p:cNvPr>
            <p:cNvSpPr txBox="1"/>
            <p:nvPr/>
          </p:nvSpPr>
          <p:spPr>
            <a:xfrm>
              <a:off x="631825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3F8508-5364-4110-B68F-C07EF8944923}"/>
                </a:ext>
              </a:extLst>
            </p:cNvPr>
            <p:cNvSpPr/>
            <p:nvPr/>
          </p:nvSpPr>
          <p:spPr>
            <a:xfrm>
              <a:off x="631521" y="4357412"/>
              <a:ext cx="4104000" cy="616937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="" class="btn-style01"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선택한 신용정보활용체제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en-US" altLang="ko-KR" sz="800" b="1">
                <a:solidFill>
                  <a:schemeClr val="accent1"/>
                </a:solidFill>
                <a:latin typeface="Consolas" panose="020B0609020204030204" pitchFamily="49" charset="0"/>
              </a:endParaRP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&lt;span class="download"&gt;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신용정보활용체제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https://unionsb.ibs.fsb.or.kr/CstPrviInfoIbs_002.act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28625"/>
          </a:xfrm>
        </p:spPr>
        <p:txBody>
          <a:bodyPr/>
          <a:lstStyle/>
          <a:p>
            <a:r>
              <a:rPr lang="en-US" altLang="ko-KR"/>
              <a:t>&lt;span&gt;</a:t>
            </a:r>
            <a:r>
              <a:rPr lang="ko-KR" altLang="en-US"/>
              <a:t>에 제공된 </a:t>
            </a:r>
            <a:r>
              <a:rPr lang="en-US" altLang="ko-KR"/>
              <a:t>title</a:t>
            </a:r>
            <a:r>
              <a:rPr lang="ko-KR" altLang="en-US"/>
              <a:t>은 스크린 리더가 인식하지 못함</a:t>
            </a:r>
            <a:endParaRPr lang="en-US" altLang="ko-KR"/>
          </a:p>
          <a:p>
            <a:r>
              <a:rPr lang="ko-KR" altLang="en-US"/>
              <a:t>링크 텍스트를 정확한 내용으로 제공하여 보조 기술 사용자도 동등한 정보를 전달받을 수 있도록 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139745" y="6410148"/>
            <a:ext cx="1766255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유니온저축은행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-1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B88CDA-6647-BF47-EF79-689AAF54E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3293940"/>
            <a:ext cx="4105275" cy="212263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8B7FE38-5DE8-3CA6-9096-DB7245D29C43}"/>
              </a:ext>
            </a:extLst>
          </p:cNvPr>
          <p:cNvSpPr/>
          <p:nvPr/>
        </p:nvSpPr>
        <p:spPr>
          <a:xfrm>
            <a:off x="6727336" y="5107917"/>
            <a:ext cx="526694" cy="27736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28B8425-4631-F175-A182-22016A689BFA}"/>
              </a:ext>
            </a:extLst>
          </p:cNvPr>
          <p:cNvCxnSpPr>
            <a:cxnSpLocks/>
          </p:cNvCxnSpPr>
          <p:nvPr/>
        </p:nvCxnSpPr>
        <p:spPr>
          <a:xfrm flipH="1">
            <a:off x="7323702" y="5254908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396EA397-2797-5862-F438-FAD0894AF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454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은행소개 </a:t>
            </a:r>
            <a:r>
              <a:rPr lang="en-US" altLang="ko-KR"/>
              <a:t>&gt; </a:t>
            </a:r>
            <a:r>
              <a:rPr lang="ko-KR" altLang="en-US"/>
              <a:t>조직도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https://www.yuantasavings.co.kr/036_BnkList_011.act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20. (</a:t>
            </a:r>
            <a:r>
              <a:rPr lang="ko-KR" altLang="en-US"/>
              <a:t>표의 구성</a:t>
            </a:r>
            <a:r>
              <a:rPr lang="en-US" altLang="ko-KR"/>
              <a:t>) </a:t>
            </a:r>
            <a:r>
              <a:rPr lang="ko-KR" altLang="en-US"/>
              <a:t>표는 이해하기 쉽게 구성해야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20-2 </a:t>
            </a:r>
            <a:r>
              <a:rPr lang="ko-KR" altLang="en-US"/>
              <a:t>표의 제목과 요약정보가 불충분하거나 적절하게 제공되지 않은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2663"/>
          </a:xfrm>
        </p:spPr>
        <p:txBody>
          <a:bodyPr/>
          <a:lstStyle/>
          <a:p>
            <a:r>
              <a:rPr lang="ko-KR" altLang="en-US"/>
              <a:t>표의 제목으로 헤더 셀에 대한 요약 대신 표를 통해 전달하고자 하는 총체적인 정보를 설명할 수 있는 내용을 제공해야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139745" y="6419850"/>
            <a:ext cx="1766255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유안타저축은행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-1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804625F-14DC-B8E0-566E-277AD19F587D}"/>
              </a:ext>
            </a:extLst>
          </p:cNvPr>
          <p:cNvGrpSpPr/>
          <p:nvPr/>
        </p:nvGrpSpPr>
        <p:grpSpPr>
          <a:xfrm>
            <a:off x="633100" y="3039488"/>
            <a:ext cx="4104000" cy="2047063"/>
            <a:chOff x="633404" y="2845589"/>
            <a:chExt cx="4104000" cy="204706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759405-C933-B8CD-3C31-6E87BF590090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7EBDAAC-68AA-A75C-72A8-CAE9585552E3}"/>
                </a:ext>
              </a:extLst>
            </p:cNvPr>
            <p:cNvSpPr/>
            <p:nvPr/>
          </p:nvSpPr>
          <p:spPr>
            <a:xfrm>
              <a:off x="633404" y="3056792"/>
              <a:ext cx="4104000" cy="183586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&lt;table class="table-style01"&gt;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&lt;caption class="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-only"&gt;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전화번호표이며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여신영업본부 항목이 있습니다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.&lt;/caption&gt;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&lt;table class="table-style01"&gt;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&lt;caption class="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-only"&gt;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전화번호표이며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경영관리본부 항목이 있습니다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.&lt;/caption&gt;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&lt;table class="table-style01"&gt;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&lt;caption class="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-only"&gt;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전화번호표이며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지원부서 항목이 있습니다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.&lt;/caption&gt;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&lt;table class="table-style01"&gt;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&lt;caption class="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-only"&gt;</a:t>
              </a:r>
              <a:r>
                <a:rPr lang="ko-KR" altLang="en-US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전화번호표이며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 감사실 항목이 있습니다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.&lt;/caption&gt;</a:t>
              </a: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729C4F98-F98F-FA1C-FF42-FF6B7F83D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296" y="2380017"/>
            <a:ext cx="3526484" cy="3975908"/>
          </a:xfrm>
          <a:prstGeom prst="rect">
            <a:avLst/>
          </a:prstGeom>
        </p:spPr>
      </p:pic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55164CC8-4C95-710B-6136-9092C9F75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531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은행소개 </a:t>
            </a:r>
            <a:r>
              <a:rPr lang="en-US" altLang="ko-KR"/>
              <a:t>&gt; </a:t>
            </a:r>
            <a:r>
              <a:rPr lang="ko-KR" altLang="en-US"/>
              <a:t>조직도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https://www.yuantasavings.co.kr/036_BnkList_011.act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20. (</a:t>
            </a:r>
            <a:r>
              <a:rPr lang="ko-KR" altLang="en-US"/>
              <a:t>표의 구성</a:t>
            </a:r>
            <a:r>
              <a:rPr lang="en-US" altLang="ko-KR"/>
              <a:t>) </a:t>
            </a:r>
            <a:r>
              <a:rPr lang="ko-KR" altLang="en-US"/>
              <a:t>표는 이해하기 쉽게 구성해야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20-2 </a:t>
            </a:r>
            <a:r>
              <a:rPr lang="ko-KR" altLang="en-US"/>
              <a:t>표의 제목과 요약정보가 불충분하거나 적절하게 제공되지 않은 경우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139745" y="6410148"/>
            <a:ext cx="1766255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유안타저축은행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-1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804625F-14DC-B8E0-566E-277AD19F587D}"/>
              </a:ext>
            </a:extLst>
          </p:cNvPr>
          <p:cNvGrpSpPr/>
          <p:nvPr/>
        </p:nvGrpSpPr>
        <p:grpSpPr>
          <a:xfrm>
            <a:off x="633100" y="1976113"/>
            <a:ext cx="4104000" cy="1640798"/>
            <a:chOff x="633404" y="2845589"/>
            <a:chExt cx="4104000" cy="164079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759405-C933-B8CD-3C31-6E87BF590090}"/>
                </a:ext>
              </a:extLst>
            </p:cNvPr>
            <p:cNvSpPr txBox="1"/>
            <p:nvPr/>
          </p:nvSpPr>
          <p:spPr>
            <a:xfrm>
              <a:off x="633708" y="2845589"/>
              <a:ext cx="632152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7EBDAAC-68AA-A75C-72A8-CAE9585552E3}"/>
                </a:ext>
              </a:extLst>
            </p:cNvPr>
            <p:cNvSpPr/>
            <p:nvPr/>
          </p:nvSpPr>
          <p:spPr>
            <a:xfrm>
              <a:off x="633404" y="3056792"/>
              <a:ext cx="4104000" cy="142959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&lt;table class="table-style01"&gt;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&lt;caption class="</a:t>
              </a:r>
              <a:r>
                <a:rPr lang="en-US" altLang="ko-KR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sr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-only"&gt;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기업금융본부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· 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여신영업부서 전화번호 목록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&lt;/caption&gt;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&lt;table class="table-style01"&gt;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&lt;caption class="</a:t>
              </a:r>
              <a:r>
                <a:rPr lang="en-US" altLang="ko-KR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sr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-only"&gt;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경영관리본부 전화번호 목록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&lt;/caption&gt;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&lt;table class="table-style01"&gt;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&lt;caption class="</a:t>
              </a:r>
              <a:r>
                <a:rPr lang="en-US" altLang="ko-KR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sr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-only"&gt;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지원부서 전화번호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목록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&lt;/caption&gt;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&lt;table class="table-style01"&gt;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	&lt;caption class="</a:t>
              </a:r>
              <a:r>
                <a:rPr lang="en-US" altLang="ko-KR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sr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-only"&gt;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감사실 전화번호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&lt;/caption&gt;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3061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D74E41-475D-42EE-A7A8-560EAF153E6D}"/>
              </a:ext>
            </a:extLst>
          </p:cNvPr>
          <p:cNvGrpSpPr/>
          <p:nvPr/>
        </p:nvGrpSpPr>
        <p:grpSpPr>
          <a:xfrm>
            <a:off x="633404" y="3460116"/>
            <a:ext cx="4104000" cy="963561"/>
            <a:chOff x="633404" y="2845589"/>
            <a:chExt cx="4104000" cy="9635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655A4C-A6A4-4936-B870-303276F4E557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2B09AB-767D-40F1-8379-B4D437EE62B1}"/>
                </a:ext>
              </a:extLst>
            </p:cNvPr>
            <p:cNvSpPr/>
            <p:nvPr/>
          </p:nvSpPr>
          <p:spPr>
            <a:xfrm>
              <a:off x="633404" y="3056792"/>
              <a:ext cx="4104000" cy="752358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&lt;table border="0" cellpadding="0"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cellspacing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="0" style="..."&gt;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tbody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&lt;tr&gt;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	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&lt;td </a:t>
              </a:r>
              <a:r>
                <a:rPr lang="en-US" altLang="ko-KR" sz="800" b="1" err="1">
                  <a:solidFill>
                    <a:schemeClr val="accent5"/>
                  </a:solidFill>
                  <a:latin typeface="Consolas" panose="020B0609020204030204" pitchFamily="49" charset="0"/>
                </a:rPr>
                <a:t>colspan</a:t>
              </a:r>
              <a:r>
                <a:rPr lang="en-US" altLang="ko-KR" sz="800" b="1">
                  <a:solidFill>
                    <a:schemeClr val="accent5"/>
                  </a:solidFill>
                  <a:latin typeface="Consolas" panose="020B0609020204030204" pitchFamily="49" charset="0"/>
                </a:rPr>
                <a:t>="3" style="..."&gt;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59572A6-6918-48B4-9F37-4D03A4F1805F}"/>
              </a:ext>
            </a:extLst>
          </p:cNvPr>
          <p:cNvGrpSpPr/>
          <p:nvPr/>
        </p:nvGrpSpPr>
        <p:grpSpPr>
          <a:xfrm>
            <a:off x="631825" y="4869000"/>
            <a:ext cx="4104000" cy="1098983"/>
            <a:chOff x="631521" y="4146209"/>
            <a:chExt cx="4104000" cy="109898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EBA23E-5023-46C3-9017-011A9BFB96C0}"/>
                </a:ext>
              </a:extLst>
            </p:cNvPr>
            <p:cNvSpPr txBox="1"/>
            <p:nvPr/>
          </p:nvSpPr>
          <p:spPr>
            <a:xfrm>
              <a:off x="631825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3F8508-5364-4110-B68F-C07EF8944923}"/>
                </a:ext>
              </a:extLst>
            </p:cNvPr>
            <p:cNvSpPr/>
            <p:nvPr/>
          </p:nvSpPr>
          <p:spPr>
            <a:xfrm>
              <a:off x="631521" y="4357412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&lt;table border="0" cellpadding="0"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cellspacing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="0" style="..."&gt;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&lt;caption class="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sr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-only"&gt;</a:t>
              </a:r>
              <a:r>
                <a:rPr lang="ko-KR" altLang="en-US" sz="800">
                  <a:solidFill>
                    <a:schemeClr val="tx1"/>
                  </a:solidFill>
                  <a:latin typeface="Consolas" panose="020B0609020204030204" pitchFamily="49" charset="0"/>
                </a:rPr>
                <a:t>햇살론 기준금리 변경안내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&lt;/caption&gt;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tbody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&lt;tr&gt;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		&lt;</a:t>
              </a:r>
              <a:r>
                <a:rPr lang="en-US" altLang="ko-KR" sz="800" b="1" err="1">
                  <a:solidFill>
                    <a:schemeClr val="accent1"/>
                  </a:solidFill>
                  <a:latin typeface="Consolas" panose="020B0609020204030204" pitchFamily="49" charset="0"/>
                </a:rPr>
                <a:t>th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scope="col"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colspan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="3" style="..."&gt;</a:t>
              </a:r>
            </a:p>
          </p:txBody>
        </p:sp>
      </p:grp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은행소개 </a:t>
            </a:r>
            <a:r>
              <a:rPr lang="en-US" altLang="ko-KR"/>
              <a:t>&gt; </a:t>
            </a:r>
            <a:r>
              <a:rPr lang="ko-KR" altLang="en-US"/>
              <a:t>공지사항 </a:t>
            </a:r>
            <a:r>
              <a:rPr lang="en-US" altLang="ko-KR"/>
              <a:t>&gt; </a:t>
            </a:r>
            <a:r>
              <a:rPr lang="ko-KR" altLang="en-US"/>
              <a:t>상세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https://www.yuantasavings.co.kr/CstInfo_001.act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20. (</a:t>
            </a:r>
            <a:r>
              <a:rPr lang="ko-KR" altLang="en-US"/>
              <a:t>표의 구성</a:t>
            </a:r>
            <a:r>
              <a:rPr lang="en-US" altLang="ko-KR"/>
              <a:t>) </a:t>
            </a:r>
            <a:r>
              <a:rPr lang="ko-KR" altLang="en-US"/>
              <a:t>표는 이해하기 쉽게 구성해야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20-3 </a:t>
            </a:r>
            <a:r>
              <a:rPr lang="ko-KR" altLang="en-US"/>
              <a:t>제목 셀과 내용 셀을 구분하지 않거나 잘못 구분한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3291"/>
          </a:xfrm>
        </p:spPr>
        <p:txBody>
          <a:bodyPr/>
          <a:lstStyle/>
          <a:p>
            <a:r>
              <a:rPr lang="ko-KR" altLang="en-US"/>
              <a:t>데이터의 제목에 해당하는 정보는 제목 요소</a:t>
            </a:r>
            <a:r>
              <a:rPr lang="en-US" altLang="ko-KR"/>
              <a:t>(&lt;</a:t>
            </a:r>
            <a:r>
              <a:rPr lang="en-US" altLang="ko-KR" err="1"/>
              <a:t>th</a:t>
            </a:r>
            <a:r>
              <a:rPr lang="en-US" altLang="ko-KR"/>
              <a:t>&gt;)</a:t>
            </a:r>
            <a:r>
              <a:rPr lang="ko-KR" altLang="en-US"/>
              <a:t>로 </a:t>
            </a:r>
            <a:r>
              <a:rPr lang="ko-KR" altLang="en-US" err="1"/>
              <a:t>마크업해야</a:t>
            </a:r>
            <a:r>
              <a:rPr lang="ko-KR" altLang="en-US"/>
              <a:t> 스크린 리더 사용자가 표의 구조를 이해할 수 있음</a:t>
            </a:r>
          </a:p>
          <a:p>
            <a:r>
              <a:rPr lang="ko-KR" altLang="en-US"/>
              <a:t>제목 셀에 </a:t>
            </a:r>
            <a:r>
              <a:rPr lang="en-US" altLang="ko-KR"/>
              <a:t>scope </a:t>
            </a:r>
            <a:r>
              <a:rPr lang="ko-KR" altLang="en-US"/>
              <a:t>속성을 선언하여 스크린 리더 사용자가 데이터 셀에 포함된 정보의 의미를 이해할 수 있도록 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139745" y="6410148"/>
            <a:ext cx="1766255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유안타저축은행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-2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E64E83C4-29DD-4B65-97D6-5843B862E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3146673"/>
            <a:ext cx="4104000" cy="2424427"/>
          </a:xfrm>
          <a:prstGeom prst="rect">
            <a:avLst/>
          </a:prstGeom>
        </p:spPr>
      </p:pic>
      <p:sp>
        <p:nvSpPr>
          <p:cNvPr id="26" name="L 도형 25">
            <a:extLst>
              <a:ext uri="{FF2B5EF4-FFF2-40B4-BE49-F238E27FC236}">
                <a16:creationId xmlns:a16="http://schemas.microsoft.com/office/drawing/2014/main" id="{2310BB0E-6E83-410B-A1CC-86F13DAA508C}"/>
              </a:ext>
            </a:extLst>
          </p:cNvPr>
          <p:cNvSpPr/>
          <p:nvPr/>
        </p:nvSpPr>
        <p:spPr>
          <a:xfrm flipV="1">
            <a:off x="5235575" y="3896220"/>
            <a:ext cx="1965847" cy="590568"/>
          </a:xfrm>
          <a:prstGeom prst="corner">
            <a:avLst>
              <a:gd name="adj1" fmla="val 44430"/>
              <a:gd name="adj2" fmla="val 162029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5801770-9D03-4DA5-B4BF-DFBAEE2B697F}"/>
              </a:ext>
            </a:extLst>
          </p:cNvPr>
          <p:cNvCxnSpPr>
            <a:cxnSpLocks/>
          </p:cNvCxnSpPr>
          <p:nvPr/>
        </p:nvCxnSpPr>
        <p:spPr>
          <a:xfrm flipH="1">
            <a:off x="7288213" y="4022451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2B1A391C-D123-0800-3DD6-3CEED80ED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818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E36A149-63A3-8361-088B-5BEE18B5D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75" y="4622555"/>
            <a:ext cx="2886075" cy="7334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D33280B-D9F1-1952-891A-AAE4E54C3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737" y="3429000"/>
            <a:ext cx="2647950" cy="78105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D74E41-475D-42EE-A7A8-560EAF153E6D}"/>
              </a:ext>
            </a:extLst>
          </p:cNvPr>
          <p:cNvGrpSpPr/>
          <p:nvPr/>
        </p:nvGrpSpPr>
        <p:grpSpPr>
          <a:xfrm>
            <a:off x="633404" y="3252102"/>
            <a:ext cx="4104000" cy="1098983"/>
            <a:chOff x="633404" y="2845589"/>
            <a:chExt cx="4104000" cy="109898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655A4C-A6A4-4936-B870-303276F4E557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E2B09AB-767D-40F1-8379-B4D437EE62B1}"/>
                </a:ext>
              </a:extLst>
            </p:cNvPr>
            <p:cNvSpPr/>
            <p:nvPr/>
          </p:nvSpPr>
          <p:spPr>
            <a:xfrm>
              <a:off x="633404" y="3056792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&lt;li class="next arrow"&gt;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="#" onclick="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jstlPagingFuc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('CstList_002.act', $('#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FSB_pagingTagHtml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'),51,61,6,6,'CTGR_NO|SELSEARCH|SEARCHTEXT');"&gt;&lt;/a&gt;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&lt;/li&gt;</a:t>
              </a:r>
              <a:endParaRPr lang="en-US" altLang="ko-KR" sz="800" b="1">
                <a:solidFill>
                  <a:schemeClr val="accent5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59572A6-6918-48B4-9F37-4D03A4F1805F}"/>
              </a:ext>
            </a:extLst>
          </p:cNvPr>
          <p:cNvGrpSpPr/>
          <p:nvPr/>
        </p:nvGrpSpPr>
        <p:grpSpPr>
          <a:xfrm>
            <a:off x="631825" y="4869000"/>
            <a:ext cx="4104000" cy="1098983"/>
            <a:chOff x="631521" y="4146209"/>
            <a:chExt cx="4104000" cy="109898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EBA23E-5023-46C3-9017-011A9BFB96C0}"/>
                </a:ext>
              </a:extLst>
            </p:cNvPr>
            <p:cNvSpPr txBox="1"/>
            <p:nvPr/>
          </p:nvSpPr>
          <p:spPr>
            <a:xfrm>
              <a:off x="631825" y="4146209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 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03F8508-5364-4110-B68F-C07EF8944923}"/>
                </a:ext>
              </a:extLst>
            </p:cNvPr>
            <p:cNvSpPr/>
            <p:nvPr/>
          </p:nvSpPr>
          <p:spPr>
            <a:xfrm>
              <a:off x="631521" y="4357412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&lt;li class="next arrow"&gt;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	&lt;a 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="#" onclick="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jstlPagingFuc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('CstList_002.act', $('#</a:t>
              </a:r>
              <a:r>
                <a:rPr lang="en-US" altLang="ko-KR" sz="800" err="1">
                  <a:solidFill>
                    <a:schemeClr val="tx1"/>
                  </a:solidFill>
                  <a:latin typeface="Consolas" panose="020B0609020204030204" pitchFamily="49" charset="0"/>
                </a:rPr>
                <a:t>FSB_pagingTagHtml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'),51,61,6,6,'CTGR_NO|SELSEARCH|SEARCHTEXT');"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다음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&gt;&lt;/a&gt;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&lt;/li&gt;</a:t>
              </a:r>
              <a:endParaRPr lang="en-US" altLang="ko-KR" sz="800" b="1">
                <a:solidFill>
                  <a:schemeClr val="accent5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은행소개 </a:t>
            </a:r>
            <a:r>
              <a:rPr lang="en-US" altLang="ko-KR"/>
              <a:t>&gt; </a:t>
            </a:r>
            <a:r>
              <a:rPr lang="ko-KR" altLang="en-US"/>
              <a:t>공지사항 </a:t>
            </a:r>
            <a:r>
              <a:rPr lang="en-US" altLang="ko-KR"/>
              <a:t>&gt; </a:t>
            </a:r>
            <a:r>
              <a:rPr lang="ko-KR" altLang="en-US"/>
              <a:t>목록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https://www.yuantasavings.co.kr/CstList_002.act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16. (</a:t>
            </a:r>
            <a:r>
              <a:rPr lang="ko-KR" altLang="en-US"/>
              <a:t>적절한 링크 텍스트</a:t>
            </a:r>
            <a:r>
              <a:rPr lang="en-US" altLang="ko-KR"/>
              <a:t>) </a:t>
            </a:r>
            <a:r>
              <a:rPr lang="ko-KR" altLang="en-US"/>
              <a:t>링크 텍스트는 용도나 목적을 이해할 수 있도록 제공해야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16-1 </a:t>
            </a:r>
            <a:r>
              <a:rPr lang="ko-KR" altLang="en-US"/>
              <a:t>목적이나 용도를 알기 어려운 링크 텍스트를 제공한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ko-KR" altLang="en-US"/>
              <a:t>스크린리더로 </a:t>
            </a:r>
            <a:r>
              <a:rPr lang="en-US" altLang="ko-KR"/>
              <a:t>'CstList_002.act'</a:t>
            </a:r>
            <a:r>
              <a:rPr lang="ko-KR" altLang="en-US"/>
              <a:t>가 출력됨</a:t>
            </a:r>
            <a:r>
              <a:rPr lang="en-US" altLang="ko-KR"/>
              <a:t>.</a:t>
            </a:r>
          </a:p>
          <a:p>
            <a:r>
              <a:rPr lang="ko-KR" altLang="en-US"/>
              <a:t>링크</a:t>
            </a:r>
            <a:r>
              <a:rPr lang="en-US" altLang="ko-KR"/>
              <a:t> </a:t>
            </a:r>
            <a:r>
              <a:rPr lang="ko-KR" altLang="en-US"/>
              <a:t>요소에 텍스트 또는 이름을 제공하여 보조 기술 사용자도 동등한 정보를 전달받을 수 있도록 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139745" y="6410148"/>
            <a:ext cx="1766255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유안타저축은행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-3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5801770-9D03-4DA5-B4BF-DFBAEE2B697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6751" y="3517950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802E01-5D99-6F9C-B040-E5163185C53B}"/>
              </a:ext>
            </a:extLst>
          </p:cNvPr>
          <p:cNvSpPr/>
          <p:nvPr/>
        </p:nvSpPr>
        <p:spPr>
          <a:xfrm>
            <a:off x="8220737" y="3669905"/>
            <a:ext cx="226859" cy="30348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D76CAB-996F-E24B-EA19-B771197F501C}"/>
              </a:ext>
            </a:extLst>
          </p:cNvPr>
          <p:cNvSpPr/>
          <p:nvPr/>
        </p:nvSpPr>
        <p:spPr>
          <a:xfrm>
            <a:off x="5953787" y="4822858"/>
            <a:ext cx="226859" cy="30348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39B22A-4056-BCCD-5AD4-180A9A622AAF}"/>
              </a:ext>
            </a:extLst>
          </p:cNvPr>
          <p:cNvSpPr/>
          <p:nvPr/>
        </p:nvSpPr>
        <p:spPr>
          <a:xfrm>
            <a:off x="8168374" y="4822858"/>
            <a:ext cx="226859" cy="303486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9E7661F-736B-8960-0A6F-47B8D097BA4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88651" y="4679705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39FC939-77DC-92B4-2DF9-1C0E0517F46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50276" y="4679705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935813B7-079D-C595-A603-021A1AC84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7158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1CC45307-AF56-128C-86DD-0FFE6D5BF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871" y="3409272"/>
            <a:ext cx="4104000" cy="181850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융창저축은행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https://www.ycbank.co.kr/main.act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5. (</a:t>
            </a:r>
            <a:r>
              <a:rPr lang="ko-KR" altLang="en-US"/>
              <a:t>텍스트 콘텐츠의 명도 대비</a:t>
            </a:r>
            <a:r>
              <a:rPr lang="en-US" altLang="ko-KR"/>
              <a:t>) </a:t>
            </a:r>
            <a:r>
              <a:rPr lang="ko-KR" altLang="en-US"/>
              <a:t>텍스트 콘텐츠와 배경 간의 명도 대비는 </a:t>
            </a:r>
            <a:r>
              <a:rPr lang="en-US" altLang="ko-KR"/>
              <a:t>4.5</a:t>
            </a:r>
            <a:r>
              <a:rPr lang="ko-KR" altLang="en-US"/>
              <a:t>대 </a:t>
            </a:r>
            <a:r>
              <a:rPr lang="en-US" altLang="ko-KR"/>
              <a:t>1 </a:t>
            </a:r>
            <a:r>
              <a:rPr lang="ko-KR" altLang="en-US"/>
              <a:t>이상이어야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5-3 </a:t>
            </a:r>
            <a:r>
              <a:rPr lang="ko-KR" altLang="en-US"/>
              <a:t>이미지 텍스트의 경우 폰트 종류와 상관없이 </a:t>
            </a:r>
            <a:r>
              <a:rPr lang="en-US" altLang="ko-KR"/>
              <a:t>14pt </a:t>
            </a:r>
            <a:r>
              <a:rPr lang="ko-KR" altLang="en-US"/>
              <a:t>크기에 해당하는 </a:t>
            </a:r>
            <a:r>
              <a:rPr lang="en-US" altLang="ko-KR"/>
              <a:t>18.66px </a:t>
            </a:r>
            <a:r>
              <a:rPr lang="ko-KR" altLang="en-US"/>
              <a:t>미만인 경우 </a:t>
            </a:r>
            <a:r>
              <a:rPr lang="en-US" altLang="ko-KR"/>
              <a:t>4.5:1 </a:t>
            </a:r>
            <a:r>
              <a:rPr lang="ko-KR" altLang="en-US"/>
              <a:t>이상을 만족하지 않은 경우나</a:t>
            </a:r>
            <a:r>
              <a:rPr lang="en-US" altLang="ko-KR"/>
              <a:t>, 18.66px </a:t>
            </a:r>
            <a:r>
              <a:rPr lang="ko-KR" altLang="en-US"/>
              <a:t>이상인 경우 </a:t>
            </a:r>
            <a:r>
              <a:rPr lang="en-US" altLang="ko-KR"/>
              <a:t>3:1 </a:t>
            </a:r>
            <a:r>
              <a:rPr lang="ko-KR" altLang="en-US"/>
              <a:t>이상을 만족하지 않은 경우</a:t>
            </a:r>
            <a:r>
              <a:rPr lang="en-US" altLang="ko-KR"/>
              <a:t>(</a:t>
            </a:r>
            <a:r>
              <a:rPr lang="ko-KR" altLang="en-US"/>
              <a:t>굵은 </a:t>
            </a:r>
            <a:r>
              <a:rPr lang="en-US" altLang="ko-KR"/>
              <a:t>14pt </a:t>
            </a:r>
            <a:r>
              <a:rPr lang="ko-KR" altLang="en-US"/>
              <a:t>기준은 적용하지 않음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4587"/>
          </a:xfrm>
        </p:spPr>
        <p:txBody>
          <a:bodyPr/>
          <a:lstStyle/>
          <a:p>
            <a:r>
              <a:rPr lang="ko-KR" altLang="en-US"/>
              <a:t>이미지 텍스트</a:t>
            </a:r>
            <a:r>
              <a:rPr lang="en-US" altLang="ko-KR"/>
              <a:t>(#01A3DB)</a:t>
            </a:r>
            <a:r>
              <a:rPr lang="ko-KR" altLang="en-US"/>
              <a:t>와 배경</a:t>
            </a:r>
            <a:r>
              <a:rPr lang="en-US" altLang="ko-KR"/>
              <a:t>(#DFF4F9) </a:t>
            </a:r>
            <a:r>
              <a:rPr lang="ko-KR" altLang="en-US"/>
              <a:t>간 명도대비가 </a:t>
            </a:r>
            <a:r>
              <a:rPr lang="en-US" altLang="ko-KR"/>
              <a:t>2.5:1</a:t>
            </a:r>
            <a:r>
              <a:rPr lang="ko-KR" altLang="en-US"/>
              <a:t>로 최소 명도대비 기준을 충족하지 않음</a:t>
            </a:r>
          </a:p>
          <a:p>
            <a:r>
              <a:rPr lang="ko-KR" altLang="en-US"/>
              <a:t>명도대비 기준을 충족하도록 텍스트 색상을 변경해야 함</a:t>
            </a:r>
            <a:endParaRPr lang="en-US" altLang="ko-KR"/>
          </a:p>
          <a:p>
            <a:r>
              <a:rPr lang="ko-KR" altLang="en-US"/>
              <a:t>융창 저축은행 슬라이드 이미지 공통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304090" y="6410148"/>
            <a:ext cx="1601910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융창저축은행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-1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BFD831E-1FBC-4212-8B21-6D4E1FC82876}"/>
              </a:ext>
            </a:extLst>
          </p:cNvPr>
          <p:cNvSpPr/>
          <p:nvPr/>
        </p:nvSpPr>
        <p:spPr>
          <a:xfrm>
            <a:off x="5605787" y="4319407"/>
            <a:ext cx="831270" cy="21224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6513CD0-4AF1-4842-A0E9-AAB6B8271267}"/>
              </a:ext>
            </a:extLst>
          </p:cNvPr>
          <p:cNvCxnSpPr>
            <a:cxnSpLocks/>
          </p:cNvCxnSpPr>
          <p:nvPr/>
        </p:nvCxnSpPr>
        <p:spPr>
          <a:xfrm rot="5400000" flipH="1">
            <a:off x="5926764" y="4685839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6EA9C191-0083-FAED-6F73-78E042C82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17505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7A173C6-E0D4-5BF1-0BF9-F9AC9E1CD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502" y="3726588"/>
            <a:ext cx="4104000" cy="780744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은행소개 </a:t>
            </a:r>
            <a:r>
              <a:rPr lang="en-US" altLang="ko-KR"/>
              <a:t>&gt; </a:t>
            </a:r>
            <a:r>
              <a:rPr lang="ko-KR" altLang="en-US"/>
              <a:t>홍보센터 </a:t>
            </a:r>
            <a:r>
              <a:rPr lang="en-US" altLang="ko-KR"/>
              <a:t>&gt; </a:t>
            </a:r>
            <a:r>
              <a:rPr lang="ko-KR" altLang="en-US"/>
              <a:t>홍보자료실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https://www.ycbank.co.kr/BnkPursList_002.act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5. (</a:t>
            </a:r>
            <a:r>
              <a:rPr lang="ko-KR" altLang="en-US"/>
              <a:t>텍스트 콘텐츠의 명도 대비</a:t>
            </a:r>
            <a:r>
              <a:rPr lang="en-US" altLang="ko-KR"/>
              <a:t>) </a:t>
            </a:r>
            <a:r>
              <a:rPr lang="ko-KR" altLang="en-US"/>
              <a:t>텍스트 콘텐츠와 배경 간의 명도 대비는 </a:t>
            </a:r>
            <a:r>
              <a:rPr lang="en-US" altLang="ko-KR"/>
              <a:t>4.5</a:t>
            </a:r>
            <a:r>
              <a:rPr lang="ko-KR" altLang="en-US"/>
              <a:t>대 </a:t>
            </a:r>
            <a:r>
              <a:rPr lang="en-US" altLang="ko-KR"/>
              <a:t>1 </a:t>
            </a:r>
            <a:r>
              <a:rPr lang="ko-KR" altLang="en-US"/>
              <a:t>이상이어야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5-2 </a:t>
            </a:r>
            <a:r>
              <a:rPr lang="ko-KR" altLang="en-US"/>
              <a:t>일반 텍스트의 경우 텍스트의 크기가 </a:t>
            </a:r>
            <a:r>
              <a:rPr lang="en-US" altLang="ko-KR"/>
              <a:t>18pt </a:t>
            </a:r>
            <a:r>
              <a:rPr lang="ko-KR" altLang="en-US"/>
              <a:t>이상</a:t>
            </a:r>
            <a:r>
              <a:rPr lang="en-US" altLang="ko-KR"/>
              <a:t>, </a:t>
            </a:r>
            <a:r>
              <a:rPr lang="ko-KR" altLang="en-US"/>
              <a:t>또는 굵은 </a:t>
            </a:r>
            <a:r>
              <a:rPr lang="en-US" altLang="ko-KR"/>
              <a:t>14pt </a:t>
            </a:r>
            <a:r>
              <a:rPr lang="ko-KR" altLang="en-US"/>
              <a:t>이상의 텍스트가 </a:t>
            </a:r>
            <a:r>
              <a:rPr lang="en-US" altLang="ko-KR"/>
              <a:t>3:1</a:t>
            </a:r>
            <a:r>
              <a:rPr lang="ko-KR" altLang="en-US"/>
              <a:t>을 만족하지 않은 경우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9780"/>
          </a:xfrm>
        </p:spPr>
        <p:txBody>
          <a:bodyPr/>
          <a:lstStyle/>
          <a:p>
            <a:r>
              <a:rPr lang="ko-KR" altLang="en-US"/>
              <a:t>텍스트</a:t>
            </a:r>
            <a:r>
              <a:rPr lang="en-US" altLang="ko-KR"/>
              <a:t>(#FFFFFF)</a:t>
            </a:r>
            <a:r>
              <a:rPr lang="ko-KR" altLang="en-US"/>
              <a:t>와 배경</a:t>
            </a:r>
            <a:r>
              <a:rPr lang="en-US" altLang="ko-KR"/>
              <a:t>(#B3B2B2) </a:t>
            </a:r>
            <a:r>
              <a:rPr lang="ko-KR" altLang="en-US"/>
              <a:t>간 명도대비가 </a:t>
            </a:r>
            <a:r>
              <a:rPr lang="en-US" altLang="ko-KR"/>
              <a:t>2.1:1</a:t>
            </a:r>
            <a:r>
              <a:rPr lang="ko-KR" altLang="en-US"/>
              <a:t>로 최소 명도대비 기준을 충족하지 않음</a:t>
            </a:r>
          </a:p>
          <a:p>
            <a:r>
              <a:rPr lang="ko-KR" altLang="en-US"/>
              <a:t>명도대비 기준을 충족하도록 텍스트 색상을 변경해야 함</a:t>
            </a:r>
          </a:p>
          <a:p>
            <a:r>
              <a:rPr lang="ko-KR" altLang="en-US"/>
              <a:t>공고</a:t>
            </a:r>
            <a:r>
              <a:rPr lang="en-US" altLang="ko-KR"/>
              <a:t>/</a:t>
            </a:r>
            <a:r>
              <a:rPr lang="ko-KR" altLang="en-US"/>
              <a:t>홍보영상 탭 </a:t>
            </a:r>
            <a:r>
              <a:rPr lang="en-US" altLang="ko-KR"/>
              <a:t>UI </a:t>
            </a:r>
            <a:r>
              <a:rPr lang="ko-KR" altLang="en-US"/>
              <a:t>공통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304090" y="6410148"/>
            <a:ext cx="1601910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융창저축은행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-2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883C4FC-27D6-4105-BDF7-7342D5553497}"/>
              </a:ext>
            </a:extLst>
          </p:cNvPr>
          <p:cNvSpPr/>
          <p:nvPr/>
        </p:nvSpPr>
        <p:spPr>
          <a:xfrm>
            <a:off x="5313032" y="4162914"/>
            <a:ext cx="1953145" cy="273912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D872CDC-0A12-42E5-B4AC-FE378EF483AE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182701" y="3988239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428A643A-6DE3-A6B9-4728-C74F95FA3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7151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FAEFF8B-950C-4EE7-98E8-BCF04C31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상세 진단 결과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392C2FC-2AF2-4365-95A6-625647685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은행소개 </a:t>
            </a:r>
            <a:r>
              <a:rPr lang="en-US" altLang="ko-KR"/>
              <a:t>&gt; </a:t>
            </a:r>
            <a:r>
              <a:rPr lang="ko-KR" altLang="en-US"/>
              <a:t>기업문화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14A85F3-3807-4D5E-844E-A5FFB1B1A1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https://www.insungsavingsbank.co.kr/151_BnkList_014.act</a:t>
            </a:r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6BA9CD5-FD8A-49EC-BDC0-6E387B42AB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5. (</a:t>
            </a:r>
            <a:r>
              <a:rPr lang="ko-KR" altLang="en-US"/>
              <a:t>텍스트 콘텐츠의 명도 대비</a:t>
            </a:r>
            <a:r>
              <a:rPr lang="en-US" altLang="ko-KR"/>
              <a:t>) </a:t>
            </a:r>
            <a:r>
              <a:rPr lang="ko-KR" altLang="en-US"/>
              <a:t>텍스트 콘텐츠와 배경 간의 명도 대비는 </a:t>
            </a:r>
            <a:r>
              <a:rPr lang="en-US" altLang="ko-KR"/>
              <a:t>4.5</a:t>
            </a:r>
            <a:r>
              <a:rPr lang="ko-KR" altLang="en-US"/>
              <a:t>대 </a:t>
            </a:r>
            <a:r>
              <a:rPr lang="en-US" altLang="ko-KR"/>
              <a:t>1 </a:t>
            </a:r>
            <a:r>
              <a:rPr lang="ko-KR" altLang="en-US"/>
              <a:t>이상이어야 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546B55-B931-4853-BB4D-678325DEBB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5-3 </a:t>
            </a:r>
            <a:r>
              <a:rPr lang="ko-KR" altLang="en-US"/>
              <a:t>이미지 텍스트의 경우 폰트 종류와 상관없이 </a:t>
            </a:r>
            <a:r>
              <a:rPr lang="en-US" altLang="ko-KR"/>
              <a:t>14pt </a:t>
            </a:r>
            <a:r>
              <a:rPr lang="ko-KR" altLang="en-US"/>
              <a:t>크기에 해당하는 </a:t>
            </a:r>
            <a:r>
              <a:rPr lang="en-US" altLang="ko-KR"/>
              <a:t>18.66px </a:t>
            </a:r>
            <a:r>
              <a:rPr lang="ko-KR" altLang="en-US"/>
              <a:t>미만인 경우 </a:t>
            </a:r>
            <a:r>
              <a:rPr lang="en-US" altLang="ko-KR"/>
              <a:t>4.5:1 </a:t>
            </a:r>
            <a:r>
              <a:rPr lang="ko-KR" altLang="en-US"/>
              <a:t>이상을 만족하지 않은 경우나</a:t>
            </a:r>
            <a:r>
              <a:rPr lang="en-US" altLang="ko-KR"/>
              <a:t>, 18.66px </a:t>
            </a:r>
            <a:r>
              <a:rPr lang="ko-KR" altLang="en-US"/>
              <a:t>이상인 경우 </a:t>
            </a:r>
            <a:r>
              <a:rPr lang="en-US" altLang="ko-KR"/>
              <a:t>3:1 </a:t>
            </a:r>
            <a:r>
              <a:rPr lang="ko-KR" altLang="en-US"/>
              <a:t>이상을 만족하지 않은 경우</a:t>
            </a:r>
            <a:r>
              <a:rPr lang="en-US" altLang="ko-KR"/>
              <a:t>(</a:t>
            </a:r>
            <a:r>
              <a:rPr lang="ko-KR" altLang="en-US"/>
              <a:t>굵은 </a:t>
            </a:r>
            <a:r>
              <a:rPr lang="en-US" altLang="ko-KR"/>
              <a:t>14pt </a:t>
            </a:r>
            <a:r>
              <a:rPr lang="ko-KR" altLang="en-US"/>
              <a:t>기준은 적용하지 않음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BF838669-661C-482D-BBD3-F758C1F0A3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/>
              <a:t>이미지 텍스트</a:t>
            </a:r>
            <a:r>
              <a:rPr lang="en-US" altLang="ko-KR"/>
              <a:t>(#FFFFFF)</a:t>
            </a:r>
            <a:r>
              <a:rPr lang="ko-KR" altLang="en-US"/>
              <a:t>와 배경</a:t>
            </a:r>
            <a:r>
              <a:rPr lang="en-US" altLang="ko-KR"/>
              <a:t>(#30B0D3) </a:t>
            </a:r>
            <a:r>
              <a:rPr lang="ko-KR" altLang="en-US"/>
              <a:t>간 명도대비가 </a:t>
            </a:r>
            <a:r>
              <a:rPr lang="en-US" altLang="ko-KR"/>
              <a:t>2.5:1</a:t>
            </a:r>
            <a:r>
              <a:rPr lang="ko-KR" altLang="en-US"/>
              <a:t>로 최소 명도대비 기준을 충족하지 않음</a:t>
            </a:r>
          </a:p>
          <a:p>
            <a:r>
              <a:rPr lang="ko-KR" altLang="en-US"/>
              <a:t>명도대비 기준을 충족하도록 배경색을 변경하거나 텍스트에 명도대비 기준을 충족하는 그림자 또는 윤곽선을 제공해야 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6CDB07-B5C0-42FA-AAB8-2A81DAB2042D}"/>
              </a:ext>
            </a:extLst>
          </p:cNvPr>
          <p:cNvSpPr/>
          <p:nvPr/>
        </p:nvSpPr>
        <p:spPr>
          <a:xfrm>
            <a:off x="8304090" y="6410148"/>
            <a:ext cx="1601910" cy="447852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ctr" defTabSz="144000">
              <a:lnSpc>
                <a:spcPct val="110000"/>
              </a:lnSpc>
            </a:pPr>
            <a:r>
              <a:rPr lang="ko-KR" altLang="en-US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인성저축은행</a:t>
            </a:r>
            <a:r>
              <a:rPr lang="en-US" altLang="ko-KR" sz="1400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-3</a:t>
            </a:r>
            <a:endParaRPr lang="ko-KR" altLang="en-US" sz="1400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54C46E9-9BF8-497E-980F-3FF30DF4C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239" y="2755777"/>
            <a:ext cx="3834597" cy="328902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5505C3E-6F41-44F9-9132-9FBF13B09667}"/>
              </a:ext>
            </a:extLst>
          </p:cNvPr>
          <p:cNvSpPr/>
          <p:nvPr/>
        </p:nvSpPr>
        <p:spPr>
          <a:xfrm>
            <a:off x="7642995" y="4455316"/>
            <a:ext cx="573424" cy="48125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6127F1E-A380-4CA8-AFF9-82E248743D6A}"/>
              </a:ext>
            </a:extLst>
          </p:cNvPr>
          <p:cNvCxnSpPr>
            <a:cxnSpLocks/>
          </p:cNvCxnSpPr>
          <p:nvPr/>
        </p:nvCxnSpPr>
        <p:spPr>
          <a:xfrm flipH="1">
            <a:off x="8292619" y="4708251"/>
            <a:ext cx="216000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3">
            <a:extLst>
              <a:ext uri="{FF2B5EF4-FFF2-40B4-BE49-F238E27FC236}">
                <a16:creationId xmlns:a16="http://schemas.microsoft.com/office/drawing/2014/main" id="{1EE8ED07-3549-77ED-4D78-EEB8656B9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586225"/>
              </p:ext>
            </p:extLst>
          </p:nvPr>
        </p:nvGraphicFramePr>
        <p:xfrm>
          <a:off x="4737404" y="290162"/>
          <a:ext cx="4752672" cy="507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393">
                  <a:extLst>
                    <a:ext uri="{9D8B030D-6E8A-4147-A177-3AD203B41FA5}">
                      <a16:colId xmlns:a16="http://schemas.microsoft.com/office/drawing/2014/main" val="2926685105"/>
                    </a:ext>
                  </a:extLst>
                </a:gridCol>
                <a:gridCol w="588393">
                  <a:extLst>
                    <a:ext uri="{9D8B030D-6E8A-4147-A177-3AD203B41FA5}">
                      <a16:colId xmlns:a16="http://schemas.microsoft.com/office/drawing/2014/main" val="553151832"/>
                    </a:ext>
                  </a:extLst>
                </a:gridCol>
                <a:gridCol w="799702">
                  <a:extLst>
                    <a:ext uri="{9D8B030D-6E8A-4147-A177-3AD203B41FA5}">
                      <a16:colId xmlns:a16="http://schemas.microsoft.com/office/drawing/2014/main" val="2599469496"/>
                    </a:ext>
                  </a:extLst>
                </a:gridCol>
                <a:gridCol w="782335">
                  <a:extLst>
                    <a:ext uri="{9D8B030D-6E8A-4147-A177-3AD203B41FA5}">
                      <a16:colId xmlns:a16="http://schemas.microsoft.com/office/drawing/2014/main" val="3875132089"/>
                    </a:ext>
                  </a:extLst>
                </a:gridCol>
                <a:gridCol w="626251">
                  <a:extLst>
                    <a:ext uri="{9D8B030D-6E8A-4147-A177-3AD203B41FA5}">
                      <a16:colId xmlns:a16="http://schemas.microsoft.com/office/drawing/2014/main" val="16546509"/>
                    </a:ext>
                  </a:extLst>
                </a:gridCol>
                <a:gridCol w="646710">
                  <a:extLst>
                    <a:ext uri="{9D8B030D-6E8A-4147-A177-3AD203B41FA5}">
                      <a16:colId xmlns:a16="http://schemas.microsoft.com/office/drawing/2014/main" val="2504906704"/>
                    </a:ext>
                  </a:extLst>
                </a:gridCol>
                <a:gridCol w="720888">
                  <a:extLst>
                    <a:ext uri="{9D8B030D-6E8A-4147-A177-3AD203B41FA5}">
                      <a16:colId xmlns:a16="http://schemas.microsoft.com/office/drawing/2014/main" val="1135533774"/>
                    </a:ext>
                  </a:extLst>
                </a:gridCol>
              </a:tblGrid>
              <a:tr h="22332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tx1"/>
                          </a:solidFill>
                        </a:rPr>
                        <a:t>저축은행</a:t>
                      </a: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개발계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 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err="1">
                          <a:solidFill>
                            <a:schemeClr val="tx1"/>
                          </a:solidFill>
                        </a:rPr>
                        <a:t>운영계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 처리현황</a:t>
                      </a: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err="1">
                          <a:solidFill>
                            <a:schemeClr val="tx1"/>
                          </a:solidFill>
                        </a:rPr>
                        <a:t>에스앤씨랩</a:t>
                      </a:r>
                      <a:endParaRPr lang="ko-KR" altLang="en-US" sz="800" b="1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41564" marB="4156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담당자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/>
                          </a:solidFill>
                        </a:rPr>
                        <a:t>개선확인현황</a:t>
                      </a: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077375"/>
                  </a:ext>
                </a:extLst>
              </a:tr>
              <a:tr h="283753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1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37785" marB="377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45720" marR="45720" marT="28388" marB="2838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88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42528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웹 접근성 컨설팅_part2">
  <a:themeElements>
    <a:clrScheme name="SNC LAB">
      <a:dk1>
        <a:srgbClr val="000000"/>
      </a:dk1>
      <a:lt1>
        <a:srgbClr val="FFFFFF"/>
      </a:lt1>
      <a:dk2>
        <a:srgbClr val="003764"/>
      </a:dk2>
      <a:lt2>
        <a:srgbClr val="F2F2F2"/>
      </a:lt2>
      <a:accent1>
        <a:srgbClr val="0061B0"/>
      </a:accent1>
      <a:accent2>
        <a:srgbClr val="00B0F0"/>
      </a:accent2>
      <a:accent3>
        <a:srgbClr val="F37321"/>
      </a:accent3>
      <a:accent4>
        <a:srgbClr val="B06B00"/>
      </a:accent4>
      <a:accent5>
        <a:srgbClr val="D83933"/>
      </a:accent5>
      <a:accent6>
        <a:srgbClr val="067067"/>
      </a:accent6>
      <a:hlink>
        <a:srgbClr val="000080"/>
      </a:hlink>
      <a:folHlink>
        <a:srgbClr val="954F72"/>
      </a:folHlink>
    </a:clrScheme>
    <a:fontScheme name="Spoqa Han Sans Neo">
      <a:majorFont>
        <a:latin typeface="Spoqa Han Sans Neo Bold"/>
        <a:ea typeface="Spoqa Han Sans Neo Bold"/>
        <a:cs typeface=""/>
      </a:majorFont>
      <a:minorFont>
        <a:latin typeface="Spoqa Han Sans Neo Regular"/>
        <a:ea typeface="Spoqa Han Sans Neo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5F6F8"/>
        </a:solidFill>
        <a:ln w="3175">
          <a:noFill/>
        </a:ln>
      </a:spPr>
      <a:bodyPr wrap="square" lIns="144000" tIns="108000" rIns="144000" bIns="108000" rtlCol="0" anchor="t">
        <a:spAutoFit/>
      </a:bodyPr>
      <a:lstStyle>
        <a:defPPr algn="l" defTabSz="144000">
          <a:lnSpc>
            <a:spcPct val="110000"/>
          </a:lnSpc>
          <a:defRPr sz="800" dirty="0" smtClean="0">
            <a:solidFill>
              <a:schemeClr val="tx1">
                <a:lumMod val="95000"/>
                <a:lumOff val="5000"/>
              </a:schemeClr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5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72000" rtlCol="0">
        <a:spAutoFit/>
      </a:bodyPr>
      <a:lstStyle>
        <a:defPPr algn="l">
          <a:defRPr sz="9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3469</Words>
  <Application>Microsoft Office PowerPoint</Application>
  <PresentationFormat>A4 용지(210x297mm)</PresentationFormat>
  <Paragraphs>461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Spoqa Han Sans Neo Regular</vt:lpstr>
      <vt:lpstr>맑은 고딕</vt:lpstr>
      <vt:lpstr>Arial</vt:lpstr>
      <vt:lpstr>Consolas</vt:lpstr>
      <vt:lpstr>웹 접근성 컨설팅_part2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  <vt:lpstr>상세 진단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Giyeon</dc:creator>
  <cp:lastModifiedBy>최두성</cp:lastModifiedBy>
  <cp:revision>3</cp:revision>
  <cp:lastPrinted>2021-01-31T23:42:00Z</cp:lastPrinted>
  <dcterms:created xsi:type="dcterms:W3CDTF">2020-06-17T00:04:22Z</dcterms:created>
  <dcterms:modified xsi:type="dcterms:W3CDTF">2025-10-02T08:24:20Z</dcterms:modified>
</cp:coreProperties>
</file>